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41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3469" autoAdjust="0"/>
  </p:normalViewPr>
  <p:slideViewPr>
    <p:cSldViewPr snapToGrid="0">
      <p:cViewPr varScale="1">
        <p:scale>
          <a:sx n="119" d="100"/>
          <a:sy n="119" d="100"/>
        </p:scale>
        <p:origin x="85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ny Lorino" userId="36734d9d-11e2-4137-bb7d-1bfd321728f1" providerId="ADAL" clId="{D1240284-E3F9-56EE-8B92-ABA5FF8D1921}"/>
    <pc:docChg chg="addSld delSld modSld">
      <pc:chgData name="Tony Lorino" userId="36734d9d-11e2-4137-bb7d-1bfd321728f1" providerId="ADAL" clId="{D1240284-E3F9-56EE-8B92-ABA5FF8D1921}" dt="2026-02-17T23:14:20.791" v="71" actId="20577"/>
      <pc:docMkLst>
        <pc:docMk/>
      </pc:docMkLst>
      <pc:sldChg chg="modSp mod">
        <pc:chgData name="Tony Lorino" userId="36734d9d-11e2-4137-bb7d-1bfd321728f1" providerId="ADAL" clId="{D1240284-E3F9-56EE-8B92-ABA5FF8D1921}" dt="2026-02-17T23:14:20.791" v="71" actId="20577"/>
        <pc:sldMkLst>
          <pc:docMk/>
          <pc:sldMk cId="2994039304" sldId="256"/>
        </pc:sldMkLst>
        <pc:spChg chg="mod">
          <ac:chgData name="Tony Lorino" userId="36734d9d-11e2-4137-bb7d-1bfd321728f1" providerId="ADAL" clId="{D1240284-E3F9-56EE-8B92-ABA5FF8D1921}" dt="2026-02-17T23:14:20.791" v="71" actId="20577"/>
          <ac:spMkLst>
            <pc:docMk/>
            <pc:sldMk cId="2994039304" sldId="256"/>
            <ac:spMk id="9" creationId="{88DCA34E-72F6-6D66-DEAA-B1C873E4DC8E}"/>
          </ac:spMkLst>
        </pc:spChg>
      </pc:sldChg>
      <pc:sldChg chg="add del">
        <pc:chgData name="Tony Lorino" userId="36734d9d-11e2-4137-bb7d-1bfd321728f1" providerId="ADAL" clId="{D1240284-E3F9-56EE-8B92-ABA5FF8D1921}" dt="2026-02-17T23:14:11.526" v="48" actId="2696"/>
        <pc:sldMkLst>
          <pc:docMk/>
          <pc:sldMk cId="1654013908" sldId="257"/>
        </pc:sldMkLst>
      </pc:sldChg>
      <pc:sldChg chg="add del">
        <pc:chgData name="Tony Lorino" userId="36734d9d-11e2-4137-bb7d-1bfd321728f1" providerId="ADAL" clId="{D1240284-E3F9-56EE-8B92-ABA5FF8D1921}" dt="2026-02-17T23:14:11.527" v="49" actId="2696"/>
        <pc:sldMkLst>
          <pc:docMk/>
          <pc:sldMk cId="635549168" sldId="258"/>
        </pc:sldMkLst>
      </pc:sldChg>
      <pc:sldChg chg="del">
        <pc:chgData name="Tony Lorino" userId="36734d9d-11e2-4137-bb7d-1bfd321728f1" providerId="ADAL" clId="{D1240284-E3F9-56EE-8B92-ABA5FF8D1921}" dt="2026-02-17T23:14:11.526" v="47" actId="2696"/>
        <pc:sldMkLst>
          <pc:docMk/>
          <pc:sldMk cId="1199009257" sldId="260"/>
        </pc:sldMkLst>
      </pc:sldChg>
      <pc:sldChg chg="del">
        <pc:chgData name="Tony Lorino" userId="36734d9d-11e2-4137-bb7d-1bfd321728f1" providerId="ADAL" clId="{D1240284-E3F9-56EE-8B92-ABA5FF8D1921}" dt="2026-02-17T23:14:11.550" v="55" actId="2696"/>
        <pc:sldMkLst>
          <pc:docMk/>
          <pc:sldMk cId="547804172" sldId="264"/>
        </pc:sldMkLst>
      </pc:sldChg>
      <pc:sldChg chg="del">
        <pc:chgData name="Tony Lorino" userId="36734d9d-11e2-4137-bb7d-1bfd321728f1" providerId="ADAL" clId="{D1240284-E3F9-56EE-8B92-ABA5FF8D1921}" dt="2026-02-17T23:14:11.524" v="46" actId="2696"/>
        <pc:sldMkLst>
          <pc:docMk/>
          <pc:sldMk cId="1343519594" sldId="265"/>
        </pc:sldMkLst>
      </pc:sldChg>
      <pc:sldChg chg="add del">
        <pc:chgData name="Tony Lorino" userId="36734d9d-11e2-4137-bb7d-1bfd321728f1" providerId="ADAL" clId="{D1240284-E3F9-56EE-8B92-ABA5FF8D1921}" dt="2026-02-17T23:14:11.550" v="56" actId="2696"/>
        <pc:sldMkLst>
          <pc:docMk/>
          <pc:sldMk cId="1224495852" sldId="267"/>
        </pc:sldMkLst>
      </pc:sldChg>
      <pc:sldChg chg="del">
        <pc:chgData name="Tony Lorino" userId="36734d9d-11e2-4137-bb7d-1bfd321728f1" providerId="ADAL" clId="{D1240284-E3F9-56EE-8B92-ABA5FF8D1921}" dt="2026-02-17T23:14:11.562" v="62" actId="2696"/>
        <pc:sldMkLst>
          <pc:docMk/>
          <pc:sldMk cId="3282795896" sldId="268"/>
        </pc:sldMkLst>
      </pc:sldChg>
      <pc:sldChg chg="del">
        <pc:chgData name="Tony Lorino" userId="36734d9d-11e2-4137-bb7d-1bfd321728f1" providerId="ADAL" clId="{D1240284-E3F9-56EE-8B92-ABA5FF8D1921}" dt="2026-02-17T23:14:11.545" v="54" actId="2696"/>
        <pc:sldMkLst>
          <pc:docMk/>
          <pc:sldMk cId="3968737315" sldId="269"/>
        </pc:sldMkLst>
      </pc:sldChg>
      <pc:sldChg chg="del">
        <pc:chgData name="Tony Lorino" userId="36734d9d-11e2-4137-bb7d-1bfd321728f1" providerId="ADAL" clId="{D1240284-E3F9-56EE-8B92-ABA5FF8D1921}" dt="2026-02-17T23:14:11.559" v="61" actId="2696"/>
        <pc:sldMkLst>
          <pc:docMk/>
          <pc:sldMk cId="1786494570" sldId="270"/>
        </pc:sldMkLst>
      </pc:sldChg>
      <pc:sldChg chg="del">
        <pc:chgData name="Tony Lorino" userId="36734d9d-11e2-4137-bb7d-1bfd321728f1" providerId="ADAL" clId="{D1240284-E3F9-56EE-8B92-ABA5FF8D1921}" dt="2026-02-17T23:14:11.551" v="57" actId="2696"/>
        <pc:sldMkLst>
          <pc:docMk/>
          <pc:sldMk cId="678312604" sldId="271"/>
        </pc:sldMkLst>
      </pc:sldChg>
      <pc:sldChg chg="del">
        <pc:chgData name="Tony Lorino" userId="36734d9d-11e2-4137-bb7d-1bfd321728f1" providerId="ADAL" clId="{D1240284-E3F9-56EE-8B92-ABA5FF8D1921}" dt="2026-02-17T23:14:11.527" v="50" actId="2696"/>
        <pc:sldMkLst>
          <pc:docMk/>
          <pc:sldMk cId="2889852836" sldId="272"/>
        </pc:sldMkLst>
      </pc:sldChg>
      <pc:sldChg chg="del">
        <pc:chgData name="Tony Lorino" userId="36734d9d-11e2-4137-bb7d-1bfd321728f1" providerId="ADAL" clId="{D1240284-E3F9-56EE-8B92-ABA5FF8D1921}" dt="2026-02-17T23:14:11.552" v="59" actId="2696"/>
        <pc:sldMkLst>
          <pc:docMk/>
          <pc:sldMk cId="40428462" sldId="273"/>
        </pc:sldMkLst>
      </pc:sldChg>
      <pc:sldChg chg="del">
        <pc:chgData name="Tony Lorino" userId="36734d9d-11e2-4137-bb7d-1bfd321728f1" providerId="ADAL" clId="{D1240284-E3F9-56EE-8B92-ABA5FF8D1921}" dt="2026-02-17T23:14:11.558" v="60" actId="2696"/>
        <pc:sldMkLst>
          <pc:docMk/>
          <pc:sldMk cId="122954738" sldId="282"/>
        </pc:sldMkLst>
      </pc:sldChg>
      <pc:sldChg chg="del">
        <pc:chgData name="Tony Lorino" userId="36734d9d-11e2-4137-bb7d-1bfd321728f1" providerId="ADAL" clId="{D1240284-E3F9-56EE-8B92-ABA5FF8D1921}" dt="2026-02-17T23:14:11.551" v="58" actId="2696"/>
        <pc:sldMkLst>
          <pc:docMk/>
          <pc:sldMk cId="668423094" sldId="2147483643"/>
        </pc:sldMkLst>
      </pc:sldChg>
      <pc:sldChg chg="modSp new del mod">
        <pc:chgData name="Tony Lorino" userId="36734d9d-11e2-4137-bb7d-1bfd321728f1" providerId="ADAL" clId="{D1240284-E3F9-56EE-8B92-ABA5FF8D1921}" dt="2026-02-17T23:14:11.544" v="53" actId="2696"/>
        <pc:sldMkLst>
          <pc:docMk/>
          <pc:sldMk cId="2910252555" sldId="2147483645"/>
        </pc:sldMkLst>
      </pc:sldChg>
      <pc:sldChg chg="add del">
        <pc:chgData name="Tony Lorino" userId="36734d9d-11e2-4137-bb7d-1bfd321728f1" providerId="ADAL" clId="{D1240284-E3F9-56EE-8B92-ABA5FF8D1921}" dt="2026-02-17T23:14:11.543" v="51" actId="2696"/>
        <pc:sldMkLst>
          <pc:docMk/>
          <pc:sldMk cId="1407468119" sldId="2147483646"/>
        </pc:sldMkLst>
      </pc:sldChg>
      <pc:sldChg chg="add del">
        <pc:chgData name="Tony Lorino" userId="36734d9d-11e2-4137-bb7d-1bfd321728f1" providerId="ADAL" clId="{D1240284-E3F9-56EE-8B92-ABA5FF8D1921}" dt="2026-02-17T23:14:11.544" v="52" actId="2696"/>
        <pc:sldMkLst>
          <pc:docMk/>
          <pc:sldMk cId="2428066402" sldId="214748364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5D8559-5CB3-448A-91C4-5557C2BD8F89}" type="datetimeFigureOut">
              <a:rPr lang="en-US" smtClean="0"/>
              <a:t>2/17/26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DA17FF-1524-472A-BA2D-5B5D44AB12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218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A4659-E7DC-D5E3-91E8-530A93665EB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827142" y="2351312"/>
            <a:ext cx="5174150" cy="1549095"/>
          </a:xfrm>
          <a:prstGeom prst="rect">
            <a:avLst/>
          </a:prstGeom>
        </p:spPr>
        <p:txBody>
          <a:bodyPr anchor="ctr"/>
          <a:lstStyle>
            <a:lvl1pPr algn="l">
              <a:defRPr sz="4400">
                <a:latin typeface="Arial" panose="020B0604020202020204" pitchFamily="34" charset="0"/>
              </a:defRPr>
            </a:lvl1pPr>
          </a:lstStyle>
          <a:p>
            <a:r>
              <a:rPr lang="en-US"/>
              <a:t>Click to add title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8D665E-1B93-C299-097E-ED14E2A9A3D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824829" y="4171068"/>
            <a:ext cx="4656137" cy="77170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100" b="1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subtitle</a:t>
            </a:r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FCAB22D-B1F3-6175-33F6-F4FEA199672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229078" y="5584054"/>
            <a:ext cx="2446985" cy="765946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latin typeface="Arial" panose="020B0604020202020204" pitchFamily="34" charset="0"/>
              </a:defRPr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>
                <a:latin typeface="Arial" panose="020B0604020202020204" pitchFamily="34" charset="0"/>
              </a:defRPr>
            </a:lvl2pPr>
          </a:lstStyle>
          <a:p>
            <a:pPr lvl="0"/>
            <a:r>
              <a:rPr lang="en-US"/>
              <a:t>Add Content</a:t>
            </a:r>
            <a:endParaRPr lang="en-GB"/>
          </a:p>
        </p:txBody>
      </p:sp>
      <p:grpSp>
        <p:nvGrpSpPr>
          <p:cNvPr id="13" name="Graphic 11">
            <a:extLst>
              <a:ext uri="{FF2B5EF4-FFF2-40B4-BE49-F238E27FC236}">
                <a16:creationId xmlns:a16="http://schemas.microsoft.com/office/drawing/2014/main" id="{A7AF0290-22D4-AFDD-2D2C-4A1B74191F6C}"/>
              </a:ext>
            </a:extLst>
          </p:cNvPr>
          <p:cNvGrpSpPr/>
          <p:nvPr/>
        </p:nvGrpSpPr>
        <p:grpSpPr>
          <a:xfrm>
            <a:off x="9828103" y="508000"/>
            <a:ext cx="1862137" cy="658147"/>
            <a:chOff x="3043994" y="-2581296"/>
            <a:chExt cx="5043924" cy="1782707"/>
          </a:xfrm>
          <a:solidFill>
            <a:srgbClr val="000000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B38762E-EB44-3DAF-E7C7-B482E812EC27}"/>
                </a:ext>
              </a:extLst>
            </p:cNvPr>
            <p:cNvSpPr/>
            <p:nvPr/>
          </p:nvSpPr>
          <p:spPr>
            <a:xfrm>
              <a:off x="7939113" y="-1162329"/>
              <a:ext cx="148806" cy="67069"/>
            </a:xfrm>
            <a:custGeom>
              <a:avLst/>
              <a:gdLst>
                <a:gd name="connsiteX0" fmla="*/ 59324 w 148806"/>
                <a:gd name="connsiteY0" fmla="*/ 0 h 67069"/>
                <a:gd name="connsiteX1" fmla="*/ 59324 w 148806"/>
                <a:gd name="connsiteY1" fmla="*/ 8725 h 67069"/>
                <a:gd name="connsiteX2" fmla="*/ 34366 w 148806"/>
                <a:gd name="connsiteY2" fmla="*/ 8725 h 67069"/>
                <a:gd name="connsiteX3" fmla="*/ 34366 w 148806"/>
                <a:gd name="connsiteY3" fmla="*/ 67069 h 67069"/>
                <a:gd name="connsiteX4" fmla="*/ 24909 w 148806"/>
                <a:gd name="connsiteY4" fmla="*/ 67069 h 67069"/>
                <a:gd name="connsiteX5" fmla="*/ 24909 w 148806"/>
                <a:gd name="connsiteY5" fmla="*/ 8725 h 67069"/>
                <a:gd name="connsiteX6" fmla="*/ 0 w 148806"/>
                <a:gd name="connsiteY6" fmla="*/ 8725 h 67069"/>
                <a:gd name="connsiteX7" fmla="*/ 0 w 148806"/>
                <a:gd name="connsiteY7" fmla="*/ 0 h 67069"/>
                <a:gd name="connsiteX8" fmla="*/ 59324 w 148806"/>
                <a:gd name="connsiteY8" fmla="*/ 0 h 67069"/>
                <a:gd name="connsiteX9" fmla="*/ 82004 w 148806"/>
                <a:gd name="connsiteY9" fmla="*/ 0 h 67069"/>
                <a:gd name="connsiteX10" fmla="*/ 108695 w 148806"/>
                <a:gd name="connsiteY10" fmla="*/ 55348 h 67069"/>
                <a:gd name="connsiteX11" fmla="*/ 135634 w 148806"/>
                <a:gd name="connsiteY11" fmla="*/ 0 h 67069"/>
                <a:gd name="connsiteX12" fmla="*/ 148806 w 148806"/>
                <a:gd name="connsiteY12" fmla="*/ 0 h 67069"/>
                <a:gd name="connsiteX13" fmla="*/ 148806 w 148806"/>
                <a:gd name="connsiteY13" fmla="*/ 67069 h 67069"/>
                <a:gd name="connsiteX14" fmla="*/ 139843 w 148806"/>
                <a:gd name="connsiteY14" fmla="*/ 67069 h 67069"/>
                <a:gd name="connsiteX15" fmla="*/ 139843 w 148806"/>
                <a:gd name="connsiteY15" fmla="*/ 10721 h 67069"/>
                <a:gd name="connsiteX16" fmla="*/ 112409 w 148806"/>
                <a:gd name="connsiteY16" fmla="*/ 67069 h 67069"/>
                <a:gd name="connsiteX17" fmla="*/ 104685 w 148806"/>
                <a:gd name="connsiteY17" fmla="*/ 67069 h 67069"/>
                <a:gd name="connsiteX18" fmla="*/ 77795 w 148806"/>
                <a:gd name="connsiteY18" fmla="*/ 10721 h 67069"/>
                <a:gd name="connsiteX19" fmla="*/ 77795 w 148806"/>
                <a:gd name="connsiteY19" fmla="*/ 67069 h 67069"/>
                <a:gd name="connsiteX20" fmla="*/ 69030 w 148806"/>
                <a:gd name="connsiteY20" fmla="*/ 67069 h 67069"/>
                <a:gd name="connsiteX21" fmla="*/ 69030 w 148806"/>
                <a:gd name="connsiteY21" fmla="*/ 0 h 67069"/>
                <a:gd name="connsiteX22" fmla="*/ 82004 w 148806"/>
                <a:gd name="connsiteY22" fmla="*/ 0 h 67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48806" h="67069">
                  <a:moveTo>
                    <a:pt x="59324" y="0"/>
                  </a:moveTo>
                  <a:lnTo>
                    <a:pt x="59324" y="8725"/>
                  </a:lnTo>
                  <a:lnTo>
                    <a:pt x="34366" y="8725"/>
                  </a:lnTo>
                  <a:lnTo>
                    <a:pt x="34366" y="67069"/>
                  </a:lnTo>
                  <a:lnTo>
                    <a:pt x="24909" y="67069"/>
                  </a:lnTo>
                  <a:lnTo>
                    <a:pt x="24909" y="8725"/>
                  </a:lnTo>
                  <a:lnTo>
                    <a:pt x="0" y="8725"/>
                  </a:lnTo>
                  <a:lnTo>
                    <a:pt x="0" y="0"/>
                  </a:lnTo>
                  <a:lnTo>
                    <a:pt x="59324" y="0"/>
                  </a:lnTo>
                  <a:close/>
                  <a:moveTo>
                    <a:pt x="82004" y="0"/>
                  </a:moveTo>
                  <a:lnTo>
                    <a:pt x="108695" y="55348"/>
                  </a:lnTo>
                  <a:lnTo>
                    <a:pt x="135634" y="0"/>
                  </a:lnTo>
                  <a:lnTo>
                    <a:pt x="148806" y="0"/>
                  </a:lnTo>
                  <a:lnTo>
                    <a:pt x="148806" y="67069"/>
                  </a:lnTo>
                  <a:lnTo>
                    <a:pt x="139843" y="67069"/>
                  </a:lnTo>
                  <a:lnTo>
                    <a:pt x="139843" y="10721"/>
                  </a:lnTo>
                  <a:lnTo>
                    <a:pt x="112409" y="67069"/>
                  </a:lnTo>
                  <a:lnTo>
                    <a:pt x="104685" y="67069"/>
                  </a:lnTo>
                  <a:lnTo>
                    <a:pt x="77795" y="10721"/>
                  </a:lnTo>
                  <a:lnTo>
                    <a:pt x="77795" y="67069"/>
                  </a:lnTo>
                  <a:lnTo>
                    <a:pt x="69030" y="67069"/>
                  </a:lnTo>
                  <a:lnTo>
                    <a:pt x="69030" y="0"/>
                  </a:lnTo>
                  <a:lnTo>
                    <a:pt x="82004" y="0"/>
                  </a:lnTo>
                  <a:close/>
                </a:path>
              </a:pathLst>
            </a:custGeom>
            <a:solidFill>
              <a:srgbClr val="000000"/>
            </a:solidFill>
            <a:ln w="49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>
                <a:latin typeface="Arial" panose="020B0604020202020204" pitchFamily="34" charset="0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C868E11-D2EE-B67B-56EE-402D318C3A3D}"/>
                </a:ext>
              </a:extLst>
            </p:cNvPr>
            <p:cNvSpPr/>
            <p:nvPr/>
          </p:nvSpPr>
          <p:spPr>
            <a:xfrm>
              <a:off x="5383799" y="-2289229"/>
              <a:ext cx="2704120" cy="1193968"/>
            </a:xfrm>
            <a:custGeom>
              <a:avLst/>
              <a:gdLst>
                <a:gd name="connsiteX0" fmla="*/ 2274092 w 2704120"/>
                <a:gd name="connsiteY0" fmla="*/ 656839 h 1193968"/>
                <a:gd name="connsiteX1" fmla="*/ 2394573 w 2704120"/>
                <a:gd name="connsiteY1" fmla="*/ 877063 h 1193968"/>
                <a:gd name="connsiteX2" fmla="*/ 2521145 w 2704120"/>
                <a:gd name="connsiteY2" fmla="*/ 656839 h 1193968"/>
                <a:gd name="connsiteX3" fmla="*/ 2649302 w 2704120"/>
                <a:gd name="connsiteY3" fmla="*/ 656839 h 1193968"/>
                <a:gd name="connsiteX4" fmla="*/ 2452115 w 2704120"/>
                <a:gd name="connsiteY4" fmla="*/ 994464 h 1193968"/>
                <a:gd name="connsiteX5" fmla="*/ 2452115 w 2704120"/>
                <a:gd name="connsiteY5" fmla="*/ 1193969 h 1193968"/>
                <a:gd name="connsiteX6" fmla="*/ 2336982 w 2704120"/>
                <a:gd name="connsiteY6" fmla="*/ 1193969 h 1193968"/>
                <a:gd name="connsiteX7" fmla="*/ 2336982 w 2704120"/>
                <a:gd name="connsiteY7" fmla="*/ 994464 h 1193968"/>
                <a:gd name="connsiteX8" fmla="*/ 2139794 w 2704120"/>
                <a:gd name="connsiteY8" fmla="*/ 656839 h 1193968"/>
                <a:gd name="connsiteX9" fmla="*/ 2274092 w 2704120"/>
                <a:gd name="connsiteY9" fmla="*/ 656839 h 1193968"/>
                <a:gd name="connsiteX10" fmla="*/ 2125681 w 2704120"/>
                <a:gd name="connsiteY10" fmla="*/ 656839 h 1193968"/>
                <a:gd name="connsiteX11" fmla="*/ 2125681 w 2704120"/>
                <a:gd name="connsiteY11" fmla="*/ 755824 h 1193968"/>
                <a:gd name="connsiteX12" fmla="*/ 1970700 w 2704120"/>
                <a:gd name="connsiteY12" fmla="*/ 755824 h 1193968"/>
                <a:gd name="connsiteX13" fmla="*/ 1970700 w 2704120"/>
                <a:gd name="connsiteY13" fmla="*/ 1193969 h 1193968"/>
                <a:gd name="connsiteX14" fmla="*/ 1855601 w 2704120"/>
                <a:gd name="connsiteY14" fmla="*/ 1193969 h 1193968"/>
                <a:gd name="connsiteX15" fmla="*/ 1855601 w 2704120"/>
                <a:gd name="connsiteY15" fmla="*/ 755824 h 1193968"/>
                <a:gd name="connsiteX16" fmla="*/ 1700604 w 2704120"/>
                <a:gd name="connsiteY16" fmla="*/ 755824 h 1193968"/>
                <a:gd name="connsiteX17" fmla="*/ 1700604 w 2704120"/>
                <a:gd name="connsiteY17" fmla="*/ 656839 h 1193968"/>
                <a:gd name="connsiteX18" fmla="*/ 2125681 w 2704120"/>
                <a:gd name="connsiteY18" fmla="*/ 656839 h 1193968"/>
                <a:gd name="connsiteX19" fmla="*/ 1564797 w 2704120"/>
                <a:gd name="connsiteY19" fmla="*/ 656839 h 1193968"/>
                <a:gd name="connsiteX20" fmla="*/ 1449703 w 2704120"/>
                <a:gd name="connsiteY20" fmla="*/ 656839 h 1193968"/>
                <a:gd name="connsiteX21" fmla="*/ 1449703 w 2704120"/>
                <a:gd name="connsiteY21" fmla="*/ 1193969 h 1193968"/>
                <a:gd name="connsiteX22" fmla="*/ 1793538 w 2704120"/>
                <a:gd name="connsiteY22" fmla="*/ 1193969 h 1193968"/>
                <a:gd name="connsiteX23" fmla="*/ 1793538 w 2704120"/>
                <a:gd name="connsiteY23" fmla="*/ 1094984 h 1193968"/>
                <a:gd name="connsiteX24" fmla="*/ 1564797 w 2704120"/>
                <a:gd name="connsiteY24" fmla="*/ 1094984 h 1193968"/>
                <a:gd name="connsiteX25" fmla="*/ 1564797 w 2704120"/>
                <a:gd name="connsiteY25" fmla="*/ 656839 h 1193968"/>
                <a:gd name="connsiteX26" fmla="*/ 1080603 w 2704120"/>
                <a:gd name="connsiteY26" fmla="*/ 656839 h 1193968"/>
                <a:gd name="connsiteX27" fmla="*/ 1218724 w 2704120"/>
                <a:gd name="connsiteY27" fmla="*/ 656839 h 1193968"/>
                <a:gd name="connsiteX28" fmla="*/ 1413623 w 2704120"/>
                <a:gd name="connsiteY28" fmla="*/ 1193969 h 1193968"/>
                <a:gd name="connsiteX29" fmla="*/ 1290087 w 2704120"/>
                <a:gd name="connsiteY29" fmla="*/ 1193969 h 1193968"/>
                <a:gd name="connsiteX30" fmla="*/ 1248648 w 2704120"/>
                <a:gd name="connsiteY30" fmla="*/ 1076567 h 1193968"/>
                <a:gd name="connsiteX31" fmla="*/ 1044543 w 2704120"/>
                <a:gd name="connsiteY31" fmla="*/ 1076567 h 1193968"/>
                <a:gd name="connsiteX32" fmla="*/ 1003105 w 2704120"/>
                <a:gd name="connsiteY32" fmla="*/ 1193969 h 1193968"/>
                <a:gd name="connsiteX33" fmla="*/ 884169 w 2704120"/>
                <a:gd name="connsiteY33" fmla="*/ 1193969 h 1193968"/>
                <a:gd name="connsiteX34" fmla="*/ 1080603 w 2704120"/>
                <a:gd name="connsiteY34" fmla="*/ 656839 h 1193968"/>
                <a:gd name="connsiteX35" fmla="*/ 1217189 w 2704120"/>
                <a:gd name="connsiteY35" fmla="*/ 983723 h 1193968"/>
                <a:gd name="connsiteX36" fmla="*/ 1145826 w 2704120"/>
                <a:gd name="connsiteY36" fmla="*/ 779613 h 1193968"/>
                <a:gd name="connsiteX37" fmla="*/ 1075235 w 2704120"/>
                <a:gd name="connsiteY37" fmla="*/ 983723 h 1193968"/>
                <a:gd name="connsiteX38" fmla="*/ 1217189 w 2704120"/>
                <a:gd name="connsiteY38" fmla="*/ 983723 h 1193968"/>
                <a:gd name="connsiteX39" fmla="*/ 844830 w 2704120"/>
                <a:gd name="connsiteY39" fmla="*/ 656839 h 1193968"/>
                <a:gd name="connsiteX40" fmla="*/ 844830 w 2704120"/>
                <a:gd name="connsiteY40" fmla="*/ 755824 h 1193968"/>
                <a:gd name="connsiteX41" fmla="*/ 599287 w 2704120"/>
                <a:gd name="connsiteY41" fmla="*/ 755824 h 1193968"/>
                <a:gd name="connsiteX42" fmla="*/ 599287 w 2704120"/>
                <a:gd name="connsiteY42" fmla="*/ 876295 h 1193968"/>
                <a:gd name="connsiteX43" fmla="*/ 798792 w 2704120"/>
                <a:gd name="connsiteY43" fmla="*/ 876295 h 1193968"/>
                <a:gd name="connsiteX44" fmla="*/ 798792 w 2704120"/>
                <a:gd name="connsiteY44" fmla="*/ 970675 h 1193968"/>
                <a:gd name="connsiteX45" fmla="*/ 599287 w 2704120"/>
                <a:gd name="connsiteY45" fmla="*/ 970675 h 1193968"/>
                <a:gd name="connsiteX46" fmla="*/ 599287 w 2704120"/>
                <a:gd name="connsiteY46" fmla="*/ 1094984 h 1193968"/>
                <a:gd name="connsiteX47" fmla="*/ 853273 w 2704120"/>
                <a:gd name="connsiteY47" fmla="*/ 1094984 h 1193968"/>
                <a:gd name="connsiteX48" fmla="*/ 853273 w 2704120"/>
                <a:gd name="connsiteY48" fmla="*/ 1193969 h 1193968"/>
                <a:gd name="connsiteX49" fmla="*/ 484188 w 2704120"/>
                <a:gd name="connsiteY49" fmla="*/ 1193969 h 1193968"/>
                <a:gd name="connsiteX50" fmla="*/ 484188 w 2704120"/>
                <a:gd name="connsiteY50" fmla="*/ 656839 h 1193968"/>
                <a:gd name="connsiteX51" fmla="*/ 844830 w 2704120"/>
                <a:gd name="connsiteY51" fmla="*/ 656839 h 1193968"/>
                <a:gd name="connsiteX52" fmla="*/ 321898 w 2704120"/>
                <a:gd name="connsiteY52" fmla="*/ 678707 h 1193968"/>
                <a:gd name="connsiteX53" fmla="*/ 391339 w 2704120"/>
                <a:gd name="connsiteY53" fmla="*/ 741245 h 1193968"/>
                <a:gd name="connsiteX54" fmla="*/ 415891 w 2704120"/>
                <a:gd name="connsiteY54" fmla="*/ 835630 h 1193968"/>
                <a:gd name="connsiteX55" fmla="*/ 391339 w 2704120"/>
                <a:gd name="connsiteY55" fmla="*/ 926553 h 1193968"/>
                <a:gd name="connsiteX56" fmla="*/ 323814 w 2704120"/>
                <a:gd name="connsiteY56" fmla="*/ 986788 h 1193968"/>
                <a:gd name="connsiteX57" fmla="*/ 429702 w 2704120"/>
                <a:gd name="connsiteY57" fmla="*/ 1193969 h 1193968"/>
                <a:gd name="connsiteX58" fmla="*/ 302327 w 2704120"/>
                <a:gd name="connsiteY58" fmla="*/ 1193969 h 1193968"/>
                <a:gd name="connsiteX59" fmla="*/ 212548 w 2704120"/>
                <a:gd name="connsiteY59" fmla="*/ 1013648 h 1193968"/>
                <a:gd name="connsiteX60" fmla="*/ 115098 w 2704120"/>
                <a:gd name="connsiteY60" fmla="*/ 1013648 h 1193968"/>
                <a:gd name="connsiteX61" fmla="*/ 115098 w 2704120"/>
                <a:gd name="connsiteY61" fmla="*/ 1193969 h 1193968"/>
                <a:gd name="connsiteX62" fmla="*/ 0 w 2704120"/>
                <a:gd name="connsiteY62" fmla="*/ 1193969 h 1193968"/>
                <a:gd name="connsiteX63" fmla="*/ 0 w 2704120"/>
                <a:gd name="connsiteY63" fmla="*/ 656839 h 1193968"/>
                <a:gd name="connsiteX64" fmla="*/ 218689 w 2704120"/>
                <a:gd name="connsiteY64" fmla="*/ 656839 h 1193968"/>
                <a:gd name="connsiteX65" fmla="*/ 321898 w 2704120"/>
                <a:gd name="connsiteY65" fmla="*/ 678707 h 1193968"/>
                <a:gd name="connsiteX66" fmla="*/ 209483 w 2704120"/>
                <a:gd name="connsiteY66" fmla="*/ 917728 h 1193968"/>
                <a:gd name="connsiteX67" fmla="*/ 274319 w 2704120"/>
                <a:gd name="connsiteY67" fmla="*/ 895479 h 1193968"/>
                <a:gd name="connsiteX68" fmla="*/ 298495 w 2704120"/>
                <a:gd name="connsiteY68" fmla="*/ 835630 h 1193968"/>
                <a:gd name="connsiteX69" fmla="*/ 274319 w 2704120"/>
                <a:gd name="connsiteY69" fmla="*/ 775008 h 1193968"/>
                <a:gd name="connsiteX70" fmla="*/ 209483 w 2704120"/>
                <a:gd name="connsiteY70" fmla="*/ 752753 h 1193968"/>
                <a:gd name="connsiteX71" fmla="*/ 115098 w 2704120"/>
                <a:gd name="connsiteY71" fmla="*/ 752753 h 1193968"/>
                <a:gd name="connsiteX72" fmla="*/ 115098 w 2704120"/>
                <a:gd name="connsiteY72" fmla="*/ 917728 h 1193968"/>
                <a:gd name="connsiteX73" fmla="*/ 209483 w 2704120"/>
                <a:gd name="connsiteY73" fmla="*/ 917728 h 1193968"/>
                <a:gd name="connsiteX74" fmla="*/ 2475389 w 2704120"/>
                <a:gd name="connsiteY74" fmla="*/ 442750 h 1193968"/>
                <a:gd name="connsiteX75" fmla="*/ 2475389 w 2704120"/>
                <a:gd name="connsiteY75" fmla="*/ 4605 h 1193968"/>
                <a:gd name="connsiteX76" fmla="*/ 2360306 w 2704120"/>
                <a:gd name="connsiteY76" fmla="*/ 4605 h 1193968"/>
                <a:gd name="connsiteX77" fmla="*/ 2360306 w 2704120"/>
                <a:gd name="connsiteY77" fmla="*/ 541735 h 1193968"/>
                <a:gd name="connsiteX78" fmla="*/ 2704120 w 2704120"/>
                <a:gd name="connsiteY78" fmla="*/ 541735 h 1193968"/>
                <a:gd name="connsiteX79" fmla="*/ 2704120 w 2704120"/>
                <a:gd name="connsiteY79" fmla="*/ 442750 h 1193968"/>
                <a:gd name="connsiteX80" fmla="*/ 2475389 w 2704120"/>
                <a:gd name="connsiteY80" fmla="*/ 442750 h 1193968"/>
                <a:gd name="connsiteX81" fmla="*/ 1991211 w 2704120"/>
                <a:gd name="connsiteY81" fmla="*/ 4605 h 1193968"/>
                <a:gd name="connsiteX82" fmla="*/ 2129346 w 2704120"/>
                <a:gd name="connsiteY82" fmla="*/ 4605 h 1193968"/>
                <a:gd name="connsiteX83" fmla="*/ 2324255 w 2704120"/>
                <a:gd name="connsiteY83" fmla="*/ 541735 h 1193968"/>
                <a:gd name="connsiteX84" fmla="*/ 2200704 w 2704120"/>
                <a:gd name="connsiteY84" fmla="*/ 541735 h 1193968"/>
                <a:gd name="connsiteX85" fmla="*/ 2159256 w 2704120"/>
                <a:gd name="connsiteY85" fmla="*/ 424334 h 1193968"/>
                <a:gd name="connsiteX86" fmla="*/ 1955150 w 2704120"/>
                <a:gd name="connsiteY86" fmla="*/ 424334 h 1193968"/>
                <a:gd name="connsiteX87" fmla="*/ 1913712 w 2704120"/>
                <a:gd name="connsiteY87" fmla="*/ 541735 h 1193968"/>
                <a:gd name="connsiteX88" fmla="*/ 1794776 w 2704120"/>
                <a:gd name="connsiteY88" fmla="*/ 541735 h 1193968"/>
                <a:gd name="connsiteX89" fmla="*/ 1991211 w 2704120"/>
                <a:gd name="connsiteY89" fmla="*/ 4605 h 1193968"/>
                <a:gd name="connsiteX90" fmla="*/ 2127811 w 2704120"/>
                <a:gd name="connsiteY90" fmla="*/ 331485 h 1193968"/>
                <a:gd name="connsiteX91" fmla="*/ 2056453 w 2704120"/>
                <a:gd name="connsiteY91" fmla="*/ 127379 h 1193968"/>
                <a:gd name="connsiteX92" fmla="*/ 1985843 w 2704120"/>
                <a:gd name="connsiteY92" fmla="*/ 331485 h 1193968"/>
                <a:gd name="connsiteX93" fmla="*/ 2127811 w 2704120"/>
                <a:gd name="connsiteY93" fmla="*/ 331485 h 1193968"/>
                <a:gd name="connsiteX94" fmla="*/ 1862306 w 2704120"/>
                <a:gd name="connsiteY94" fmla="*/ 4605 h 1193968"/>
                <a:gd name="connsiteX95" fmla="*/ 1862306 w 2704120"/>
                <a:gd name="connsiteY95" fmla="*/ 103590 h 1193968"/>
                <a:gd name="connsiteX96" fmla="*/ 1707305 w 2704120"/>
                <a:gd name="connsiteY96" fmla="*/ 103590 h 1193968"/>
                <a:gd name="connsiteX97" fmla="*/ 1707305 w 2704120"/>
                <a:gd name="connsiteY97" fmla="*/ 541735 h 1193968"/>
                <a:gd name="connsiteX98" fmla="*/ 1592206 w 2704120"/>
                <a:gd name="connsiteY98" fmla="*/ 541735 h 1193968"/>
                <a:gd name="connsiteX99" fmla="*/ 1592206 w 2704120"/>
                <a:gd name="connsiteY99" fmla="*/ 103590 h 1193968"/>
                <a:gd name="connsiteX100" fmla="*/ 1437204 w 2704120"/>
                <a:gd name="connsiteY100" fmla="*/ 103590 h 1193968"/>
                <a:gd name="connsiteX101" fmla="*/ 1437204 w 2704120"/>
                <a:gd name="connsiteY101" fmla="*/ 4605 h 1193968"/>
                <a:gd name="connsiteX102" fmla="*/ 1862306 w 2704120"/>
                <a:gd name="connsiteY102" fmla="*/ 4605 h 1193968"/>
                <a:gd name="connsiteX103" fmla="*/ 1390393 w 2704120"/>
                <a:gd name="connsiteY103" fmla="*/ 4605 h 1193968"/>
                <a:gd name="connsiteX104" fmla="*/ 1390393 w 2704120"/>
                <a:gd name="connsiteY104" fmla="*/ 541735 h 1193968"/>
                <a:gd name="connsiteX105" fmla="*/ 1275300 w 2704120"/>
                <a:gd name="connsiteY105" fmla="*/ 541735 h 1193968"/>
                <a:gd name="connsiteX106" fmla="*/ 1275300 w 2704120"/>
                <a:gd name="connsiteY106" fmla="*/ 4605 h 1193968"/>
                <a:gd name="connsiteX107" fmla="*/ 1390393 w 2704120"/>
                <a:gd name="connsiteY107" fmla="*/ 4605 h 1193968"/>
                <a:gd name="connsiteX108" fmla="*/ 817590 w 2704120"/>
                <a:gd name="connsiteY108" fmla="*/ 33763 h 1193968"/>
                <a:gd name="connsiteX109" fmla="*/ 959161 w 2704120"/>
                <a:gd name="connsiteY109" fmla="*/ 0 h 1193968"/>
                <a:gd name="connsiteX110" fmla="*/ 1073488 w 2704120"/>
                <a:gd name="connsiteY110" fmla="*/ 24557 h 1193968"/>
                <a:gd name="connsiteX111" fmla="*/ 1155210 w 2704120"/>
                <a:gd name="connsiteY111" fmla="*/ 93617 h 1193968"/>
                <a:gd name="connsiteX112" fmla="*/ 1193191 w 2704120"/>
                <a:gd name="connsiteY112" fmla="*/ 195672 h 1193968"/>
                <a:gd name="connsiteX113" fmla="*/ 1079628 w 2704120"/>
                <a:gd name="connsiteY113" fmla="*/ 195672 h 1193968"/>
                <a:gd name="connsiteX114" fmla="*/ 1036655 w 2704120"/>
                <a:gd name="connsiteY114" fmla="*/ 123923 h 1193968"/>
                <a:gd name="connsiteX115" fmla="*/ 956086 w 2704120"/>
                <a:gd name="connsiteY115" fmla="*/ 97455 h 1193968"/>
                <a:gd name="connsiteX116" fmla="*/ 878588 w 2704120"/>
                <a:gd name="connsiteY116" fmla="*/ 119704 h 1193968"/>
                <a:gd name="connsiteX117" fmla="*/ 827944 w 2704120"/>
                <a:gd name="connsiteY117" fmla="*/ 181856 h 1193968"/>
                <a:gd name="connsiteX118" fmla="*/ 810295 w 2704120"/>
                <a:gd name="connsiteY118" fmla="*/ 273170 h 1193968"/>
                <a:gd name="connsiteX119" fmla="*/ 849044 w 2704120"/>
                <a:gd name="connsiteY119" fmla="*/ 400545 h 1193968"/>
                <a:gd name="connsiteX120" fmla="*/ 956086 w 2704120"/>
                <a:gd name="connsiteY120" fmla="*/ 448886 h 1193968"/>
                <a:gd name="connsiteX121" fmla="*/ 1044330 w 2704120"/>
                <a:gd name="connsiteY121" fmla="*/ 421650 h 1193968"/>
                <a:gd name="connsiteX122" fmla="*/ 1090374 w 2704120"/>
                <a:gd name="connsiteY122" fmla="*/ 341463 h 1193968"/>
                <a:gd name="connsiteX123" fmla="*/ 1090374 w 2704120"/>
                <a:gd name="connsiteY123" fmla="*/ 334555 h 1193968"/>
                <a:gd name="connsiteX124" fmla="*/ 956854 w 2704120"/>
                <a:gd name="connsiteY124" fmla="*/ 334555 h 1193968"/>
                <a:gd name="connsiteX125" fmla="*/ 956854 w 2704120"/>
                <a:gd name="connsiteY125" fmla="*/ 243246 h 1193968"/>
                <a:gd name="connsiteX126" fmla="*/ 1197029 w 2704120"/>
                <a:gd name="connsiteY126" fmla="*/ 243246 h 1193968"/>
                <a:gd name="connsiteX127" fmla="*/ 1197029 w 2704120"/>
                <a:gd name="connsiteY127" fmla="*/ 541735 h 1193968"/>
                <a:gd name="connsiteX128" fmla="*/ 1117228 w 2704120"/>
                <a:gd name="connsiteY128" fmla="*/ 541735 h 1193968"/>
                <a:gd name="connsiteX129" fmla="*/ 1104947 w 2704120"/>
                <a:gd name="connsiteY129" fmla="*/ 474978 h 1193968"/>
                <a:gd name="connsiteX130" fmla="*/ 1041265 w 2704120"/>
                <a:gd name="connsiteY130" fmla="*/ 526389 h 1193968"/>
                <a:gd name="connsiteX131" fmla="*/ 948416 w 2704120"/>
                <a:gd name="connsiteY131" fmla="*/ 546341 h 1193968"/>
                <a:gd name="connsiteX132" fmla="*/ 814514 w 2704120"/>
                <a:gd name="connsiteY132" fmla="*/ 512578 h 1193968"/>
                <a:gd name="connsiteX133" fmla="*/ 724740 w 2704120"/>
                <a:gd name="connsiteY133" fmla="*/ 416663 h 1193968"/>
                <a:gd name="connsiteX134" fmla="*/ 692899 w 2704120"/>
                <a:gd name="connsiteY134" fmla="*/ 273170 h 1193968"/>
                <a:gd name="connsiteX135" fmla="*/ 725126 w 2704120"/>
                <a:gd name="connsiteY135" fmla="*/ 129296 h 1193968"/>
                <a:gd name="connsiteX136" fmla="*/ 817590 w 2704120"/>
                <a:gd name="connsiteY136" fmla="*/ 33763 h 1193968"/>
                <a:gd name="connsiteX137" fmla="*/ 633044 w 2704120"/>
                <a:gd name="connsiteY137" fmla="*/ 4605 h 1193968"/>
                <a:gd name="connsiteX138" fmla="*/ 633044 w 2704120"/>
                <a:gd name="connsiteY138" fmla="*/ 541735 h 1193968"/>
                <a:gd name="connsiteX139" fmla="*/ 517946 w 2704120"/>
                <a:gd name="connsiteY139" fmla="*/ 541735 h 1193968"/>
                <a:gd name="connsiteX140" fmla="*/ 517946 w 2704120"/>
                <a:gd name="connsiteY140" fmla="*/ 4605 h 1193968"/>
                <a:gd name="connsiteX141" fmla="*/ 633044 w 2704120"/>
                <a:gd name="connsiteY141" fmla="*/ 4605 h 1193968"/>
                <a:gd name="connsiteX142" fmla="*/ 186466 w 2704120"/>
                <a:gd name="connsiteY142" fmla="*/ 4605 h 1193968"/>
                <a:gd name="connsiteX143" fmla="*/ 328806 w 2704120"/>
                <a:gd name="connsiteY143" fmla="*/ 38754 h 1193968"/>
                <a:gd name="connsiteX144" fmla="*/ 423948 w 2704120"/>
                <a:gd name="connsiteY144" fmla="*/ 133901 h 1193968"/>
                <a:gd name="connsiteX145" fmla="*/ 457329 w 2704120"/>
                <a:gd name="connsiteY145" fmla="*/ 273170 h 1193968"/>
                <a:gd name="connsiteX146" fmla="*/ 423948 w 2704120"/>
                <a:gd name="connsiteY146" fmla="*/ 412439 h 1193968"/>
                <a:gd name="connsiteX147" fmla="*/ 328806 w 2704120"/>
                <a:gd name="connsiteY147" fmla="*/ 507586 h 1193968"/>
                <a:gd name="connsiteX148" fmla="*/ 186466 w 2704120"/>
                <a:gd name="connsiteY148" fmla="*/ 541735 h 1193968"/>
                <a:gd name="connsiteX149" fmla="*/ 0 w 2704120"/>
                <a:gd name="connsiteY149" fmla="*/ 541735 h 1193968"/>
                <a:gd name="connsiteX150" fmla="*/ 0 w 2704120"/>
                <a:gd name="connsiteY150" fmla="*/ 4605 h 1193968"/>
                <a:gd name="connsiteX151" fmla="*/ 186466 w 2704120"/>
                <a:gd name="connsiteY151" fmla="*/ 4605 h 1193968"/>
                <a:gd name="connsiteX152" fmla="*/ 299644 w 2704120"/>
                <a:gd name="connsiteY152" fmla="*/ 398628 h 1193968"/>
                <a:gd name="connsiteX153" fmla="*/ 339928 w 2704120"/>
                <a:gd name="connsiteY153" fmla="*/ 273170 h 1193968"/>
                <a:gd name="connsiteX154" fmla="*/ 299644 w 2704120"/>
                <a:gd name="connsiteY154" fmla="*/ 147712 h 1193968"/>
                <a:gd name="connsiteX155" fmla="*/ 186466 w 2704120"/>
                <a:gd name="connsiteY155" fmla="*/ 100520 h 1193968"/>
                <a:gd name="connsiteX156" fmla="*/ 115098 w 2704120"/>
                <a:gd name="connsiteY156" fmla="*/ 100520 h 1193968"/>
                <a:gd name="connsiteX157" fmla="*/ 115098 w 2704120"/>
                <a:gd name="connsiteY157" fmla="*/ 445816 h 1193968"/>
                <a:gd name="connsiteX158" fmla="*/ 186466 w 2704120"/>
                <a:gd name="connsiteY158" fmla="*/ 445816 h 1193968"/>
                <a:gd name="connsiteX159" fmla="*/ 299644 w 2704120"/>
                <a:gd name="connsiteY159" fmla="*/ 398628 h 1193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</a:cxnLst>
              <a:rect l="l" t="t" r="r" b="b"/>
              <a:pathLst>
                <a:path w="2704120" h="1193968">
                  <a:moveTo>
                    <a:pt x="2274092" y="656839"/>
                  </a:moveTo>
                  <a:lnTo>
                    <a:pt x="2394573" y="877063"/>
                  </a:lnTo>
                  <a:lnTo>
                    <a:pt x="2521145" y="656839"/>
                  </a:lnTo>
                  <a:lnTo>
                    <a:pt x="2649302" y="656839"/>
                  </a:lnTo>
                  <a:lnTo>
                    <a:pt x="2452115" y="994464"/>
                  </a:lnTo>
                  <a:lnTo>
                    <a:pt x="2452115" y="1193969"/>
                  </a:lnTo>
                  <a:lnTo>
                    <a:pt x="2336982" y="1193969"/>
                  </a:lnTo>
                  <a:lnTo>
                    <a:pt x="2336982" y="994464"/>
                  </a:lnTo>
                  <a:lnTo>
                    <a:pt x="2139794" y="656839"/>
                  </a:lnTo>
                  <a:lnTo>
                    <a:pt x="2274092" y="656839"/>
                  </a:lnTo>
                  <a:close/>
                  <a:moveTo>
                    <a:pt x="2125681" y="656839"/>
                  </a:moveTo>
                  <a:lnTo>
                    <a:pt x="2125681" y="755824"/>
                  </a:lnTo>
                  <a:lnTo>
                    <a:pt x="1970700" y="755824"/>
                  </a:lnTo>
                  <a:lnTo>
                    <a:pt x="1970700" y="1193969"/>
                  </a:lnTo>
                  <a:lnTo>
                    <a:pt x="1855601" y="1193969"/>
                  </a:lnTo>
                  <a:lnTo>
                    <a:pt x="1855601" y="755824"/>
                  </a:lnTo>
                  <a:lnTo>
                    <a:pt x="1700604" y="755824"/>
                  </a:lnTo>
                  <a:lnTo>
                    <a:pt x="1700604" y="656839"/>
                  </a:lnTo>
                  <a:lnTo>
                    <a:pt x="2125681" y="656839"/>
                  </a:lnTo>
                  <a:close/>
                  <a:moveTo>
                    <a:pt x="1564797" y="656839"/>
                  </a:moveTo>
                  <a:lnTo>
                    <a:pt x="1449703" y="656839"/>
                  </a:lnTo>
                  <a:lnTo>
                    <a:pt x="1449703" y="1193969"/>
                  </a:lnTo>
                  <a:lnTo>
                    <a:pt x="1793538" y="1193969"/>
                  </a:lnTo>
                  <a:lnTo>
                    <a:pt x="1793538" y="1094984"/>
                  </a:lnTo>
                  <a:lnTo>
                    <a:pt x="1564797" y="1094984"/>
                  </a:lnTo>
                  <a:lnTo>
                    <a:pt x="1564797" y="656839"/>
                  </a:lnTo>
                  <a:close/>
                  <a:moveTo>
                    <a:pt x="1080603" y="656839"/>
                  </a:moveTo>
                  <a:lnTo>
                    <a:pt x="1218724" y="656839"/>
                  </a:lnTo>
                  <a:lnTo>
                    <a:pt x="1413623" y="1193969"/>
                  </a:lnTo>
                  <a:lnTo>
                    <a:pt x="1290087" y="1193969"/>
                  </a:lnTo>
                  <a:lnTo>
                    <a:pt x="1248648" y="1076567"/>
                  </a:lnTo>
                  <a:lnTo>
                    <a:pt x="1044543" y="1076567"/>
                  </a:lnTo>
                  <a:lnTo>
                    <a:pt x="1003105" y="1193969"/>
                  </a:lnTo>
                  <a:lnTo>
                    <a:pt x="884169" y="1193969"/>
                  </a:lnTo>
                  <a:lnTo>
                    <a:pt x="1080603" y="656839"/>
                  </a:lnTo>
                  <a:close/>
                  <a:moveTo>
                    <a:pt x="1217189" y="983723"/>
                  </a:moveTo>
                  <a:lnTo>
                    <a:pt x="1145826" y="779613"/>
                  </a:lnTo>
                  <a:lnTo>
                    <a:pt x="1075235" y="983723"/>
                  </a:lnTo>
                  <a:lnTo>
                    <a:pt x="1217189" y="983723"/>
                  </a:lnTo>
                  <a:close/>
                  <a:moveTo>
                    <a:pt x="844830" y="656839"/>
                  </a:moveTo>
                  <a:lnTo>
                    <a:pt x="844830" y="755824"/>
                  </a:lnTo>
                  <a:lnTo>
                    <a:pt x="599287" y="755824"/>
                  </a:lnTo>
                  <a:lnTo>
                    <a:pt x="599287" y="876295"/>
                  </a:lnTo>
                  <a:lnTo>
                    <a:pt x="798792" y="876295"/>
                  </a:lnTo>
                  <a:lnTo>
                    <a:pt x="798792" y="970675"/>
                  </a:lnTo>
                  <a:lnTo>
                    <a:pt x="599287" y="970675"/>
                  </a:lnTo>
                  <a:lnTo>
                    <a:pt x="599287" y="1094984"/>
                  </a:lnTo>
                  <a:lnTo>
                    <a:pt x="853273" y="1094984"/>
                  </a:lnTo>
                  <a:lnTo>
                    <a:pt x="853273" y="1193969"/>
                  </a:lnTo>
                  <a:lnTo>
                    <a:pt x="484188" y="1193969"/>
                  </a:lnTo>
                  <a:lnTo>
                    <a:pt x="484188" y="656839"/>
                  </a:lnTo>
                  <a:lnTo>
                    <a:pt x="844830" y="656839"/>
                  </a:lnTo>
                  <a:close/>
                  <a:moveTo>
                    <a:pt x="321898" y="678707"/>
                  </a:moveTo>
                  <a:cubicBezTo>
                    <a:pt x="351822" y="693290"/>
                    <a:pt x="374968" y="714133"/>
                    <a:pt x="391339" y="741245"/>
                  </a:cubicBezTo>
                  <a:cubicBezTo>
                    <a:pt x="407710" y="768357"/>
                    <a:pt x="415891" y="799817"/>
                    <a:pt x="415891" y="835630"/>
                  </a:cubicBezTo>
                  <a:cubicBezTo>
                    <a:pt x="415891" y="869897"/>
                    <a:pt x="407710" y="900208"/>
                    <a:pt x="391339" y="926553"/>
                  </a:cubicBezTo>
                  <a:cubicBezTo>
                    <a:pt x="374968" y="952902"/>
                    <a:pt x="352461" y="972977"/>
                    <a:pt x="323814" y="986788"/>
                  </a:cubicBezTo>
                  <a:lnTo>
                    <a:pt x="429702" y="1193969"/>
                  </a:lnTo>
                  <a:lnTo>
                    <a:pt x="302327" y="1193969"/>
                  </a:lnTo>
                  <a:lnTo>
                    <a:pt x="212548" y="1013648"/>
                  </a:lnTo>
                  <a:lnTo>
                    <a:pt x="115098" y="1013648"/>
                  </a:lnTo>
                  <a:lnTo>
                    <a:pt x="115098" y="1193969"/>
                  </a:lnTo>
                  <a:lnTo>
                    <a:pt x="0" y="1193969"/>
                  </a:lnTo>
                  <a:lnTo>
                    <a:pt x="0" y="656839"/>
                  </a:lnTo>
                  <a:lnTo>
                    <a:pt x="218689" y="656839"/>
                  </a:lnTo>
                  <a:cubicBezTo>
                    <a:pt x="257567" y="656839"/>
                    <a:pt x="291973" y="664128"/>
                    <a:pt x="321898" y="678707"/>
                  </a:cubicBezTo>
                  <a:close/>
                  <a:moveTo>
                    <a:pt x="209483" y="917728"/>
                  </a:moveTo>
                  <a:cubicBezTo>
                    <a:pt x="236595" y="917728"/>
                    <a:pt x="258206" y="910315"/>
                    <a:pt x="274319" y="895479"/>
                  </a:cubicBezTo>
                  <a:cubicBezTo>
                    <a:pt x="290438" y="880643"/>
                    <a:pt x="298495" y="860691"/>
                    <a:pt x="298495" y="835630"/>
                  </a:cubicBezTo>
                  <a:cubicBezTo>
                    <a:pt x="298495" y="810048"/>
                    <a:pt x="290438" y="789844"/>
                    <a:pt x="274319" y="775008"/>
                  </a:cubicBezTo>
                  <a:cubicBezTo>
                    <a:pt x="258206" y="760172"/>
                    <a:pt x="236595" y="752753"/>
                    <a:pt x="209483" y="752753"/>
                  </a:cubicBezTo>
                  <a:lnTo>
                    <a:pt x="115098" y="752753"/>
                  </a:lnTo>
                  <a:lnTo>
                    <a:pt x="115098" y="917728"/>
                  </a:lnTo>
                  <a:lnTo>
                    <a:pt x="209483" y="917728"/>
                  </a:lnTo>
                  <a:close/>
                  <a:moveTo>
                    <a:pt x="2475389" y="442750"/>
                  </a:moveTo>
                  <a:lnTo>
                    <a:pt x="2475389" y="4605"/>
                  </a:lnTo>
                  <a:lnTo>
                    <a:pt x="2360306" y="4605"/>
                  </a:lnTo>
                  <a:lnTo>
                    <a:pt x="2360306" y="541735"/>
                  </a:lnTo>
                  <a:lnTo>
                    <a:pt x="2704120" y="541735"/>
                  </a:lnTo>
                  <a:lnTo>
                    <a:pt x="2704120" y="442750"/>
                  </a:lnTo>
                  <a:lnTo>
                    <a:pt x="2475389" y="442750"/>
                  </a:lnTo>
                  <a:close/>
                  <a:moveTo>
                    <a:pt x="1991211" y="4605"/>
                  </a:moveTo>
                  <a:lnTo>
                    <a:pt x="2129346" y="4605"/>
                  </a:lnTo>
                  <a:lnTo>
                    <a:pt x="2324255" y="541735"/>
                  </a:lnTo>
                  <a:lnTo>
                    <a:pt x="2200704" y="541735"/>
                  </a:lnTo>
                  <a:lnTo>
                    <a:pt x="2159256" y="424334"/>
                  </a:lnTo>
                  <a:lnTo>
                    <a:pt x="1955150" y="424334"/>
                  </a:lnTo>
                  <a:lnTo>
                    <a:pt x="1913712" y="541735"/>
                  </a:lnTo>
                  <a:lnTo>
                    <a:pt x="1794776" y="541735"/>
                  </a:lnTo>
                  <a:lnTo>
                    <a:pt x="1991211" y="4605"/>
                  </a:lnTo>
                  <a:close/>
                  <a:moveTo>
                    <a:pt x="2127811" y="331485"/>
                  </a:moveTo>
                  <a:lnTo>
                    <a:pt x="2056453" y="127379"/>
                  </a:lnTo>
                  <a:lnTo>
                    <a:pt x="1985843" y="331485"/>
                  </a:lnTo>
                  <a:lnTo>
                    <a:pt x="2127811" y="331485"/>
                  </a:lnTo>
                  <a:close/>
                  <a:moveTo>
                    <a:pt x="1862306" y="4605"/>
                  </a:moveTo>
                  <a:lnTo>
                    <a:pt x="1862306" y="103590"/>
                  </a:lnTo>
                  <a:lnTo>
                    <a:pt x="1707305" y="103590"/>
                  </a:lnTo>
                  <a:lnTo>
                    <a:pt x="1707305" y="541735"/>
                  </a:lnTo>
                  <a:lnTo>
                    <a:pt x="1592206" y="541735"/>
                  </a:lnTo>
                  <a:lnTo>
                    <a:pt x="1592206" y="103590"/>
                  </a:lnTo>
                  <a:lnTo>
                    <a:pt x="1437204" y="103590"/>
                  </a:lnTo>
                  <a:lnTo>
                    <a:pt x="1437204" y="4605"/>
                  </a:lnTo>
                  <a:lnTo>
                    <a:pt x="1862306" y="4605"/>
                  </a:lnTo>
                  <a:close/>
                  <a:moveTo>
                    <a:pt x="1390393" y="4605"/>
                  </a:moveTo>
                  <a:lnTo>
                    <a:pt x="1390393" y="541735"/>
                  </a:lnTo>
                  <a:lnTo>
                    <a:pt x="1275300" y="541735"/>
                  </a:lnTo>
                  <a:lnTo>
                    <a:pt x="1275300" y="4605"/>
                  </a:lnTo>
                  <a:lnTo>
                    <a:pt x="1390393" y="4605"/>
                  </a:lnTo>
                  <a:close/>
                  <a:moveTo>
                    <a:pt x="817590" y="33763"/>
                  </a:moveTo>
                  <a:cubicBezTo>
                    <a:pt x="857740" y="11256"/>
                    <a:pt x="904932" y="0"/>
                    <a:pt x="959161" y="0"/>
                  </a:cubicBezTo>
                  <a:cubicBezTo>
                    <a:pt x="1001620" y="0"/>
                    <a:pt x="1039730" y="8186"/>
                    <a:pt x="1073488" y="24557"/>
                  </a:cubicBezTo>
                  <a:cubicBezTo>
                    <a:pt x="1107255" y="40923"/>
                    <a:pt x="1134491" y="63945"/>
                    <a:pt x="1155210" y="93617"/>
                  </a:cubicBezTo>
                  <a:cubicBezTo>
                    <a:pt x="1175929" y="123284"/>
                    <a:pt x="1188591" y="157304"/>
                    <a:pt x="1193191" y="195672"/>
                  </a:cubicBezTo>
                  <a:lnTo>
                    <a:pt x="1079628" y="195672"/>
                  </a:lnTo>
                  <a:cubicBezTo>
                    <a:pt x="1072462" y="165485"/>
                    <a:pt x="1058146" y="141572"/>
                    <a:pt x="1036655" y="123923"/>
                  </a:cubicBezTo>
                  <a:cubicBezTo>
                    <a:pt x="1015173" y="106274"/>
                    <a:pt x="988318" y="97455"/>
                    <a:pt x="956086" y="97455"/>
                  </a:cubicBezTo>
                  <a:cubicBezTo>
                    <a:pt x="926419" y="97455"/>
                    <a:pt x="900585" y="104868"/>
                    <a:pt x="878588" y="119704"/>
                  </a:cubicBezTo>
                  <a:cubicBezTo>
                    <a:pt x="856591" y="134540"/>
                    <a:pt x="839710" y="155259"/>
                    <a:pt x="827944" y="181856"/>
                  </a:cubicBezTo>
                  <a:cubicBezTo>
                    <a:pt x="816178" y="208458"/>
                    <a:pt x="810295" y="238898"/>
                    <a:pt x="810295" y="273170"/>
                  </a:cubicBezTo>
                  <a:cubicBezTo>
                    <a:pt x="810295" y="325859"/>
                    <a:pt x="823215" y="368317"/>
                    <a:pt x="849044" y="400545"/>
                  </a:cubicBezTo>
                  <a:cubicBezTo>
                    <a:pt x="874879" y="432772"/>
                    <a:pt x="910563" y="448886"/>
                    <a:pt x="956086" y="448886"/>
                  </a:cubicBezTo>
                  <a:cubicBezTo>
                    <a:pt x="989339" y="448886"/>
                    <a:pt x="1018753" y="439809"/>
                    <a:pt x="1044330" y="421650"/>
                  </a:cubicBezTo>
                  <a:cubicBezTo>
                    <a:pt x="1069912" y="403486"/>
                    <a:pt x="1085253" y="376756"/>
                    <a:pt x="1090374" y="341463"/>
                  </a:cubicBezTo>
                  <a:lnTo>
                    <a:pt x="1090374" y="334555"/>
                  </a:lnTo>
                  <a:lnTo>
                    <a:pt x="956854" y="334555"/>
                  </a:lnTo>
                  <a:lnTo>
                    <a:pt x="956854" y="243246"/>
                  </a:lnTo>
                  <a:lnTo>
                    <a:pt x="1197029" y="243246"/>
                  </a:lnTo>
                  <a:lnTo>
                    <a:pt x="1197029" y="541735"/>
                  </a:lnTo>
                  <a:lnTo>
                    <a:pt x="1117228" y="541735"/>
                  </a:lnTo>
                  <a:lnTo>
                    <a:pt x="1104947" y="474978"/>
                  </a:lnTo>
                  <a:cubicBezTo>
                    <a:pt x="1089096" y="495949"/>
                    <a:pt x="1067862" y="513088"/>
                    <a:pt x="1041265" y="526389"/>
                  </a:cubicBezTo>
                  <a:cubicBezTo>
                    <a:pt x="1014663" y="539690"/>
                    <a:pt x="983713" y="546341"/>
                    <a:pt x="948416" y="546341"/>
                  </a:cubicBezTo>
                  <a:cubicBezTo>
                    <a:pt x="897772" y="546341"/>
                    <a:pt x="853140" y="535085"/>
                    <a:pt x="814514" y="512578"/>
                  </a:cubicBezTo>
                  <a:cubicBezTo>
                    <a:pt x="775894" y="490066"/>
                    <a:pt x="745969" y="458097"/>
                    <a:pt x="724740" y="416663"/>
                  </a:cubicBezTo>
                  <a:cubicBezTo>
                    <a:pt x="703511" y="375225"/>
                    <a:pt x="692899" y="327394"/>
                    <a:pt x="692899" y="273170"/>
                  </a:cubicBezTo>
                  <a:cubicBezTo>
                    <a:pt x="692899" y="218436"/>
                    <a:pt x="703640" y="170476"/>
                    <a:pt x="725126" y="129296"/>
                  </a:cubicBezTo>
                  <a:cubicBezTo>
                    <a:pt x="746608" y="88115"/>
                    <a:pt x="777429" y="56269"/>
                    <a:pt x="817590" y="33763"/>
                  </a:cubicBezTo>
                  <a:close/>
                  <a:moveTo>
                    <a:pt x="633044" y="4605"/>
                  </a:moveTo>
                  <a:lnTo>
                    <a:pt x="633044" y="541735"/>
                  </a:lnTo>
                  <a:lnTo>
                    <a:pt x="517946" y="541735"/>
                  </a:lnTo>
                  <a:lnTo>
                    <a:pt x="517946" y="4605"/>
                  </a:lnTo>
                  <a:lnTo>
                    <a:pt x="633044" y="4605"/>
                  </a:lnTo>
                  <a:close/>
                  <a:moveTo>
                    <a:pt x="186466" y="4605"/>
                  </a:moveTo>
                  <a:cubicBezTo>
                    <a:pt x="240175" y="4605"/>
                    <a:pt x="287620" y="15985"/>
                    <a:pt x="328806" y="38754"/>
                  </a:cubicBezTo>
                  <a:cubicBezTo>
                    <a:pt x="369981" y="61513"/>
                    <a:pt x="401699" y="93231"/>
                    <a:pt x="423948" y="133901"/>
                  </a:cubicBezTo>
                  <a:cubicBezTo>
                    <a:pt x="446207" y="174567"/>
                    <a:pt x="457329" y="220991"/>
                    <a:pt x="457329" y="273170"/>
                  </a:cubicBezTo>
                  <a:cubicBezTo>
                    <a:pt x="457329" y="325349"/>
                    <a:pt x="446207" y="371769"/>
                    <a:pt x="423948" y="412439"/>
                  </a:cubicBezTo>
                  <a:cubicBezTo>
                    <a:pt x="401699" y="453110"/>
                    <a:pt x="369981" y="484822"/>
                    <a:pt x="328806" y="507586"/>
                  </a:cubicBezTo>
                  <a:cubicBezTo>
                    <a:pt x="287620" y="530351"/>
                    <a:pt x="240175" y="541735"/>
                    <a:pt x="186466" y="541735"/>
                  </a:cubicBezTo>
                  <a:lnTo>
                    <a:pt x="0" y="541735"/>
                  </a:lnTo>
                  <a:lnTo>
                    <a:pt x="0" y="4605"/>
                  </a:lnTo>
                  <a:lnTo>
                    <a:pt x="186466" y="4605"/>
                  </a:lnTo>
                  <a:close/>
                  <a:moveTo>
                    <a:pt x="299644" y="398628"/>
                  </a:moveTo>
                  <a:cubicBezTo>
                    <a:pt x="326498" y="367169"/>
                    <a:pt x="339928" y="325349"/>
                    <a:pt x="339928" y="273170"/>
                  </a:cubicBezTo>
                  <a:cubicBezTo>
                    <a:pt x="339928" y="220991"/>
                    <a:pt x="326498" y="179172"/>
                    <a:pt x="299644" y="147712"/>
                  </a:cubicBezTo>
                  <a:cubicBezTo>
                    <a:pt x="272789" y="116252"/>
                    <a:pt x="235060" y="100520"/>
                    <a:pt x="186466" y="100520"/>
                  </a:cubicBezTo>
                  <a:lnTo>
                    <a:pt x="115098" y="100520"/>
                  </a:lnTo>
                  <a:lnTo>
                    <a:pt x="115098" y="445816"/>
                  </a:lnTo>
                  <a:lnTo>
                    <a:pt x="186466" y="445816"/>
                  </a:lnTo>
                  <a:cubicBezTo>
                    <a:pt x="235060" y="445816"/>
                    <a:pt x="272789" y="430088"/>
                    <a:pt x="299644" y="398628"/>
                  </a:cubicBezTo>
                  <a:close/>
                </a:path>
              </a:pathLst>
            </a:custGeom>
            <a:solidFill>
              <a:srgbClr val="000000"/>
            </a:solidFill>
            <a:ln w="49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>
                <a:latin typeface="Arial" panose="020B0604020202020204" pitchFamily="34" charset="0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5763078-2732-68C0-E57A-A09ED0DAE1D3}"/>
                </a:ext>
              </a:extLst>
            </p:cNvPr>
            <p:cNvSpPr/>
            <p:nvPr/>
          </p:nvSpPr>
          <p:spPr>
            <a:xfrm>
              <a:off x="3043994" y="-2581296"/>
              <a:ext cx="1782707" cy="1782707"/>
            </a:xfrm>
            <a:custGeom>
              <a:avLst/>
              <a:gdLst>
                <a:gd name="connsiteX0" fmla="*/ 1188472 w 1782707"/>
                <a:gd name="connsiteY0" fmla="*/ 1782708 h 1782707"/>
                <a:gd name="connsiteX1" fmla="*/ 1188472 w 1782707"/>
                <a:gd name="connsiteY1" fmla="*/ 1559870 h 1782707"/>
                <a:gd name="connsiteX2" fmla="*/ 1559870 w 1782707"/>
                <a:gd name="connsiteY2" fmla="*/ 1188472 h 1782707"/>
                <a:gd name="connsiteX3" fmla="*/ 1782708 w 1782707"/>
                <a:gd name="connsiteY3" fmla="*/ 1188472 h 1782707"/>
                <a:gd name="connsiteX4" fmla="*/ 1188472 w 1782707"/>
                <a:gd name="connsiteY4" fmla="*/ 1782708 h 1782707"/>
                <a:gd name="connsiteX5" fmla="*/ 1188472 w 1782707"/>
                <a:gd name="connsiteY5" fmla="*/ 0 h 1782707"/>
                <a:gd name="connsiteX6" fmla="*/ 1188472 w 1782707"/>
                <a:gd name="connsiteY6" fmla="*/ 222839 h 1782707"/>
                <a:gd name="connsiteX7" fmla="*/ 1559870 w 1782707"/>
                <a:gd name="connsiteY7" fmla="*/ 594236 h 1782707"/>
                <a:gd name="connsiteX8" fmla="*/ 1782708 w 1782707"/>
                <a:gd name="connsiteY8" fmla="*/ 594236 h 1782707"/>
                <a:gd name="connsiteX9" fmla="*/ 1188472 w 1782707"/>
                <a:gd name="connsiteY9" fmla="*/ 0 h 1782707"/>
                <a:gd name="connsiteX10" fmla="*/ 594236 w 1782707"/>
                <a:gd name="connsiteY10" fmla="*/ 1559870 h 1782707"/>
                <a:gd name="connsiteX11" fmla="*/ 222839 w 1782707"/>
                <a:gd name="connsiteY11" fmla="*/ 1559870 h 1782707"/>
                <a:gd name="connsiteX12" fmla="*/ 222839 w 1782707"/>
                <a:gd name="connsiteY12" fmla="*/ 1188472 h 1782707"/>
                <a:gd name="connsiteX13" fmla="*/ 0 w 1782707"/>
                <a:gd name="connsiteY13" fmla="*/ 1188472 h 1782707"/>
                <a:gd name="connsiteX14" fmla="*/ 0 w 1782707"/>
                <a:gd name="connsiteY14" fmla="*/ 1782708 h 1782707"/>
                <a:gd name="connsiteX15" fmla="*/ 594236 w 1782707"/>
                <a:gd name="connsiteY15" fmla="*/ 1782708 h 1782707"/>
                <a:gd name="connsiteX16" fmla="*/ 594236 w 1782707"/>
                <a:gd name="connsiteY16" fmla="*/ 1559870 h 1782707"/>
                <a:gd name="connsiteX17" fmla="*/ 222839 w 1782707"/>
                <a:gd name="connsiteY17" fmla="*/ 222839 h 1782707"/>
                <a:gd name="connsiteX18" fmla="*/ 594236 w 1782707"/>
                <a:gd name="connsiteY18" fmla="*/ 222839 h 1782707"/>
                <a:gd name="connsiteX19" fmla="*/ 594236 w 1782707"/>
                <a:gd name="connsiteY19" fmla="*/ 0 h 1782707"/>
                <a:gd name="connsiteX20" fmla="*/ 0 w 1782707"/>
                <a:gd name="connsiteY20" fmla="*/ 0 h 1782707"/>
                <a:gd name="connsiteX21" fmla="*/ 0 w 1782707"/>
                <a:gd name="connsiteY21" fmla="*/ 594236 h 1782707"/>
                <a:gd name="connsiteX22" fmla="*/ 222839 w 1782707"/>
                <a:gd name="connsiteY22" fmla="*/ 594236 h 1782707"/>
                <a:gd name="connsiteX23" fmla="*/ 222839 w 1782707"/>
                <a:gd name="connsiteY23" fmla="*/ 222839 h 17827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782707" h="1782707">
                  <a:moveTo>
                    <a:pt x="1188472" y="1782708"/>
                  </a:moveTo>
                  <a:lnTo>
                    <a:pt x="1188472" y="1559870"/>
                  </a:lnTo>
                  <a:cubicBezTo>
                    <a:pt x="1393261" y="1559870"/>
                    <a:pt x="1559870" y="1393261"/>
                    <a:pt x="1559870" y="1188472"/>
                  </a:cubicBezTo>
                  <a:lnTo>
                    <a:pt x="1782708" y="1188472"/>
                  </a:lnTo>
                  <a:cubicBezTo>
                    <a:pt x="1782708" y="1516134"/>
                    <a:pt x="1516134" y="1782708"/>
                    <a:pt x="1188472" y="1782708"/>
                  </a:cubicBezTo>
                  <a:close/>
                  <a:moveTo>
                    <a:pt x="1188472" y="0"/>
                  </a:moveTo>
                  <a:lnTo>
                    <a:pt x="1188472" y="222839"/>
                  </a:lnTo>
                  <a:cubicBezTo>
                    <a:pt x="1393261" y="222839"/>
                    <a:pt x="1559870" y="389447"/>
                    <a:pt x="1559870" y="594236"/>
                  </a:cubicBezTo>
                  <a:lnTo>
                    <a:pt x="1782708" y="594236"/>
                  </a:lnTo>
                  <a:cubicBezTo>
                    <a:pt x="1782708" y="266574"/>
                    <a:pt x="1516134" y="0"/>
                    <a:pt x="1188472" y="0"/>
                  </a:cubicBezTo>
                  <a:close/>
                  <a:moveTo>
                    <a:pt x="594236" y="1559870"/>
                  </a:moveTo>
                  <a:lnTo>
                    <a:pt x="222839" y="1559870"/>
                  </a:lnTo>
                  <a:lnTo>
                    <a:pt x="222839" y="1188472"/>
                  </a:lnTo>
                  <a:lnTo>
                    <a:pt x="0" y="1188472"/>
                  </a:lnTo>
                  <a:lnTo>
                    <a:pt x="0" y="1782708"/>
                  </a:lnTo>
                  <a:lnTo>
                    <a:pt x="594236" y="1782708"/>
                  </a:lnTo>
                  <a:lnTo>
                    <a:pt x="594236" y="1559870"/>
                  </a:lnTo>
                  <a:close/>
                  <a:moveTo>
                    <a:pt x="222839" y="222839"/>
                  </a:moveTo>
                  <a:lnTo>
                    <a:pt x="594236" y="222839"/>
                  </a:lnTo>
                  <a:lnTo>
                    <a:pt x="594236" y="0"/>
                  </a:lnTo>
                  <a:lnTo>
                    <a:pt x="0" y="0"/>
                  </a:lnTo>
                  <a:lnTo>
                    <a:pt x="0" y="594236"/>
                  </a:lnTo>
                  <a:lnTo>
                    <a:pt x="222839" y="594236"/>
                  </a:lnTo>
                  <a:lnTo>
                    <a:pt x="222839" y="222839"/>
                  </a:lnTo>
                  <a:close/>
                </a:path>
              </a:pathLst>
            </a:custGeom>
            <a:solidFill>
              <a:srgbClr val="000000"/>
            </a:solidFill>
            <a:ln w="49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>
                <a:latin typeface="Arial" panose="020B0604020202020204" pitchFamily="34" charset="0"/>
              </a:endParaRPr>
            </a:p>
          </p:txBody>
        </p:sp>
      </p:grp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B3ACBBC3-3CDE-D7AA-C721-58307E42E02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385938" y="1"/>
            <a:ext cx="3126367" cy="2055137"/>
          </a:xfrm>
          <a:custGeom>
            <a:avLst/>
            <a:gdLst>
              <a:gd name="connsiteX0" fmla="*/ 188439 w 3126367"/>
              <a:gd name="connsiteY0" fmla="*/ 0 h 2055137"/>
              <a:gd name="connsiteX1" fmla="*/ 3068477 w 3126367"/>
              <a:gd name="connsiteY1" fmla="*/ 0 h 2055137"/>
              <a:gd name="connsiteX2" fmla="*/ 3126367 w 3126367"/>
              <a:gd name="connsiteY2" fmla="*/ 156540 h 2055137"/>
              <a:gd name="connsiteX3" fmla="*/ 2943345 w 3126367"/>
              <a:gd name="connsiteY3" fmla="*/ 960056 h 2055137"/>
              <a:gd name="connsiteX4" fmla="*/ 1544246 w 3126367"/>
              <a:gd name="connsiteY4" fmla="*/ 715900 h 2055137"/>
              <a:gd name="connsiteX5" fmla="*/ 1239210 w 3126367"/>
              <a:gd name="connsiteY5" fmla="*/ 2055137 h 2055137"/>
              <a:gd name="connsiteX6" fmla="*/ 399852 w 3126367"/>
              <a:gd name="connsiteY6" fmla="*/ 1908592 h 2055137"/>
              <a:gd name="connsiteX7" fmla="*/ 0 w 3126367"/>
              <a:gd name="connsiteY7" fmla="*/ 827366 h 2055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26367" h="2055137">
                <a:moveTo>
                  <a:pt x="188439" y="0"/>
                </a:moveTo>
                <a:lnTo>
                  <a:pt x="3068477" y="0"/>
                </a:lnTo>
                <a:lnTo>
                  <a:pt x="3126367" y="156540"/>
                </a:lnTo>
                <a:lnTo>
                  <a:pt x="2943345" y="960056"/>
                </a:lnTo>
                <a:lnTo>
                  <a:pt x="1544246" y="715900"/>
                </a:lnTo>
                <a:lnTo>
                  <a:pt x="1239210" y="2055137"/>
                </a:lnTo>
                <a:lnTo>
                  <a:pt x="399852" y="1908592"/>
                </a:lnTo>
                <a:lnTo>
                  <a:pt x="0" y="827366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22AE4DA1-B9CF-AE68-27B3-6D6AD7AC339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27182" y="3771854"/>
            <a:ext cx="2821331" cy="3086145"/>
          </a:xfrm>
          <a:custGeom>
            <a:avLst/>
            <a:gdLst>
              <a:gd name="connsiteX0" fmla="*/ 488058 w 2821331"/>
              <a:gd name="connsiteY0" fmla="*/ 0 h 3086145"/>
              <a:gd name="connsiteX1" fmla="*/ 1327543 w 2821331"/>
              <a:gd name="connsiteY1" fmla="*/ 146544 h 3086145"/>
              <a:gd name="connsiteX2" fmla="*/ 1727395 w 2821331"/>
              <a:gd name="connsiteY2" fmla="*/ 1227771 h 3086145"/>
              <a:gd name="connsiteX3" fmla="*/ 1643891 w 2821331"/>
              <a:gd name="connsiteY3" fmla="*/ 1594323 h 3086145"/>
              <a:gd name="connsiteX4" fmla="*/ 2421479 w 2821331"/>
              <a:gd name="connsiteY4" fmla="*/ 1730191 h 3086145"/>
              <a:gd name="connsiteX5" fmla="*/ 2821331 w 2821331"/>
              <a:gd name="connsiteY5" fmla="*/ 2811291 h 3086145"/>
              <a:gd name="connsiteX6" fmla="*/ 2758736 w 2821331"/>
              <a:gd name="connsiteY6" fmla="*/ 3086145 h 3086145"/>
              <a:gd name="connsiteX7" fmla="*/ 348832 w 2821331"/>
              <a:gd name="connsiteY7" fmla="*/ 3086145 h 3086145"/>
              <a:gd name="connsiteX8" fmla="*/ 0 w 2821331"/>
              <a:gd name="connsiteY8" fmla="*/ 2142880 h 3086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821331" h="3086145">
                <a:moveTo>
                  <a:pt x="488058" y="0"/>
                </a:moveTo>
                <a:lnTo>
                  <a:pt x="1327543" y="146544"/>
                </a:lnTo>
                <a:lnTo>
                  <a:pt x="1727395" y="1227771"/>
                </a:lnTo>
                <a:lnTo>
                  <a:pt x="1643891" y="1594323"/>
                </a:lnTo>
                <a:lnTo>
                  <a:pt x="2421479" y="1730191"/>
                </a:lnTo>
                <a:lnTo>
                  <a:pt x="2821331" y="2811291"/>
                </a:lnTo>
                <a:lnTo>
                  <a:pt x="2758736" y="3086145"/>
                </a:lnTo>
                <a:lnTo>
                  <a:pt x="348832" y="3086145"/>
                </a:lnTo>
                <a:lnTo>
                  <a:pt x="0" y="214288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3E92AC98-A729-C94B-CFD0-F87193FEAC2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005086" y="0"/>
            <a:ext cx="2385891" cy="3227239"/>
          </a:xfrm>
          <a:custGeom>
            <a:avLst/>
            <a:gdLst>
              <a:gd name="connsiteX0" fmla="*/ 94728 w 2385891"/>
              <a:gd name="connsiteY0" fmla="*/ 0 h 3227239"/>
              <a:gd name="connsiteX1" fmla="*/ 1113645 w 2385891"/>
              <a:gd name="connsiteY1" fmla="*/ 0 h 3227239"/>
              <a:gd name="connsiteX2" fmla="*/ 1147699 w 2385891"/>
              <a:gd name="connsiteY2" fmla="*/ 24866 h 3227239"/>
              <a:gd name="connsiteX3" fmla="*/ 1190149 w 2385891"/>
              <a:gd name="connsiteY3" fmla="*/ 57531 h 3227239"/>
              <a:gd name="connsiteX4" fmla="*/ 1231583 w 2385891"/>
              <a:gd name="connsiteY4" fmla="*/ 90958 h 3227239"/>
              <a:gd name="connsiteX5" fmla="*/ 1272128 w 2385891"/>
              <a:gd name="connsiteY5" fmla="*/ 125528 h 3227239"/>
              <a:gd name="connsiteX6" fmla="*/ 1311655 w 2385891"/>
              <a:gd name="connsiteY6" fmla="*/ 160862 h 3227239"/>
              <a:gd name="connsiteX7" fmla="*/ 1350166 w 2385891"/>
              <a:gd name="connsiteY7" fmla="*/ 197212 h 3227239"/>
              <a:gd name="connsiteX8" fmla="*/ 1387787 w 2385891"/>
              <a:gd name="connsiteY8" fmla="*/ 234325 h 3227239"/>
              <a:gd name="connsiteX9" fmla="*/ 1424391 w 2385891"/>
              <a:gd name="connsiteY9" fmla="*/ 272327 h 3227239"/>
              <a:gd name="connsiteX10" fmla="*/ 1459852 w 2385891"/>
              <a:gd name="connsiteY10" fmla="*/ 311092 h 3227239"/>
              <a:gd name="connsiteX11" fmla="*/ 1494423 w 2385891"/>
              <a:gd name="connsiteY11" fmla="*/ 350747 h 3227239"/>
              <a:gd name="connsiteX12" fmla="*/ 1527977 w 2385891"/>
              <a:gd name="connsiteY12" fmla="*/ 391164 h 3227239"/>
              <a:gd name="connsiteX13" fmla="*/ 1560387 w 2385891"/>
              <a:gd name="connsiteY13" fmla="*/ 432344 h 3227239"/>
              <a:gd name="connsiteX14" fmla="*/ 1591653 w 2385891"/>
              <a:gd name="connsiteY14" fmla="*/ 474287 h 3227239"/>
              <a:gd name="connsiteX15" fmla="*/ 1621903 w 2385891"/>
              <a:gd name="connsiteY15" fmla="*/ 516864 h 3227239"/>
              <a:gd name="connsiteX16" fmla="*/ 1651135 w 2385891"/>
              <a:gd name="connsiteY16" fmla="*/ 560205 h 3227239"/>
              <a:gd name="connsiteX17" fmla="*/ 1679097 w 2385891"/>
              <a:gd name="connsiteY17" fmla="*/ 604308 h 3227239"/>
              <a:gd name="connsiteX18" fmla="*/ 1706042 w 2385891"/>
              <a:gd name="connsiteY18" fmla="*/ 649047 h 3227239"/>
              <a:gd name="connsiteX19" fmla="*/ 1731842 w 2385891"/>
              <a:gd name="connsiteY19" fmla="*/ 694421 h 3227239"/>
              <a:gd name="connsiteX20" fmla="*/ 1756500 w 2385891"/>
              <a:gd name="connsiteY20" fmla="*/ 740431 h 3227239"/>
              <a:gd name="connsiteX21" fmla="*/ 1779886 w 2385891"/>
              <a:gd name="connsiteY21" fmla="*/ 786949 h 3227239"/>
              <a:gd name="connsiteX22" fmla="*/ 1802128 w 2385891"/>
              <a:gd name="connsiteY22" fmla="*/ 834229 h 3227239"/>
              <a:gd name="connsiteX23" fmla="*/ 1823226 w 2385891"/>
              <a:gd name="connsiteY23" fmla="*/ 881891 h 3227239"/>
              <a:gd name="connsiteX24" fmla="*/ 1843054 w 2385891"/>
              <a:gd name="connsiteY24" fmla="*/ 930189 h 3227239"/>
              <a:gd name="connsiteX25" fmla="*/ 1861737 w 2385891"/>
              <a:gd name="connsiteY25" fmla="*/ 979121 h 3227239"/>
              <a:gd name="connsiteX26" fmla="*/ 1874320 w 2385891"/>
              <a:gd name="connsiteY26" fmla="*/ 1014709 h 3227239"/>
              <a:gd name="connsiteX27" fmla="*/ 2236423 w 2385891"/>
              <a:gd name="connsiteY27" fmla="*/ 1995528 h 3227239"/>
              <a:gd name="connsiteX28" fmla="*/ 2242906 w 2385891"/>
              <a:gd name="connsiteY28" fmla="*/ 2011415 h 3227239"/>
              <a:gd name="connsiteX29" fmla="*/ 2261589 w 2385891"/>
              <a:gd name="connsiteY29" fmla="*/ 2060221 h 3227239"/>
              <a:gd name="connsiteX30" fmla="*/ 2279002 w 2385891"/>
              <a:gd name="connsiteY30" fmla="*/ 2109535 h 3227239"/>
              <a:gd name="connsiteX31" fmla="*/ 2282052 w 2385891"/>
              <a:gd name="connsiteY31" fmla="*/ 2119322 h 3227239"/>
              <a:gd name="connsiteX32" fmla="*/ 2282815 w 2385891"/>
              <a:gd name="connsiteY32" fmla="*/ 2121228 h 3227239"/>
              <a:gd name="connsiteX33" fmla="*/ 2282687 w 2385891"/>
              <a:gd name="connsiteY33" fmla="*/ 2121228 h 3227239"/>
              <a:gd name="connsiteX34" fmla="*/ 2295143 w 2385891"/>
              <a:gd name="connsiteY34" fmla="*/ 2159357 h 3227239"/>
              <a:gd name="connsiteX35" fmla="*/ 2310014 w 2385891"/>
              <a:gd name="connsiteY35" fmla="*/ 2209688 h 3227239"/>
              <a:gd name="connsiteX36" fmla="*/ 2323486 w 2385891"/>
              <a:gd name="connsiteY36" fmla="*/ 2260401 h 3227239"/>
              <a:gd name="connsiteX37" fmla="*/ 2335814 w 2385891"/>
              <a:gd name="connsiteY37" fmla="*/ 2311622 h 3227239"/>
              <a:gd name="connsiteX38" fmla="*/ 2346872 w 2385891"/>
              <a:gd name="connsiteY38" fmla="*/ 2363223 h 3227239"/>
              <a:gd name="connsiteX39" fmla="*/ 2356532 w 2385891"/>
              <a:gd name="connsiteY39" fmla="*/ 2415079 h 3227239"/>
              <a:gd name="connsiteX40" fmla="*/ 2364793 w 2385891"/>
              <a:gd name="connsiteY40" fmla="*/ 2467444 h 3227239"/>
              <a:gd name="connsiteX41" fmla="*/ 2371784 w 2385891"/>
              <a:gd name="connsiteY41" fmla="*/ 2520190 h 3227239"/>
              <a:gd name="connsiteX42" fmla="*/ 2377376 w 2385891"/>
              <a:gd name="connsiteY42" fmla="*/ 2573063 h 3227239"/>
              <a:gd name="connsiteX43" fmla="*/ 2381570 w 2385891"/>
              <a:gd name="connsiteY43" fmla="*/ 2626444 h 3227239"/>
              <a:gd name="connsiteX44" fmla="*/ 2384493 w 2385891"/>
              <a:gd name="connsiteY44" fmla="*/ 2680080 h 3227239"/>
              <a:gd name="connsiteX45" fmla="*/ 2385891 w 2385891"/>
              <a:gd name="connsiteY45" fmla="*/ 2733843 h 3227239"/>
              <a:gd name="connsiteX46" fmla="*/ 2385891 w 2385891"/>
              <a:gd name="connsiteY46" fmla="*/ 2787986 h 3227239"/>
              <a:gd name="connsiteX47" fmla="*/ 2384493 w 2385891"/>
              <a:gd name="connsiteY47" fmla="*/ 2842257 h 3227239"/>
              <a:gd name="connsiteX48" fmla="*/ 2381570 w 2385891"/>
              <a:gd name="connsiteY48" fmla="*/ 2896783 h 3227239"/>
              <a:gd name="connsiteX49" fmla="*/ 2377249 w 2385891"/>
              <a:gd name="connsiteY49" fmla="*/ 2951562 h 3227239"/>
              <a:gd name="connsiteX50" fmla="*/ 2371402 w 2385891"/>
              <a:gd name="connsiteY50" fmla="*/ 3006468 h 3227239"/>
              <a:gd name="connsiteX51" fmla="*/ 2364157 w 2385891"/>
              <a:gd name="connsiteY51" fmla="*/ 3061502 h 3227239"/>
              <a:gd name="connsiteX52" fmla="*/ 2355387 w 2385891"/>
              <a:gd name="connsiteY52" fmla="*/ 3116663 h 3227239"/>
              <a:gd name="connsiteX53" fmla="*/ 2345092 w 2385891"/>
              <a:gd name="connsiteY53" fmla="*/ 3171951 h 3227239"/>
              <a:gd name="connsiteX54" fmla="*/ 2333272 w 2385891"/>
              <a:gd name="connsiteY54" fmla="*/ 3227239 h 3227239"/>
              <a:gd name="connsiteX55" fmla="*/ 1493787 w 2385891"/>
              <a:gd name="connsiteY55" fmla="*/ 3080694 h 3227239"/>
              <a:gd name="connsiteX56" fmla="*/ 1093935 w 2385891"/>
              <a:gd name="connsiteY56" fmla="*/ 1999468 h 3227239"/>
              <a:gd name="connsiteX57" fmla="*/ 1101307 w 2385891"/>
              <a:gd name="connsiteY57" fmla="*/ 1964897 h 3227239"/>
              <a:gd name="connsiteX58" fmla="*/ 1107790 w 2385891"/>
              <a:gd name="connsiteY58" fmla="*/ 1930326 h 3227239"/>
              <a:gd name="connsiteX59" fmla="*/ 1113255 w 2385891"/>
              <a:gd name="connsiteY59" fmla="*/ 1895882 h 3227239"/>
              <a:gd name="connsiteX60" fmla="*/ 1117830 w 2385891"/>
              <a:gd name="connsiteY60" fmla="*/ 1861566 h 3227239"/>
              <a:gd name="connsiteX61" fmla="*/ 1118720 w 2385891"/>
              <a:gd name="connsiteY61" fmla="*/ 1852669 h 3227239"/>
              <a:gd name="connsiteX62" fmla="*/ 1105247 w 2385891"/>
              <a:gd name="connsiteY62" fmla="*/ 1839959 h 3227239"/>
              <a:gd name="connsiteX63" fmla="*/ 1080463 w 2385891"/>
              <a:gd name="connsiteY63" fmla="*/ 1817844 h 3227239"/>
              <a:gd name="connsiteX64" fmla="*/ 1055171 w 2385891"/>
              <a:gd name="connsiteY64" fmla="*/ 1796364 h 3227239"/>
              <a:gd name="connsiteX65" fmla="*/ 1029243 w 2385891"/>
              <a:gd name="connsiteY65" fmla="*/ 1775393 h 3227239"/>
              <a:gd name="connsiteX66" fmla="*/ 1002806 w 2385891"/>
              <a:gd name="connsiteY66" fmla="*/ 1754930 h 3227239"/>
              <a:gd name="connsiteX67" fmla="*/ 975734 w 2385891"/>
              <a:gd name="connsiteY67" fmla="*/ 1735230 h 3227239"/>
              <a:gd name="connsiteX68" fmla="*/ 948027 w 2385891"/>
              <a:gd name="connsiteY68" fmla="*/ 1716038 h 3227239"/>
              <a:gd name="connsiteX69" fmla="*/ 919811 w 2385891"/>
              <a:gd name="connsiteY69" fmla="*/ 1697482 h 3227239"/>
              <a:gd name="connsiteX70" fmla="*/ 891087 w 2385891"/>
              <a:gd name="connsiteY70" fmla="*/ 1679688 h 3227239"/>
              <a:gd name="connsiteX71" fmla="*/ 861854 w 2385891"/>
              <a:gd name="connsiteY71" fmla="*/ 1662403 h 3227239"/>
              <a:gd name="connsiteX72" fmla="*/ 831986 w 2385891"/>
              <a:gd name="connsiteY72" fmla="*/ 1645880 h 3227239"/>
              <a:gd name="connsiteX73" fmla="*/ 801609 w 2385891"/>
              <a:gd name="connsiteY73" fmla="*/ 1629993 h 3227239"/>
              <a:gd name="connsiteX74" fmla="*/ 770724 w 2385891"/>
              <a:gd name="connsiteY74" fmla="*/ 1614741 h 3227239"/>
              <a:gd name="connsiteX75" fmla="*/ 739459 w 2385891"/>
              <a:gd name="connsiteY75" fmla="*/ 1600379 h 3227239"/>
              <a:gd name="connsiteX76" fmla="*/ 707557 w 2385891"/>
              <a:gd name="connsiteY76" fmla="*/ 1586525 h 3227239"/>
              <a:gd name="connsiteX77" fmla="*/ 675147 w 2385891"/>
              <a:gd name="connsiteY77" fmla="*/ 1573561 h 3227239"/>
              <a:gd name="connsiteX78" fmla="*/ 642355 w 2385891"/>
              <a:gd name="connsiteY78" fmla="*/ 1561232 h 3227239"/>
              <a:gd name="connsiteX79" fmla="*/ 609055 w 2385891"/>
              <a:gd name="connsiteY79" fmla="*/ 1549666 h 3227239"/>
              <a:gd name="connsiteX80" fmla="*/ 575247 w 2385891"/>
              <a:gd name="connsiteY80" fmla="*/ 1538990 h 3227239"/>
              <a:gd name="connsiteX81" fmla="*/ 541057 w 2385891"/>
              <a:gd name="connsiteY81" fmla="*/ 1528949 h 3227239"/>
              <a:gd name="connsiteX82" fmla="*/ 506360 w 2385891"/>
              <a:gd name="connsiteY82" fmla="*/ 1519798 h 3227239"/>
              <a:gd name="connsiteX83" fmla="*/ 471280 w 2385891"/>
              <a:gd name="connsiteY83" fmla="*/ 1511410 h 3227239"/>
              <a:gd name="connsiteX84" fmla="*/ 435820 w 2385891"/>
              <a:gd name="connsiteY84" fmla="*/ 1503784 h 3227239"/>
              <a:gd name="connsiteX85" fmla="*/ 399851 w 2385891"/>
              <a:gd name="connsiteY85" fmla="*/ 1497048 h 3227239"/>
              <a:gd name="connsiteX86" fmla="*/ 0 w 2385891"/>
              <a:gd name="connsiteY86" fmla="*/ 415948 h 3227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2385891" h="3227239">
                <a:moveTo>
                  <a:pt x="94728" y="0"/>
                </a:moveTo>
                <a:lnTo>
                  <a:pt x="1113645" y="0"/>
                </a:lnTo>
                <a:lnTo>
                  <a:pt x="1147699" y="24866"/>
                </a:lnTo>
                <a:lnTo>
                  <a:pt x="1190149" y="57531"/>
                </a:lnTo>
                <a:lnTo>
                  <a:pt x="1231583" y="90958"/>
                </a:lnTo>
                <a:lnTo>
                  <a:pt x="1272128" y="125528"/>
                </a:lnTo>
                <a:lnTo>
                  <a:pt x="1311655" y="160862"/>
                </a:lnTo>
                <a:lnTo>
                  <a:pt x="1350166" y="197212"/>
                </a:lnTo>
                <a:lnTo>
                  <a:pt x="1387787" y="234325"/>
                </a:lnTo>
                <a:lnTo>
                  <a:pt x="1424391" y="272327"/>
                </a:lnTo>
                <a:lnTo>
                  <a:pt x="1459852" y="311092"/>
                </a:lnTo>
                <a:lnTo>
                  <a:pt x="1494423" y="350747"/>
                </a:lnTo>
                <a:lnTo>
                  <a:pt x="1527977" y="391164"/>
                </a:lnTo>
                <a:lnTo>
                  <a:pt x="1560387" y="432344"/>
                </a:lnTo>
                <a:lnTo>
                  <a:pt x="1591653" y="474287"/>
                </a:lnTo>
                <a:lnTo>
                  <a:pt x="1621903" y="516864"/>
                </a:lnTo>
                <a:lnTo>
                  <a:pt x="1651135" y="560205"/>
                </a:lnTo>
                <a:lnTo>
                  <a:pt x="1679097" y="604308"/>
                </a:lnTo>
                <a:lnTo>
                  <a:pt x="1706042" y="649047"/>
                </a:lnTo>
                <a:lnTo>
                  <a:pt x="1731842" y="694421"/>
                </a:lnTo>
                <a:lnTo>
                  <a:pt x="1756500" y="740431"/>
                </a:lnTo>
                <a:lnTo>
                  <a:pt x="1779886" y="786949"/>
                </a:lnTo>
                <a:lnTo>
                  <a:pt x="1802128" y="834229"/>
                </a:lnTo>
                <a:lnTo>
                  <a:pt x="1823226" y="881891"/>
                </a:lnTo>
                <a:lnTo>
                  <a:pt x="1843054" y="930189"/>
                </a:lnTo>
                <a:lnTo>
                  <a:pt x="1861737" y="979121"/>
                </a:lnTo>
                <a:lnTo>
                  <a:pt x="1874320" y="1014709"/>
                </a:lnTo>
                <a:lnTo>
                  <a:pt x="2236423" y="1995528"/>
                </a:lnTo>
                <a:lnTo>
                  <a:pt x="2242906" y="2011415"/>
                </a:lnTo>
                <a:lnTo>
                  <a:pt x="2261589" y="2060221"/>
                </a:lnTo>
                <a:lnTo>
                  <a:pt x="2279002" y="2109535"/>
                </a:lnTo>
                <a:lnTo>
                  <a:pt x="2282052" y="2119322"/>
                </a:lnTo>
                <a:lnTo>
                  <a:pt x="2282815" y="2121228"/>
                </a:lnTo>
                <a:lnTo>
                  <a:pt x="2282687" y="2121228"/>
                </a:lnTo>
                <a:lnTo>
                  <a:pt x="2295143" y="2159357"/>
                </a:lnTo>
                <a:lnTo>
                  <a:pt x="2310014" y="2209688"/>
                </a:lnTo>
                <a:lnTo>
                  <a:pt x="2323486" y="2260401"/>
                </a:lnTo>
                <a:lnTo>
                  <a:pt x="2335814" y="2311622"/>
                </a:lnTo>
                <a:lnTo>
                  <a:pt x="2346872" y="2363223"/>
                </a:lnTo>
                <a:lnTo>
                  <a:pt x="2356532" y="2415079"/>
                </a:lnTo>
                <a:lnTo>
                  <a:pt x="2364793" y="2467444"/>
                </a:lnTo>
                <a:lnTo>
                  <a:pt x="2371784" y="2520190"/>
                </a:lnTo>
                <a:lnTo>
                  <a:pt x="2377376" y="2573063"/>
                </a:lnTo>
                <a:lnTo>
                  <a:pt x="2381570" y="2626444"/>
                </a:lnTo>
                <a:lnTo>
                  <a:pt x="2384493" y="2680080"/>
                </a:lnTo>
                <a:lnTo>
                  <a:pt x="2385891" y="2733843"/>
                </a:lnTo>
                <a:lnTo>
                  <a:pt x="2385891" y="2787986"/>
                </a:lnTo>
                <a:lnTo>
                  <a:pt x="2384493" y="2842257"/>
                </a:lnTo>
                <a:lnTo>
                  <a:pt x="2381570" y="2896783"/>
                </a:lnTo>
                <a:lnTo>
                  <a:pt x="2377249" y="2951562"/>
                </a:lnTo>
                <a:lnTo>
                  <a:pt x="2371402" y="3006468"/>
                </a:lnTo>
                <a:lnTo>
                  <a:pt x="2364157" y="3061502"/>
                </a:lnTo>
                <a:lnTo>
                  <a:pt x="2355387" y="3116663"/>
                </a:lnTo>
                <a:lnTo>
                  <a:pt x="2345092" y="3171951"/>
                </a:lnTo>
                <a:lnTo>
                  <a:pt x="2333272" y="3227239"/>
                </a:lnTo>
                <a:lnTo>
                  <a:pt x="1493787" y="3080694"/>
                </a:lnTo>
                <a:lnTo>
                  <a:pt x="1093935" y="1999468"/>
                </a:lnTo>
                <a:lnTo>
                  <a:pt x="1101307" y="1964897"/>
                </a:lnTo>
                <a:lnTo>
                  <a:pt x="1107790" y="1930326"/>
                </a:lnTo>
                <a:lnTo>
                  <a:pt x="1113255" y="1895882"/>
                </a:lnTo>
                <a:lnTo>
                  <a:pt x="1117830" y="1861566"/>
                </a:lnTo>
                <a:lnTo>
                  <a:pt x="1118720" y="1852669"/>
                </a:lnTo>
                <a:lnTo>
                  <a:pt x="1105247" y="1839959"/>
                </a:lnTo>
                <a:lnTo>
                  <a:pt x="1080463" y="1817844"/>
                </a:lnTo>
                <a:lnTo>
                  <a:pt x="1055171" y="1796364"/>
                </a:lnTo>
                <a:lnTo>
                  <a:pt x="1029243" y="1775393"/>
                </a:lnTo>
                <a:lnTo>
                  <a:pt x="1002806" y="1754930"/>
                </a:lnTo>
                <a:lnTo>
                  <a:pt x="975734" y="1735230"/>
                </a:lnTo>
                <a:lnTo>
                  <a:pt x="948027" y="1716038"/>
                </a:lnTo>
                <a:lnTo>
                  <a:pt x="919811" y="1697482"/>
                </a:lnTo>
                <a:lnTo>
                  <a:pt x="891087" y="1679688"/>
                </a:lnTo>
                <a:lnTo>
                  <a:pt x="861854" y="1662403"/>
                </a:lnTo>
                <a:lnTo>
                  <a:pt x="831986" y="1645880"/>
                </a:lnTo>
                <a:lnTo>
                  <a:pt x="801609" y="1629993"/>
                </a:lnTo>
                <a:lnTo>
                  <a:pt x="770724" y="1614741"/>
                </a:lnTo>
                <a:lnTo>
                  <a:pt x="739459" y="1600379"/>
                </a:lnTo>
                <a:lnTo>
                  <a:pt x="707557" y="1586525"/>
                </a:lnTo>
                <a:lnTo>
                  <a:pt x="675147" y="1573561"/>
                </a:lnTo>
                <a:lnTo>
                  <a:pt x="642355" y="1561232"/>
                </a:lnTo>
                <a:lnTo>
                  <a:pt x="609055" y="1549666"/>
                </a:lnTo>
                <a:lnTo>
                  <a:pt x="575247" y="1538990"/>
                </a:lnTo>
                <a:lnTo>
                  <a:pt x="541057" y="1528949"/>
                </a:lnTo>
                <a:lnTo>
                  <a:pt x="506360" y="1519798"/>
                </a:lnTo>
                <a:lnTo>
                  <a:pt x="471280" y="1511410"/>
                </a:lnTo>
                <a:lnTo>
                  <a:pt x="435820" y="1503784"/>
                </a:lnTo>
                <a:lnTo>
                  <a:pt x="399851" y="1497048"/>
                </a:lnTo>
                <a:lnTo>
                  <a:pt x="0" y="415948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7F2B421D-861A-B336-4698-F670A5EE894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541291" y="4943957"/>
            <a:ext cx="3126368" cy="1914043"/>
          </a:xfrm>
          <a:custGeom>
            <a:avLst/>
            <a:gdLst>
              <a:gd name="connsiteX0" fmla="*/ 1887158 w 3126368"/>
              <a:gd name="connsiteY0" fmla="*/ 0 h 1914043"/>
              <a:gd name="connsiteX1" fmla="*/ 2726516 w 3126368"/>
              <a:gd name="connsiteY1" fmla="*/ 146544 h 1914043"/>
              <a:gd name="connsiteX2" fmla="*/ 3126368 w 3126368"/>
              <a:gd name="connsiteY2" fmla="*/ 1227771 h 1914043"/>
              <a:gd name="connsiteX3" fmla="*/ 3113022 w 3126368"/>
              <a:gd name="connsiteY3" fmla="*/ 1282804 h 1914043"/>
              <a:gd name="connsiteX4" fmla="*/ 3098406 w 3126368"/>
              <a:gd name="connsiteY4" fmla="*/ 1337330 h 1914043"/>
              <a:gd name="connsiteX5" fmla="*/ 3082264 w 3126368"/>
              <a:gd name="connsiteY5" fmla="*/ 1391220 h 1914043"/>
              <a:gd name="connsiteX6" fmla="*/ 3064979 w 3126368"/>
              <a:gd name="connsiteY6" fmla="*/ 1444474 h 1914043"/>
              <a:gd name="connsiteX7" fmla="*/ 3046295 w 3126368"/>
              <a:gd name="connsiteY7" fmla="*/ 1497219 h 1914043"/>
              <a:gd name="connsiteX8" fmla="*/ 3026340 w 3126368"/>
              <a:gd name="connsiteY8" fmla="*/ 1549203 h 1914043"/>
              <a:gd name="connsiteX9" fmla="*/ 3004988 w 3126368"/>
              <a:gd name="connsiteY9" fmla="*/ 1600423 h 1914043"/>
              <a:gd name="connsiteX10" fmla="*/ 2982619 w 3126368"/>
              <a:gd name="connsiteY10" fmla="*/ 1651136 h 1914043"/>
              <a:gd name="connsiteX11" fmla="*/ 2958851 w 3126368"/>
              <a:gd name="connsiteY11" fmla="*/ 1701086 h 1914043"/>
              <a:gd name="connsiteX12" fmla="*/ 2933940 w 3126368"/>
              <a:gd name="connsiteY12" fmla="*/ 1750400 h 1914043"/>
              <a:gd name="connsiteX13" fmla="*/ 2907885 w 3126368"/>
              <a:gd name="connsiteY13" fmla="*/ 1798824 h 1914043"/>
              <a:gd name="connsiteX14" fmla="*/ 2880559 w 3126368"/>
              <a:gd name="connsiteY14" fmla="*/ 1846740 h 1914043"/>
              <a:gd name="connsiteX15" fmla="*/ 2852216 w 3126368"/>
              <a:gd name="connsiteY15" fmla="*/ 1893767 h 1914043"/>
              <a:gd name="connsiteX16" fmla="*/ 2839237 w 3126368"/>
              <a:gd name="connsiteY16" fmla="*/ 1914043 h 1914043"/>
              <a:gd name="connsiteX17" fmla="*/ 5666 w 3126368"/>
              <a:gd name="connsiteY17" fmla="*/ 1914043 h 1914043"/>
              <a:gd name="connsiteX18" fmla="*/ 0 w 3126368"/>
              <a:gd name="connsiteY18" fmla="*/ 1898724 h 1914043"/>
              <a:gd name="connsiteX19" fmla="*/ 183022 w 3126368"/>
              <a:gd name="connsiteY19" fmla="*/ 1095081 h 1914043"/>
              <a:gd name="connsiteX20" fmla="*/ 219118 w 3126368"/>
              <a:gd name="connsiteY20" fmla="*/ 1100927 h 1914043"/>
              <a:gd name="connsiteX21" fmla="*/ 255341 w 3126368"/>
              <a:gd name="connsiteY21" fmla="*/ 1105884 h 1914043"/>
              <a:gd name="connsiteX22" fmla="*/ 291437 w 3126368"/>
              <a:gd name="connsiteY22" fmla="*/ 1109951 h 1914043"/>
              <a:gd name="connsiteX23" fmla="*/ 327406 w 3126368"/>
              <a:gd name="connsiteY23" fmla="*/ 1113128 h 1914043"/>
              <a:gd name="connsiteX24" fmla="*/ 363375 w 3126368"/>
              <a:gd name="connsiteY24" fmla="*/ 1115289 h 1914043"/>
              <a:gd name="connsiteX25" fmla="*/ 399343 w 3126368"/>
              <a:gd name="connsiteY25" fmla="*/ 1116687 h 1914043"/>
              <a:gd name="connsiteX26" fmla="*/ 435185 w 3126368"/>
              <a:gd name="connsiteY26" fmla="*/ 1117323 h 1914043"/>
              <a:gd name="connsiteX27" fmla="*/ 470773 w 3126368"/>
              <a:gd name="connsiteY27" fmla="*/ 1116941 h 1914043"/>
              <a:gd name="connsiteX28" fmla="*/ 506360 w 3126368"/>
              <a:gd name="connsiteY28" fmla="*/ 1115798 h 1914043"/>
              <a:gd name="connsiteX29" fmla="*/ 541821 w 3126368"/>
              <a:gd name="connsiteY29" fmla="*/ 1113764 h 1914043"/>
              <a:gd name="connsiteX30" fmla="*/ 577154 w 3126368"/>
              <a:gd name="connsiteY30" fmla="*/ 1110968 h 1914043"/>
              <a:gd name="connsiteX31" fmla="*/ 612361 w 3126368"/>
              <a:gd name="connsiteY31" fmla="*/ 1107281 h 1914043"/>
              <a:gd name="connsiteX32" fmla="*/ 647313 w 3126368"/>
              <a:gd name="connsiteY32" fmla="*/ 1102833 h 1914043"/>
              <a:gd name="connsiteX33" fmla="*/ 682137 w 3126368"/>
              <a:gd name="connsiteY33" fmla="*/ 1097622 h 1914043"/>
              <a:gd name="connsiteX34" fmla="*/ 716708 w 3126368"/>
              <a:gd name="connsiteY34" fmla="*/ 1091521 h 1914043"/>
              <a:gd name="connsiteX35" fmla="*/ 751025 w 3126368"/>
              <a:gd name="connsiteY35" fmla="*/ 1084658 h 1914043"/>
              <a:gd name="connsiteX36" fmla="*/ 785214 w 3126368"/>
              <a:gd name="connsiteY36" fmla="*/ 1077032 h 1914043"/>
              <a:gd name="connsiteX37" fmla="*/ 819149 w 3126368"/>
              <a:gd name="connsiteY37" fmla="*/ 1068644 h 1914043"/>
              <a:gd name="connsiteX38" fmla="*/ 852830 w 3126368"/>
              <a:gd name="connsiteY38" fmla="*/ 1059366 h 1914043"/>
              <a:gd name="connsiteX39" fmla="*/ 886257 w 3126368"/>
              <a:gd name="connsiteY39" fmla="*/ 1049452 h 1914043"/>
              <a:gd name="connsiteX40" fmla="*/ 919303 w 3126368"/>
              <a:gd name="connsiteY40" fmla="*/ 1038902 h 1914043"/>
              <a:gd name="connsiteX41" fmla="*/ 952094 w 3126368"/>
              <a:gd name="connsiteY41" fmla="*/ 1027464 h 1914043"/>
              <a:gd name="connsiteX42" fmla="*/ 984631 w 3126368"/>
              <a:gd name="connsiteY42" fmla="*/ 1015390 h 1914043"/>
              <a:gd name="connsiteX43" fmla="*/ 1016915 w 3126368"/>
              <a:gd name="connsiteY43" fmla="*/ 1002552 h 1914043"/>
              <a:gd name="connsiteX44" fmla="*/ 1048689 w 3126368"/>
              <a:gd name="connsiteY44" fmla="*/ 988953 h 1914043"/>
              <a:gd name="connsiteX45" fmla="*/ 1080210 w 3126368"/>
              <a:gd name="connsiteY45" fmla="*/ 974718 h 1914043"/>
              <a:gd name="connsiteX46" fmla="*/ 1111349 w 3126368"/>
              <a:gd name="connsiteY46" fmla="*/ 959720 h 1914043"/>
              <a:gd name="connsiteX47" fmla="*/ 1142234 w 3126368"/>
              <a:gd name="connsiteY47" fmla="*/ 944088 h 1914043"/>
              <a:gd name="connsiteX48" fmla="*/ 1172610 w 3126368"/>
              <a:gd name="connsiteY48" fmla="*/ 927819 h 1914043"/>
              <a:gd name="connsiteX49" fmla="*/ 1202605 w 3126368"/>
              <a:gd name="connsiteY49" fmla="*/ 910914 h 1914043"/>
              <a:gd name="connsiteX50" fmla="*/ 1232092 w 3126368"/>
              <a:gd name="connsiteY50" fmla="*/ 893248 h 1914043"/>
              <a:gd name="connsiteX51" fmla="*/ 1261325 w 3126368"/>
              <a:gd name="connsiteY51" fmla="*/ 874946 h 1914043"/>
              <a:gd name="connsiteX52" fmla="*/ 1289922 w 3126368"/>
              <a:gd name="connsiteY52" fmla="*/ 856008 h 1914043"/>
              <a:gd name="connsiteX53" fmla="*/ 1318265 w 3126368"/>
              <a:gd name="connsiteY53" fmla="*/ 836562 h 1914043"/>
              <a:gd name="connsiteX54" fmla="*/ 1345973 w 3126368"/>
              <a:gd name="connsiteY54" fmla="*/ 816353 h 1914043"/>
              <a:gd name="connsiteX55" fmla="*/ 1373298 w 3126368"/>
              <a:gd name="connsiteY55" fmla="*/ 795637 h 1914043"/>
              <a:gd name="connsiteX56" fmla="*/ 1400117 w 3126368"/>
              <a:gd name="connsiteY56" fmla="*/ 774157 h 1914043"/>
              <a:gd name="connsiteX57" fmla="*/ 1426426 w 3126368"/>
              <a:gd name="connsiteY57" fmla="*/ 752296 h 1914043"/>
              <a:gd name="connsiteX58" fmla="*/ 1452227 w 3126368"/>
              <a:gd name="connsiteY58" fmla="*/ 729673 h 1914043"/>
              <a:gd name="connsiteX59" fmla="*/ 1477392 w 3126368"/>
              <a:gd name="connsiteY59" fmla="*/ 706541 h 1914043"/>
              <a:gd name="connsiteX60" fmla="*/ 1502049 w 3126368"/>
              <a:gd name="connsiteY60" fmla="*/ 682773 h 1914043"/>
              <a:gd name="connsiteX61" fmla="*/ 1526198 w 3126368"/>
              <a:gd name="connsiteY61" fmla="*/ 658497 h 1914043"/>
              <a:gd name="connsiteX62" fmla="*/ 1549711 w 3126368"/>
              <a:gd name="connsiteY62" fmla="*/ 633713 h 1914043"/>
              <a:gd name="connsiteX63" fmla="*/ 1572716 w 3126368"/>
              <a:gd name="connsiteY63" fmla="*/ 608293 h 1914043"/>
              <a:gd name="connsiteX64" fmla="*/ 1595085 w 3126368"/>
              <a:gd name="connsiteY64" fmla="*/ 582492 h 1914043"/>
              <a:gd name="connsiteX65" fmla="*/ 1616819 w 3126368"/>
              <a:gd name="connsiteY65" fmla="*/ 556056 h 1914043"/>
              <a:gd name="connsiteX66" fmla="*/ 1637917 w 3126368"/>
              <a:gd name="connsiteY66" fmla="*/ 529111 h 1914043"/>
              <a:gd name="connsiteX67" fmla="*/ 1658381 w 3126368"/>
              <a:gd name="connsiteY67" fmla="*/ 501658 h 1914043"/>
              <a:gd name="connsiteX68" fmla="*/ 1678208 w 3126368"/>
              <a:gd name="connsiteY68" fmla="*/ 473569 h 1914043"/>
              <a:gd name="connsiteX69" fmla="*/ 1697273 w 3126368"/>
              <a:gd name="connsiteY69" fmla="*/ 445226 h 1914043"/>
              <a:gd name="connsiteX70" fmla="*/ 1715701 w 3126368"/>
              <a:gd name="connsiteY70" fmla="*/ 416247 h 1914043"/>
              <a:gd name="connsiteX71" fmla="*/ 1733496 w 3126368"/>
              <a:gd name="connsiteY71" fmla="*/ 386888 h 1914043"/>
              <a:gd name="connsiteX72" fmla="*/ 1750527 w 3126368"/>
              <a:gd name="connsiteY72" fmla="*/ 356893 h 1914043"/>
              <a:gd name="connsiteX73" fmla="*/ 1766795 w 3126368"/>
              <a:gd name="connsiteY73" fmla="*/ 326643 h 1914043"/>
              <a:gd name="connsiteX74" fmla="*/ 1782428 w 3126368"/>
              <a:gd name="connsiteY74" fmla="*/ 295886 h 1914043"/>
              <a:gd name="connsiteX75" fmla="*/ 1797172 w 3126368"/>
              <a:gd name="connsiteY75" fmla="*/ 264619 h 1914043"/>
              <a:gd name="connsiteX76" fmla="*/ 1811280 w 3126368"/>
              <a:gd name="connsiteY76" fmla="*/ 232972 h 1914043"/>
              <a:gd name="connsiteX77" fmla="*/ 1824498 w 3126368"/>
              <a:gd name="connsiteY77" fmla="*/ 200816 h 1914043"/>
              <a:gd name="connsiteX78" fmla="*/ 1837081 w 3126368"/>
              <a:gd name="connsiteY78" fmla="*/ 168405 h 1914043"/>
              <a:gd name="connsiteX79" fmla="*/ 1848774 w 3126368"/>
              <a:gd name="connsiteY79" fmla="*/ 135487 h 1914043"/>
              <a:gd name="connsiteX80" fmla="*/ 1859577 w 3126368"/>
              <a:gd name="connsiteY80" fmla="*/ 102187 h 1914043"/>
              <a:gd name="connsiteX81" fmla="*/ 1869618 w 3126368"/>
              <a:gd name="connsiteY81" fmla="*/ 68506 h 1914043"/>
              <a:gd name="connsiteX82" fmla="*/ 1878769 w 3126368"/>
              <a:gd name="connsiteY82" fmla="*/ 34444 h 19140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3126368" h="1914043">
                <a:moveTo>
                  <a:pt x="1887158" y="0"/>
                </a:moveTo>
                <a:lnTo>
                  <a:pt x="2726516" y="146544"/>
                </a:lnTo>
                <a:lnTo>
                  <a:pt x="3126368" y="1227771"/>
                </a:lnTo>
                <a:lnTo>
                  <a:pt x="3113022" y="1282804"/>
                </a:lnTo>
                <a:lnTo>
                  <a:pt x="3098406" y="1337330"/>
                </a:lnTo>
                <a:lnTo>
                  <a:pt x="3082264" y="1391220"/>
                </a:lnTo>
                <a:lnTo>
                  <a:pt x="3064979" y="1444474"/>
                </a:lnTo>
                <a:lnTo>
                  <a:pt x="3046295" y="1497219"/>
                </a:lnTo>
                <a:lnTo>
                  <a:pt x="3026340" y="1549203"/>
                </a:lnTo>
                <a:lnTo>
                  <a:pt x="3004988" y="1600423"/>
                </a:lnTo>
                <a:lnTo>
                  <a:pt x="2982619" y="1651136"/>
                </a:lnTo>
                <a:lnTo>
                  <a:pt x="2958851" y="1701086"/>
                </a:lnTo>
                <a:lnTo>
                  <a:pt x="2933940" y="1750400"/>
                </a:lnTo>
                <a:lnTo>
                  <a:pt x="2907885" y="1798824"/>
                </a:lnTo>
                <a:lnTo>
                  <a:pt x="2880559" y="1846740"/>
                </a:lnTo>
                <a:lnTo>
                  <a:pt x="2852216" y="1893767"/>
                </a:lnTo>
                <a:lnTo>
                  <a:pt x="2839237" y="1914043"/>
                </a:lnTo>
                <a:lnTo>
                  <a:pt x="5666" y="1914043"/>
                </a:lnTo>
                <a:lnTo>
                  <a:pt x="0" y="1898724"/>
                </a:lnTo>
                <a:lnTo>
                  <a:pt x="183022" y="1095081"/>
                </a:lnTo>
                <a:lnTo>
                  <a:pt x="219118" y="1100927"/>
                </a:lnTo>
                <a:lnTo>
                  <a:pt x="255341" y="1105884"/>
                </a:lnTo>
                <a:lnTo>
                  <a:pt x="291437" y="1109951"/>
                </a:lnTo>
                <a:lnTo>
                  <a:pt x="327406" y="1113128"/>
                </a:lnTo>
                <a:lnTo>
                  <a:pt x="363375" y="1115289"/>
                </a:lnTo>
                <a:lnTo>
                  <a:pt x="399343" y="1116687"/>
                </a:lnTo>
                <a:lnTo>
                  <a:pt x="435185" y="1117323"/>
                </a:lnTo>
                <a:lnTo>
                  <a:pt x="470773" y="1116941"/>
                </a:lnTo>
                <a:lnTo>
                  <a:pt x="506360" y="1115798"/>
                </a:lnTo>
                <a:lnTo>
                  <a:pt x="541821" y="1113764"/>
                </a:lnTo>
                <a:lnTo>
                  <a:pt x="577154" y="1110968"/>
                </a:lnTo>
                <a:lnTo>
                  <a:pt x="612361" y="1107281"/>
                </a:lnTo>
                <a:lnTo>
                  <a:pt x="647313" y="1102833"/>
                </a:lnTo>
                <a:lnTo>
                  <a:pt x="682137" y="1097622"/>
                </a:lnTo>
                <a:lnTo>
                  <a:pt x="716708" y="1091521"/>
                </a:lnTo>
                <a:lnTo>
                  <a:pt x="751025" y="1084658"/>
                </a:lnTo>
                <a:lnTo>
                  <a:pt x="785214" y="1077032"/>
                </a:lnTo>
                <a:lnTo>
                  <a:pt x="819149" y="1068644"/>
                </a:lnTo>
                <a:lnTo>
                  <a:pt x="852830" y="1059366"/>
                </a:lnTo>
                <a:lnTo>
                  <a:pt x="886257" y="1049452"/>
                </a:lnTo>
                <a:lnTo>
                  <a:pt x="919303" y="1038902"/>
                </a:lnTo>
                <a:lnTo>
                  <a:pt x="952094" y="1027464"/>
                </a:lnTo>
                <a:lnTo>
                  <a:pt x="984631" y="1015390"/>
                </a:lnTo>
                <a:lnTo>
                  <a:pt x="1016915" y="1002552"/>
                </a:lnTo>
                <a:lnTo>
                  <a:pt x="1048689" y="988953"/>
                </a:lnTo>
                <a:lnTo>
                  <a:pt x="1080210" y="974718"/>
                </a:lnTo>
                <a:lnTo>
                  <a:pt x="1111349" y="959720"/>
                </a:lnTo>
                <a:lnTo>
                  <a:pt x="1142234" y="944088"/>
                </a:lnTo>
                <a:lnTo>
                  <a:pt x="1172610" y="927819"/>
                </a:lnTo>
                <a:lnTo>
                  <a:pt x="1202605" y="910914"/>
                </a:lnTo>
                <a:lnTo>
                  <a:pt x="1232092" y="893248"/>
                </a:lnTo>
                <a:lnTo>
                  <a:pt x="1261325" y="874946"/>
                </a:lnTo>
                <a:lnTo>
                  <a:pt x="1289922" y="856008"/>
                </a:lnTo>
                <a:lnTo>
                  <a:pt x="1318265" y="836562"/>
                </a:lnTo>
                <a:lnTo>
                  <a:pt x="1345973" y="816353"/>
                </a:lnTo>
                <a:lnTo>
                  <a:pt x="1373298" y="795637"/>
                </a:lnTo>
                <a:lnTo>
                  <a:pt x="1400117" y="774157"/>
                </a:lnTo>
                <a:lnTo>
                  <a:pt x="1426426" y="752296"/>
                </a:lnTo>
                <a:lnTo>
                  <a:pt x="1452227" y="729673"/>
                </a:lnTo>
                <a:lnTo>
                  <a:pt x="1477392" y="706541"/>
                </a:lnTo>
                <a:lnTo>
                  <a:pt x="1502049" y="682773"/>
                </a:lnTo>
                <a:lnTo>
                  <a:pt x="1526198" y="658497"/>
                </a:lnTo>
                <a:lnTo>
                  <a:pt x="1549711" y="633713"/>
                </a:lnTo>
                <a:lnTo>
                  <a:pt x="1572716" y="608293"/>
                </a:lnTo>
                <a:lnTo>
                  <a:pt x="1595085" y="582492"/>
                </a:lnTo>
                <a:lnTo>
                  <a:pt x="1616819" y="556056"/>
                </a:lnTo>
                <a:lnTo>
                  <a:pt x="1637917" y="529111"/>
                </a:lnTo>
                <a:lnTo>
                  <a:pt x="1658381" y="501658"/>
                </a:lnTo>
                <a:lnTo>
                  <a:pt x="1678208" y="473569"/>
                </a:lnTo>
                <a:lnTo>
                  <a:pt x="1697273" y="445226"/>
                </a:lnTo>
                <a:lnTo>
                  <a:pt x="1715701" y="416247"/>
                </a:lnTo>
                <a:lnTo>
                  <a:pt x="1733496" y="386888"/>
                </a:lnTo>
                <a:lnTo>
                  <a:pt x="1750527" y="356893"/>
                </a:lnTo>
                <a:lnTo>
                  <a:pt x="1766795" y="326643"/>
                </a:lnTo>
                <a:lnTo>
                  <a:pt x="1782428" y="295886"/>
                </a:lnTo>
                <a:lnTo>
                  <a:pt x="1797172" y="264619"/>
                </a:lnTo>
                <a:lnTo>
                  <a:pt x="1811280" y="232972"/>
                </a:lnTo>
                <a:lnTo>
                  <a:pt x="1824498" y="200816"/>
                </a:lnTo>
                <a:lnTo>
                  <a:pt x="1837081" y="168405"/>
                </a:lnTo>
                <a:lnTo>
                  <a:pt x="1848774" y="135487"/>
                </a:lnTo>
                <a:lnTo>
                  <a:pt x="1859577" y="102187"/>
                </a:lnTo>
                <a:lnTo>
                  <a:pt x="1869618" y="68506"/>
                </a:lnTo>
                <a:lnTo>
                  <a:pt x="1878769" y="34444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65014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1776">
          <p15:clr>
            <a:srgbClr val="A4A3A4"/>
          </p15:clr>
        </p15:guide>
        <p15:guide id="3" pos="5043">
          <p15:clr>
            <a:srgbClr val="A4A3A4"/>
          </p15:clr>
        </p15:guide>
        <p15:guide id="4" orient="horz" pos="1477">
          <p15:clr>
            <a:srgbClr val="A4A3A4"/>
          </p15:clr>
        </p15:guide>
        <p15:guide id="5" orient="horz" pos="2456">
          <p15:clr>
            <a:srgbClr val="A4A3A4"/>
          </p15:clr>
        </p15:guide>
        <p15:guide id="6" orient="horz" pos="2623">
          <p15:clr>
            <a:srgbClr val="A4A3A4"/>
          </p15:clr>
        </p15:guide>
        <p15:guide id="7" orient="horz" pos="3116">
          <p15:clr>
            <a:srgbClr val="A4A3A4"/>
          </p15:clr>
        </p15:guide>
        <p15:guide id="8" pos="4713">
          <p15:clr>
            <a:srgbClr val="A4A3A4"/>
          </p15:clr>
        </p15:guide>
        <p15:guide id="9" pos="5808">
          <p15:clr>
            <a:srgbClr val="A4A3A4"/>
          </p15:clr>
        </p15:guide>
        <p15:guide id="10" orient="horz" pos="3512">
          <p15:clr>
            <a:srgbClr val="A4A3A4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aphic 11">
            <a:extLst>
              <a:ext uri="{FF2B5EF4-FFF2-40B4-BE49-F238E27FC236}">
                <a16:creationId xmlns:a16="http://schemas.microsoft.com/office/drawing/2014/main" id="{A7AF0290-22D4-AFDD-2D2C-4A1B74191F6C}"/>
              </a:ext>
            </a:extLst>
          </p:cNvPr>
          <p:cNvGrpSpPr/>
          <p:nvPr/>
        </p:nvGrpSpPr>
        <p:grpSpPr>
          <a:xfrm>
            <a:off x="508000" y="508000"/>
            <a:ext cx="1862137" cy="658147"/>
            <a:chOff x="3043994" y="-2581296"/>
            <a:chExt cx="5043924" cy="1782707"/>
          </a:xfrm>
          <a:solidFill>
            <a:srgbClr val="000000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B38762E-EB44-3DAF-E7C7-B482E812EC27}"/>
                </a:ext>
              </a:extLst>
            </p:cNvPr>
            <p:cNvSpPr/>
            <p:nvPr/>
          </p:nvSpPr>
          <p:spPr>
            <a:xfrm>
              <a:off x="7939113" y="-1162329"/>
              <a:ext cx="148806" cy="67069"/>
            </a:xfrm>
            <a:custGeom>
              <a:avLst/>
              <a:gdLst>
                <a:gd name="connsiteX0" fmla="*/ 59324 w 148806"/>
                <a:gd name="connsiteY0" fmla="*/ 0 h 67069"/>
                <a:gd name="connsiteX1" fmla="*/ 59324 w 148806"/>
                <a:gd name="connsiteY1" fmla="*/ 8725 h 67069"/>
                <a:gd name="connsiteX2" fmla="*/ 34366 w 148806"/>
                <a:gd name="connsiteY2" fmla="*/ 8725 h 67069"/>
                <a:gd name="connsiteX3" fmla="*/ 34366 w 148806"/>
                <a:gd name="connsiteY3" fmla="*/ 67069 h 67069"/>
                <a:gd name="connsiteX4" fmla="*/ 24909 w 148806"/>
                <a:gd name="connsiteY4" fmla="*/ 67069 h 67069"/>
                <a:gd name="connsiteX5" fmla="*/ 24909 w 148806"/>
                <a:gd name="connsiteY5" fmla="*/ 8725 h 67069"/>
                <a:gd name="connsiteX6" fmla="*/ 0 w 148806"/>
                <a:gd name="connsiteY6" fmla="*/ 8725 h 67069"/>
                <a:gd name="connsiteX7" fmla="*/ 0 w 148806"/>
                <a:gd name="connsiteY7" fmla="*/ 0 h 67069"/>
                <a:gd name="connsiteX8" fmla="*/ 59324 w 148806"/>
                <a:gd name="connsiteY8" fmla="*/ 0 h 67069"/>
                <a:gd name="connsiteX9" fmla="*/ 82004 w 148806"/>
                <a:gd name="connsiteY9" fmla="*/ 0 h 67069"/>
                <a:gd name="connsiteX10" fmla="*/ 108695 w 148806"/>
                <a:gd name="connsiteY10" fmla="*/ 55348 h 67069"/>
                <a:gd name="connsiteX11" fmla="*/ 135634 w 148806"/>
                <a:gd name="connsiteY11" fmla="*/ 0 h 67069"/>
                <a:gd name="connsiteX12" fmla="*/ 148806 w 148806"/>
                <a:gd name="connsiteY12" fmla="*/ 0 h 67069"/>
                <a:gd name="connsiteX13" fmla="*/ 148806 w 148806"/>
                <a:gd name="connsiteY13" fmla="*/ 67069 h 67069"/>
                <a:gd name="connsiteX14" fmla="*/ 139843 w 148806"/>
                <a:gd name="connsiteY14" fmla="*/ 67069 h 67069"/>
                <a:gd name="connsiteX15" fmla="*/ 139843 w 148806"/>
                <a:gd name="connsiteY15" fmla="*/ 10721 h 67069"/>
                <a:gd name="connsiteX16" fmla="*/ 112409 w 148806"/>
                <a:gd name="connsiteY16" fmla="*/ 67069 h 67069"/>
                <a:gd name="connsiteX17" fmla="*/ 104685 w 148806"/>
                <a:gd name="connsiteY17" fmla="*/ 67069 h 67069"/>
                <a:gd name="connsiteX18" fmla="*/ 77795 w 148806"/>
                <a:gd name="connsiteY18" fmla="*/ 10721 h 67069"/>
                <a:gd name="connsiteX19" fmla="*/ 77795 w 148806"/>
                <a:gd name="connsiteY19" fmla="*/ 67069 h 67069"/>
                <a:gd name="connsiteX20" fmla="*/ 69030 w 148806"/>
                <a:gd name="connsiteY20" fmla="*/ 67069 h 67069"/>
                <a:gd name="connsiteX21" fmla="*/ 69030 w 148806"/>
                <a:gd name="connsiteY21" fmla="*/ 0 h 67069"/>
                <a:gd name="connsiteX22" fmla="*/ 82004 w 148806"/>
                <a:gd name="connsiteY22" fmla="*/ 0 h 67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48806" h="67069">
                  <a:moveTo>
                    <a:pt x="59324" y="0"/>
                  </a:moveTo>
                  <a:lnTo>
                    <a:pt x="59324" y="8725"/>
                  </a:lnTo>
                  <a:lnTo>
                    <a:pt x="34366" y="8725"/>
                  </a:lnTo>
                  <a:lnTo>
                    <a:pt x="34366" y="67069"/>
                  </a:lnTo>
                  <a:lnTo>
                    <a:pt x="24909" y="67069"/>
                  </a:lnTo>
                  <a:lnTo>
                    <a:pt x="24909" y="8725"/>
                  </a:lnTo>
                  <a:lnTo>
                    <a:pt x="0" y="8725"/>
                  </a:lnTo>
                  <a:lnTo>
                    <a:pt x="0" y="0"/>
                  </a:lnTo>
                  <a:lnTo>
                    <a:pt x="59324" y="0"/>
                  </a:lnTo>
                  <a:close/>
                  <a:moveTo>
                    <a:pt x="82004" y="0"/>
                  </a:moveTo>
                  <a:lnTo>
                    <a:pt x="108695" y="55348"/>
                  </a:lnTo>
                  <a:lnTo>
                    <a:pt x="135634" y="0"/>
                  </a:lnTo>
                  <a:lnTo>
                    <a:pt x="148806" y="0"/>
                  </a:lnTo>
                  <a:lnTo>
                    <a:pt x="148806" y="67069"/>
                  </a:lnTo>
                  <a:lnTo>
                    <a:pt x="139843" y="67069"/>
                  </a:lnTo>
                  <a:lnTo>
                    <a:pt x="139843" y="10721"/>
                  </a:lnTo>
                  <a:lnTo>
                    <a:pt x="112409" y="67069"/>
                  </a:lnTo>
                  <a:lnTo>
                    <a:pt x="104685" y="67069"/>
                  </a:lnTo>
                  <a:lnTo>
                    <a:pt x="77795" y="10721"/>
                  </a:lnTo>
                  <a:lnTo>
                    <a:pt x="77795" y="67069"/>
                  </a:lnTo>
                  <a:lnTo>
                    <a:pt x="69030" y="67069"/>
                  </a:lnTo>
                  <a:lnTo>
                    <a:pt x="69030" y="0"/>
                  </a:lnTo>
                  <a:lnTo>
                    <a:pt x="82004" y="0"/>
                  </a:lnTo>
                  <a:close/>
                </a:path>
              </a:pathLst>
            </a:custGeom>
            <a:solidFill>
              <a:srgbClr val="000000"/>
            </a:solidFill>
            <a:ln w="49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>
                <a:latin typeface="Arial" panose="020B0604020202020204" pitchFamily="34" charset="0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C868E11-D2EE-B67B-56EE-402D318C3A3D}"/>
                </a:ext>
              </a:extLst>
            </p:cNvPr>
            <p:cNvSpPr/>
            <p:nvPr/>
          </p:nvSpPr>
          <p:spPr>
            <a:xfrm>
              <a:off x="5383799" y="-2289229"/>
              <a:ext cx="2704120" cy="1193968"/>
            </a:xfrm>
            <a:custGeom>
              <a:avLst/>
              <a:gdLst>
                <a:gd name="connsiteX0" fmla="*/ 2274092 w 2704120"/>
                <a:gd name="connsiteY0" fmla="*/ 656839 h 1193968"/>
                <a:gd name="connsiteX1" fmla="*/ 2394573 w 2704120"/>
                <a:gd name="connsiteY1" fmla="*/ 877063 h 1193968"/>
                <a:gd name="connsiteX2" fmla="*/ 2521145 w 2704120"/>
                <a:gd name="connsiteY2" fmla="*/ 656839 h 1193968"/>
                <a:gd name="connsiteX3" fmla="*/ 2649302 w 2704120"/>
                <a:gd name="connsiteY3" fmla="*/ 656839 h 1193968"/>
                <a:gd name="connsiteX4" fmla="*/ 2452115 w 2704120"/>
                <a:gd name="connsiteY4" fmla="*/ 994464 h 1193968"/>
                <a:gd name="connsiteX5" fmla="*/ 2452115 w 2704120"/>
                <a:gd name="connsiteY5" fmla="*/ 1193969 h 1193968"/>
                <a:gd name="connsiteX6" fmla="*/ 2336982 w 2704120"/>
                <a:gd name="connsiteY6" fmla="*/ 1193969 h 1193968"/>
                <a:gd name="connsiteX7" fmla="*/ 2336982 w 2704120"/>
                <a:gd name="connsiteY7" fmla="*/ 994464 h 1193968"/>
                <a:gd name="connsiteX8" fmla="*/ 2139794 w 2704120"/>
                <a:gd name="connsiteY8" fmla="*/ 656839 h 1193968"/>
                <a:gd name="connsiteX9" fmla="*/ 2274092 w 2704120"/>
                <a:gd name="connsiteY9" fmla="*/ 656839 h 1193968"/>
                <a:gd name="connsiteX10" fmla="*/ 2125681 w 2704120"/>
                <a:gd name="connsiteY10" fmla="*/ 656839 h 1193968"/>
                <a:gd name="connsiteX11" fmla="*/ 2125681 w 2704120"/>
                <a:gd name="connsiteY11" fmla="*/ 755824 h 1193968"/>
                <a:gd name="connsiteX12" fmla="*/ 1970700 w 2704120"/>
                <a:gd name="connsiteY12" fmla="*/ 755824 h 1193968"/>
                <a:gd name="connsiteX13" fmla="*/ 1970700 w 2704120"/>
                <a:gd name="connsiteY13" fmla="*/ 1193969 h 1193968"/>
                <a:gd name="connsiteX14" fmla="*/ 1855601 w 2704120"/>
                <a:gd name="connsiteY14" fmla="*/ 1193969 h 1193968"/>
                <a:gd name="connsiteX15" fmla="*/ 1855601 w 2704120"/>
                <a:gd name="connsiteY15" fmla="*/ 755824 h 1193968"/>
                <a:gd name="connsiteX16" fmla="*/ 1700604 w 2704120"/>
                <a:gd name="connsiteY16" fmla="*/ 755824 h 1193968"/>
                <a:gd name="connsiteX17" fmla="*/ 1700604 w 2704120"/>
                <a:gd name="connsiteY17" fmla="*/ 656839 h 1193968"/>
                <a:gd name="connsiteX18" fmla="*/ 2125681 w 2704120"/>
                <a:gd name="connsiteY18" fmla="*/ 656839 h 1193968"/>
                <a:gd name="connsiteX19" fmla="*/ 1564797 w 2704120"/>
                <a:gd name="connsiteY19" fmla="*/ 656839 h 1193968"/>
                <a:gd name="connsiteX20" fmla="*/ 1449703 w 2704120"/>
                <a:gd name="connsiteY20" fmla="*/ 656839 h 1193968"/>
                <a:gd name="connsiteX21" fmla="*/ 1449703 w 2704120"/>
                <a:gd name="connsiteY21" fmla="*/ 1193969 h 1193968"/>
                <a:gd name="connsiteX22" fmla="*/ 1793538 w 2704120"/>
                <a:gd name="connsiteY22" fmla="*/ 1193969 h 1193968"/>
                <a:gd name="connsiteX23" fmla="*/ 1793538 w 2704120"/>
                <a:gd name="connsiteY23" fmla="*/ 1094984 h 1193968"/>
                <a:gd name="connsiteX24" fmla="*/ 1564797 w 2704120"/>
                <a:gd name="connsiteY24" fmla="*/ 1094984 h 1193968"/>
                <a:gd name="connsiteX25" fmla="*/ 1564797 w 2704120"/>
                <a:gd name="connsiteY25" fmla="*/ 656839 h 1193968"/>
                <a:gd name="connsiteX26" fmla="*/ 1080603 w 2704120"/>
                <a:gd name="connsiteY26" fmla="*/ 656839 h 1193968"/>
                <a:gd name="connsiteX27" fmla="*/ 1218724 w 2704120"/>
                <a:gd name="connsiteY27" fmla="*/ 656839 h 1193968"/>
                <a:gd name="connsiteX28" fmla="*/ 1413623 w 2704120"/>
                <a:gd name="connsiteY28" fmla="*/ 1193969 h 1193968"/>
                <a:gd name="connsiteX29" fmla="*/ 1290087 w 2704120"/>
                <a:gd name="connsiteY29" fmla="*/ 1193969 h 1193968"/>
                <a:gd name="connsiteX30" fmla="*/ 1248648 w 2704120"/>
                <a:gd name="connsiteY30" fmla="*/ 1076567 h 1193968"/>
                <a:gd name="connsiteX31" fmla="*/ 1044543 w 2704120"/>
                <a:gd name="connsiteY31" fmla="*/ 1076567 h 1193968"/>
                <a:gd name="connsiteX32" fmla="*/ 1003105 w 2704120"/>
                <a:gd name="connsiteY32" fmla="*/ 1193969 h 1193968"/>
                <a:gd name="connsiteX33" fmla="*/ 884169 w 2704120"/>
                <a:gd name="connsiteY33" fmla="*/ 1193969 h 1193968"/>
                <a:gd name="connsiteX34" fmla="*/ 1080603 w 2704120"/>
                <a:gd name="connsiteY34" fmla="*/ 656839 h 1193968"/>
                <a:gd name="connsiteX35" fmla="*/ 1217189 w 2704120"/>
                <a:gd name="connsiteY35" fmla="*/ 983723 h 1193968"/>
                <a:gd name="connsiteX36" fmla="*/ 1145826 w 2704120"/>
                <a:gd name="connsiteY36" fmla="*/ 779613 h 1193968"/>
                <a:gd name="connsiteX37" fmla="*/ 1075235 w 2704120"/>
                <a:gd name="connsiteY37" fmla="*/ 983723 h 1193968"/>
                <a:gd name="connsiteX38" fmla="*/ 1217189 w 2704120"/>
                <a:gd name="connsiteY38" fmla="*/ 983723 h 1193968"/>
                <a:gd name="connsiteX39" fmla="*/ 844830 w 2704120"/>
                <a:gd name="connsiteY39" fmla="*/ 656839 h 1193968"/>
                <a:gd name="connsiteX40" fmla="*/ 844830 w 2704120"/>
                <a:gd name="connsiteY40" fmla="*/ 755824 h 1193968"/>
                <a:gd name="connsiteX41" fmla="*/ 599287 w 2704120"/>
                <a:gd name="connsiteY41" fmla="*/ 755824 h 1193968"/>
                <a:gd name="connsiteX42" fmla="*/ 599287 w 2704120"/>
                <a:gd name="connsiteY42" fmla="*/ 876295 h 1193968"/>
                <a:gd name="connsiteX43" fmla="*/ 798792 w 2704120"/>
                <a:gd name="connsiteY43" fmla="*/ 876295 h 1193968"/>
                <a:gd name="connsiteX44" fmla="*/ 798792 w 2704120"/>
                <a:gd name="connsiteY44" fmla="*/ 970675 h 1193968"/>
                <a:gd name="connsiteX45" fmla="*/ 599287 w 2704120"/>
                <a:gd name="connsiteY45" fmla="*/ 970675 h 1193968"/>
                <a:gd name="connsiteX46" fmla="*/ 599287 w 2704120"/>
                <a:gd name="connsiteY46" fmla="*/ 1094984 h 1193968"/>
                <a:gd name="connsiteX47" fmla="*/ 853273 w 2704120"/>
                <a:gd name="connsiteY47" fmla="*/ 1094984 h 1193968"/>
                <a:gd name="connsiteX48" fmla="*/ 853273 w 2704120"/>
                <a:gd name="connsiteY48" fmla="*/ 1193969 h 1193968"/>
                <a:gd name="connsiteX49" fmla="*/ 484188 w 2704120"/>
                <a:gd name="connsiteY49" fmla="*/ 1193969 h 1193968"/>
                <a:gd name="connsiteX50" fmla="*/ 484188 w 2704120"/>
                <a:gd name="connsiteY50" fmla="*/ 656839 h 1193968"/>
                <a:gd name="connsiteX51" fmla="*/ 844830 w 2704120"/>
                <a:gd name="connsiteY51" fmla="*/ 656839 h 1193968"/>
                <a:gd name="connsiteX52" fmla="*/ 321898 w 2704120"/>
                <a:gd name="connsiteY52" fmla="*/ 678707 h 1193968"/>
                <a:gd name="connsiteX53" fmla="*/ 391339 w 2704120"/>
                <a:gd name="connsiteY53" fmla="*/ 741245 h 1193968"/>
                <a:gd name="connsiteX54" fmla="*/ 415891 w 2704120"/>
                <a:gd name="connsiteY54" fmla="*/ 835630 h 1193968"/>
                <a:gd name="connsiteX55" fmla="*/ 391339 w 2704120"/>
                <a:gd name="connsiteY55" fmla="*/ 926553 h 1193968"/>
                <a:gd name="connsiteX56" fmla="*/ 323814 w 2704120"/>
                <a:gd name="connsiteY56" fmla="*/ 986788 h 1193968"/>
                <a:gd name="connsiteX57" fmla="*/ 429702 w 2704120"/>
                <a:gd name="connsiteY57" fmla="*/ 1193969 h 1193968"/>
                <a:gd name="connsiteX58" fmla="*/ 302327 w 2704120"/>
                <a:gd name="connsiteY58" fmla="*/ 1193969 h 1193968"/>
                <a:gd name="connsiteX59" fmla="*/ 212548 w 2704120"/>
                <a:gd name="connsiteY59" fmla="*/ 1013648 h 1193968"/>
                <a:gd name="connsiteX60" fmla="*/ 115098 w 2704120"/>
                <a:gd name="connsiteY60" fmla="*/ 1013648 h 1193968"/>
                <a:gd name="connsiteX61" fmla="*/ 115098 w 2704120"/>
                <a:gd name="connsiteY61" fmla="*/ 1193969 h 1193968"/>
                <a:gd name="connsiteX62" fmla="*/ 0 w 2704120"/>
                <a:gd name="connsiteY62" fmla="*/ 1193969 h 1193968"/>
                <a:gd name="connsiteX63" fmla="*/ 0 w 2704120"/>
                <a:gd name="connsiteY63" fmla="*/ 656839 h 1193968"/>
                <a:gd name="connsiteX64" fmla="*/ 218689 w 2704120"/>
                <a:gd name="connsiteY64" fmla="*/ 656839 h 1193968"/>
                <a:gd name="connsiteX65" fmla="*/ 321898 w 2704120"/>
                <a:gd name="connsiteY65" fmla="*/ 678707 h 1193968"/>
                <a:gd name="connsiteX66" fmla="*/ 209483 w 2704120"/>
                <a:gd name="connsiteY66" fmla="*/ 917728 h 1193968"/>
                <a:gd name="connsiteX67" fmla="*/ 274319 w 2704120"/>
                <a:gd name="connsiteY67" fmla="*/ 895479 h 1193968"/>
                <a:gd name="connsiteX68" fmla="*/ 298495 w 2704120"/>
                <a:gd name="connsiteY68" fmla="*/ 835630 h 1193968"/>
                <a:gd name="connsiteX69" fmla="*/ 274319 w 2704120"/>
                <a:gd name="connsiteY69" fmla="*/ 775008 h 1193968"/>
                <a:gd name="connsiteX70" fmla="*/ 209483 w 2704120"/>
                <a:gd name="connsiteY70" fmla="*/ 752753 h 1193968"/>
                <a:gd name="connsiteX71" fmla="*/ 115098 w 2704120"/>
                <a:gd name="connsiteY71" fmla="*/ 752753 h 1193968"/>
                <a:gd name="connsiteX72" fmla="*/ 115098 w 2704120"/>
                <a:gd name="connsiteY72" fmla="*/ 917728 h 1193968"/>
                <a:gd name="connsiteX73" fmla="*/ 209483 w 2704120"/>
                <a:gd name="connsiteY73" fmla="*/ 917728 h 1193968"/>
                <a:gd name="connsiteX74" fmla="*/ 2475389 w 2704120"/>
                <a:gd name="connsiteY74" fmla="*/ 442750 h 1193968"/>
                <a:gd name="connsiteX75" fmla="*/ 2475389 w 2704120"/>
                <a:gd name="connsiteY75" fmla="*/ 4605 h 1193968"/>
                <a:gd name="connsiteX76" fmla="*/ 2360306 w 2704120"/>
                <a:gd name="connsiteY76" fmla="*/ 4605 h 1193968"/>
                <a:gd name="connsiteX77" fmla="*/ 2360306 w 2704120"/>
                <a:gd name="connsiteY77" fmla="*/ 541735 h 1193968"/>
                <a:gd name="connsiteX78" fmla="*/ 2704120 w 2704120"/>
                <a:gd name="connsiteY78" fmla="*/ 541735 h 1193968"/>
                <a:gd name="connsiteX79" fmla="*/ 2704120 w 2704120"/>
                <a:gd name="connsiteY79" fmla="*/ 442750 h 1193968"/>
                <a:gd name="connsiteX80" fmla="*/ 2475389 w 2704120"/>
                <a:gd name="connsiteY80" fmla="*/ 442750 h 1193968"/>
                <a:gd name="connsiteX81" fmla="*/ 1991211 w 2704120"/>
                <a:gd name="connsiteY81" fmla="*/ 4605 h 1193968"/>
                <a:gd name="connsiteX82" fmla="*/ 2129346 w 2704120"/>
                <a:gd name="connsiteY82" fmla="*/ 4605 h 1193968"/>
                <a:gd name="connsiteX83" fmla="*/ 2324255 w 2704120"/>
                <a:gd name="connsiteY83" fmla="*/ 541735 h 1193968"/>
                <a:gd name="connsiteX84" fmla="*/ 2200704 w 2704120"/>
                <a:gd name="connsiteY84" fmla="*/ 541735 h 1193968"/>
                <a:gd name="connsiteX85" fmla="*/ 2159256 w 2704120"/>
                <a:gd name="connsiteY85" fmla="*/ 424334 h 1193968"/>
                <a:gd name="connsiteX86" fmla="*/ 1955150 w 2704120"/>
                <a:gd name="connsiteY86" fmla="*/ 424334 h 1193968"/>
                <a:gd name="connsiteX87" fmla="*/ 1913712 w 2704120"/>
                <a:gd name="connsiteY87" fmla="*/ 541735 h 1193968"/>
                <a:gd name="connsiteX88" fmla="*/ 1794776 w 2704120"/>
                <a:gd name="connsiteY88" fmla="*/ 541735 h 1193968"/>
                <a:gd name="connsiteX89" fmla="*/ 1991211 w 2704120"/>
                <a:gd name="connsiteY89" fmla="*/ 4605 h 1193968"/>
                <a:gd name="connsiteX90" fmla="*/ 2127811 w 2704120"/>
                <a:gd name="connsiteY90" fmla="*/ 331485 h 1193968"/>
                <a:gd name="connsiteX91" fmla="*/ 2056453 w 2704120"/>
                <a:gd name="connsiteY91" fmla="*/ 127379 h 1193968"/>
                <a:gd name="connsiteX92" fmla="*/ 1985843 w 2704120"/>
                <a:gd name="connsiteY92" fmla="*/ 331485 h 1193968"/>
                <a:gd name="connsiteX93" fmla="*/ 2127811 w 2704120"/>
                <a:gd name="connsiteY93" fmla="*/ 331485 h 1193968"/>
                <a:gd name="connsiteX94" fmla="*/ 1862306 w 2704120"/>
                <a:gd name="connsiteY94" fmla="*/ 4605 h 1193968"/>
                <a:gd name="connsiteX95" fmla="*/ 1862306 w 2704120"/>
                <a:gd name="connsiteY95" fmla="*/ 103590 h 1193968"/>
                <a:gd name="connsiteX96" fmla="*/ 1707305 w 2704120"/>
                <a:gd name="connsiteY96" fmla="*/ 103590 h 1193968"/>
                <a:gd name="connsiteX97" fmla="*/ 1707305 w 2704120"/>
                <a:gd name="connsiteY97" fmla="*/ 541735 h 1193968"/>
                <a:gd name="connsiteX98" fmla="*/ 1592206 w 2704120"/>
                <a:gd name="connsiteY98" fmla="*/ 541735 h 1193968"/>
                <a:gd name="connsiteX99" fmla="*/ 1592206 w 2704120"/>
                <a:gd name="connsiteY99" fmla="*/ 103590 h 1193968"/>
                <a:gd name="connsiteX100" fmla="*/ 1437204 w 2704120"/>
                <a:gd name="connsiteY100" fmla="*/ 103590 h 1193968"/>
                <a:gd name="connsiteX101" fmla="*/ 1437204 w 2704120"/>
                <a:gd name="connsiteY101" fmla="*/ 4605 h 1193968"/>
                <a:gd name="connsiteX102" fmla="*/ 1862306 w 2704120"/>
                <a:gd name="connsiteY102" fmla="*/ 4605 h 1193968"/>
                <a:gd name="connsiteX103" fmla="*/ 1390393 w 2704120"/>
                <a:gd name="connsiteY103" fmla="*/ 4605 h 1193968"/>
                <a:gd name="connsiteX104" fmla="*/ 1390393 w 2704120"/>
                <a:gd name="connsiteY104" fmla="*/ 541735 h 1193968"/>
                <a:gd name="connsiteX105" fmla="*/ 1275300 w 2704120"/>
                <a:gd name="connsiteY105" fmla="*/ 541735 h 1193968"/>
                <a:gd name="connsiteX106" fmla="*/ 1275300 w 2704120"/>
                <a:gd name="connsiteY106" fmla="*/ 4605 h 1193968"/>
                <a:gd name="connsiteX107" fmla="*/ 1390393 w 2704120"/>
                <a:gd name="connsiteY107" fmla="*/ 4605 h 1193968"/>
                <a:gd name="connsiteX108" fmla="*/ 817590 w 2704120"/>
                <a:gd name="connsiteY108" fmla="*/ 33763 h 1193968"/>
                <a:gd name="connsiteX109" fmla="*/ 959161 w 2704120"/>
                <a:gd name="connsiteY109" fmla="*/ 0 h 1193968"/>
                <a:gd name="connsiteX110" fmla="*/ 1073488 w 2704120"/>
                <a:gd name="connsiteY110" fmla="*/ 24557 h 1193968"/>
                <a:gd name="connsiteX111" fmla="*/ 1155210 w 2704120"/>
                <a:gd name="connsiteY111" fmla="*/ 93617 h 1193968"/>
                <a:gd name="connsiteX112" fmla="*/ 1193191 w 2704120"/>
                <a:gd name="connsiteY112" fmla="*/ 195672 h 1193968"/>
                <a:gd name="connsiteX113" fmla="*/ 1079628 w 2704120"/>
                <a:gd name="connsiteY113" fmla="*/ 195672 h 1193968"/>
                <a:gd name="connsiteX114" fmla="*/ 1036655 w 2704120"/>
                <a:gd name="connsiteY114" fmla="*/ 123923 h 1193968"/>
                <a:gd name="connsiteX115" fmla="*/ 956086 w 2704120"/>
                <a:gd name="connsiteY115" fmla="*/ 97455 h 1193968"/>
                <a:gd name="connsiteX116" fmla="*/ 878588 w 2704120"/>
                <a:gd name="connsiteY116" fmla="*/ 119704 h 1193968"/>
                <a:gd name="connsiteX117" fmla="*/ 827944 w 2704120"/>
                <a:gd name="connsiteY117" fmla="*/ 181856 h 1193968"/>
                <a:gd name="connsiteX118" fmla="*/ 810295 w 2704120"/>
                <a:gd name="connsiteY118" fmla="*/ 273170 h 1193968"/>
                <a:gd name="connsiteX119" fmla="*/ 849044 w 2704120"/>
                <a:gd name="connsiteY119" fmla="*/ 400545 h 1193968"/>
                <a:gd name="connsiteX120" fmla="*/ 956086 w 2704120"/>
                <a:gd name="connsiteY120" fmla="*/ 448886 h 1193968"/>
                <a:gd name="connsiteX121" fmla="*/ 1044330 w 2704120"/>
                <a:gd name="connsiteY121" fmla="*/ 421650 h 1193968"/>
                <a:gd name="connsiteX122" fmla="*/ 1090374 w 2704120"/>
                <a:gd name="connsiteY122" fmla="*/ 341463 h 1193968"/>
                <a:gd name="connsiteX123" fmla="*/ 1090374 w 2704120"/>
                <a:gd name="connsiteY123" fmla="*/ 334555 h 1193968"/>
                <a:gd name="connsiteX124" fmla="*/ 956854 w 2704120"/>
                <a:gd name="connsiteY124" fmla="*/ 334555 h 1193968"/>
                <a:gd name="connsiteX125" fmla="*/ 956854 w 2704120"/>
                <a:gd name="connsiteY125" fmla="*/ 243246 h 1193968"/>
                <a:gd name="connsiteX126" fmla="*/ 1197029 w 2704120"/>
                <a:gd name="connsiteY126" fmla="*/ 243246 h 1193968"/>
                <a:gd name="connsiteX127" fmla="*/ 1197029 w 2704120"/>
                <a:gd name="connsiteY127" fmla="*/ 541735 h 1193968"/>
                <a:gd name="connsiteX128" fmla="*/ 1117228 w 2704120"/>
                <a:gd name="connsiteY128" fmla="*/ 541735 h 1193968"/>
                <a:gd name="connsiteX129" fmla="*/ 1104947 w 2704120"/>
                <a:gd name="connsiteY129" fmla="*/ 474978 h 1193968"/>
                <a:gd name="connsiteX130" fmla="*/ 1041265 w 2704120"/>
                <a:gd name="connsiteY130" fmla="*/ 526389 h 1193968"/>
                <a:gd name="connsiteX131" fmla="*/ 948416 w 2704120"/>
                <a:gd name="connsiteY131" fmla="*/ 546341 h 1193968"/>
                <a:gd name="connsiteX132" fmla="*/ 814514 w 2704120"/>
                <a:gd name="connsiteY132" fmla="*/ 512578 h 1193968"/>
                <a:gd name="connsiteX133" fmla="*/ 724740 w 2704120"/>
                <a:gd name="connsiteY133" fmla="*/ 416663 h 1193968"/>
                <a:gd name="connsiteX134" fmla="*/ 692899 w 2704120"/>
                <a:gd name="connsiteY134" fmla="*/ 273170 h 1193968"/>
                <a:gd name="connsiteX135" fmla="*/ 725126 w 2704120"/>
                <a:gd name="connsiteY135" fmla="*/ 129296 h 1193968"/>
                <a:gd name="connsiteX136" fmla="*/ 817590 w 2704120"/>
                <a:gd name="connsiteY136" fmla="*/ 33763 h 1193968"/>
                <a:gd name="connsiteX137" fmla="*/ 633044 w 2704120"/>
                <a:gd name="connsiteY137" fmla="*/ 4605 h 1193968"/>
                <a:gd name="connsiteX138" fmla="*/ 633044 w 2704120"/>
                <a:gd name="connsiteY138" fmla="*/ 541735 h 1193968"/>
                <a:gd name="connsiteX139" fmla="*/ 517946 w 2704120"/>
                <a:gd name="connsiteY139" fmla="*/ 541735 h 1193968"/>
                <a:gd name="connsiteX140" fmla="*/ 517946 w 2704120"/>
                <a:gd name="connsiteY140" fmla="*/ 4605 h 1193968"/>
                <a:gd name="connsiteX141" fmla="*/ 633044 w 2704120"/>
                <a:gd name="connsiteY141" fmla="*/ 4605 h 1193968"/>
                <a:gd name="connsiteX142" fmla="*/ 186466 w 2704120"/>
                <a:gd name="connsiteY142" fmla="*/ 4605 h 1193968"/>
                <a:gd name="connsiteX143" fmla="*/ 328806 w 2704120"/>
                <a:gd name="connsiteY143" fmla="*/ 38754 h 1193968"/>
                <a:gd name="connsiteX144" fmla="*/ 423948 w 2704120"/>
                <a:gd name="connsiteY144" fmla="*/ 133901 h 1193968"/>
                <a:gd name="connsiteX145" fmla="*/ 457329 w 2704120"/>
                <a:gd name="connsiteY145" fmla="*/ 273170 h 1193968"/>
                <a:gd name="connsiteX146" fmla="*/ 423948 w 2704120"/>
                <a:gd name="connsiteY146" fmla="*/ 412439 h 1193968"/>
                <a:gd name="connsiteX147" fmla="*/ 328806 w 2704120"/>
                <a:gd name="connsiteY147" fmla="*/ 507586 h 1193968"/>
                <a:gd name="connsiteX148" fmla="*/ 186466 w 2704120"/>
                <a:gd name="connsiteY148" fmla="*/ 541735 h 1193968"/>
                <a:gd name="connsiteX149" fmla="*/ 0 w 2704120"/>
                <a:gd name="connsiteY149" fmla="*/ 541735 h 1193968"/>
                <a:gd name="connsiteX150" fmla="*/ 0 w 2704120"/>
                <a:gd name="connsiteY150" fmla="*/ 4605 h 1193968"/>
                <a:gd name="connsiteX151" fmla="*/ 186466 w 2704120"/>
                <a:gd name="connsiteY151" fmla="*/ 4605 h 1193968"/>
                <a:gd name="connsiteX152" fmla="*/ 299644 w 2704120"/>
                <a:gd name="connsiteY152" fmla="*/ 398628 h 1193968"/>
                <a:gd name="connsiteX153" fmla="*/ 339928 w 2704120"/>
                <a:gd name="connsiteY153" fmla="*/ 273170 h 1193968"/>
                <a:gd name="connsiteX154" fmla="*/ 299644 w 2704120"/>
                <a:gd name="connsiteY154" fmla="*/ 147712 h 1193968"/>
                <a:gd name="connsiteX155" fmla="*/ 186466 w 2704120"/>
                <a:gd name="connsiteY155" fmla="*/ 100520 h 1193968"/>
                <a:gd name="connsiteX156" fmla="*/ 115098 w 2704120"/>
                <a:gd name="connsiteY156" fmla="*/ 100520 h 1193968"/>
                <a:gd name="connsiteX157" fmla="*/ 115098 w 2704120"/>
                <a:gd name="connsiteY157" fmla="*/ 445816 h 1193968"/>
                <a:gd name="connsiteX158" fmla="*/ 186466 w 2704120"/>
                <a:gd name="connsiteY158" fmla="*/ 445816 h 1193968"/>
                <a:gd name="connsiteX159" fmla="*/ 299644 w 2704120"/>
                <a:gd name="connsiteY159" fmla="*/ 398628 h 1193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</a:cxnLst>
              <a:rect l="l" t="t" r="r" b="b"/>
              <a:pathLst>
                <a:path w="2704120" h="1193968">
                  <a:moveTo>
                    <a:pt x="2274092" y="656839"/>
                  </a:moveTo>
                  <a:lnTo>
                    <a:pt x="2394573" y="877063"/>
                  </a:lnTo>
                  <a:lnTo>
                    <a:pt x="2521145" y="656839"/>
                  </a:lnTo>
                  <a:lnTo>
                    <a:pt x="2649302" y="656839"/>
                  </a:lnTo>
                  <a:lnTo>
                    <a:pt x="2452115" y="994464"/>
                  </a:lnTo>
                  <a:lnTo>
                    <a:pt x="2452115" y="1193969"/>
                  </a:lnTo>
                  <a:lnTo>
                    <a:pt x="2336982" y="1193969"/>
                  </a:lnTo>
                  <a:lnTo>
                    <a:pt x="2336982" y="994464"/>
                  </a:lnTo>
                  <a:lnTo>
                    <a:pt x="2139794" y="656839"/>
                  </a:lnTo>
                  <a:lnTo>
                    <a:pt x="2274092" y="656839"/>
                  </a:lnTo>
                  <a:close/>
                  <a:moveTo>
                    <a:pt x="2125681" y="656839"/>
                  </a:moveTo>
                  <a:lnTo>
                    <a:pt x="2125681" y="755824"/>
                  </a:lnTo>
                  <a:lnTo>
                    <a:pt x="1970700" y="755824"/>
                  </a:lnTo>
                  <a:lnTo>
                    <a:pt x="1970700" y="1193969"/>
                  </a:lnTo>
                  <a:lnTo>
                    <a:pt x="1855601" y="1193969"/>
                  </a:lnTo>
                  <a:lnTo>
                    <a:pt x="1855601" y="755824"/>
                  </a:lnTo>
                  <a:lnTo>
                    <a:pt x="1700604" y="755824"/>
                  </a:lnTo>
                  <a:lnTo>
                    <a:pt x="1700604" y="656839"/>
                  </a:lnTo>
                  <a:lnTo>
                    <a:pt x="2125681" y="656839"/>
                  </a:lnTo>
                  <a:close/>
                  <a:moveTo>
                    <a:pt x="1564797" y="656839"/>
                  </a:moveTo>
                  <a:lnTo>
                    <a:pt x="1449703" y="656839"/>
                  </a:lnTo>
                  <a:lnTo>
                    <a:pt x="1449703" y="1193969"/>
                  </a:lnTo>
                  <a:lnTo>
                    <a:pt x="1793538" y="1193969"/>
                  </a:lnTo>
                  <a:lnTo>
                    <a:pt x="1793538" y="1094984"/>
                  </a:lnTo>
                  <a:lnTo>
                    <a:pt x="1564797" y="1094984"/>
                  </a:lnTo>
                  <a:lnTo>
                    <a:pt x="1564797" y="656839"/>
                  </a:lnTo>
                  <a:close/>
                  <a:moveTo>
                    <a:pt x="1080603" y="656839"/>
                  </a:moveTo>
                  <a:lnTo>
                    <a:pt x="1218724" y="656839"/>
                  </a:lnTo>
                  <a:lnTo>
                    <a:pt x="1413623" y="1193969"/>
                  </a:lnTo>
                  <a:lnTo>
                    <a:pt x="1290087" y="1193969"/>
                  </a:lnTo>
                  <a:lnTo>
                    <a:pt x="1248648" y="1076567"/>
                  </a:lnTo>
                  <a:lnTo>
                    <a:pt x="1044543" y="1076567"/>
                  </a:lnTo>
                  <a:lnTo>
                    <a:pt x="1003105" y="1193969"/>
                  </a:lnTo>
                  <a:lnTo>
                    <a:pt x="884169" y="1193969"/>
                  </a:lnTo>
                  <a:lnTo>
                    <a:pt x="1080603" y="656839"/>
                  </a:lnTo>
                  <a:close/>
                  <a:moveTo>
                    <a:pt x="1217189" y="983723"/>
                  </a:moveTo>
                  <a:lnTo>
                    <a:pt x="1145826" y="779613"/>
                  </a:lnTo>
                  <a:lnTo>
                    <a:pt x="1075235" y="983723"/>
                  </a:lnTo>
                  <a:lnTo>
                    <a:pt x="1217189" y="983723"/>
                  </a:lnTo>
                  <a:close/>
                  <a:moveTo>
                    <a:pt x="844830" y="656839"/>
                  </a:moveTo>
                  <a:lnTo>
                    <a:pt x="844830" y="755824"/>
                  </a:lnTo>
                  <a:lnTo>
                    <a:pt x="599287" y="755824"/>
                  </a:lnTo>
                  <a:lnTo>
                    <a:pt x="599287" y="876295"/>
                  </a:lnTo>
                  <a:lnTo>
                    <a:pt x="798792" y="876295"/>
                  </a:lnTo>
                  <a:lnTo>
                    <a:pt x="798792" y="970675"/>
                  </a:lnTo>
                  <a:lnTo>
                    <a:pt x="599287" y="970675"/>
                  </a:lnTo>
                  <a:lnTo>
                    <a:pt x="599287" y="1094984"/>
                  </a:lnTo>
                  <a:lnTo>
                    <a:pt x="853273" y="1094984"/>
                  </a:lnTo>
                  <a:lnTo>
                    <a:pt x="853273" y="1193969"/>
                  </a:lnTo>
                  <a:lnTo>
                    <a:pt x="484188" y="1193969"/>
                  </a:lnTo>
                  <a:lnTo>
                    <a:pt x="484188" y="656839"/>
                  </a:lnTo>
                  <a:lnTo>
                    <a:pt x="844830" y="656839"/>
                  </a:lnTo>
                  <a:close/>
                  <a:moveTo>
                    <a:pt x="321898" y="678707"/>
                  </a:moveTo>
                  <a:cubicBezTo>
                    <a:pt x="351822" y="693290"/>
                    <a:pt x="374968" y="714133"/>
                    <a:pt x="391339" y="741245"/>
                  </a:cubicBezTo>
                  <a:cubicBezTo>
                    <a:pt x="407710" y="768357"/>
                    <a:pt x="415891" y="799817"/>
                    <a:pt x="415891" y="835630"/>
                  </a:cubicBezTo>
                  <a:cubicBezTo>
                    <a:pt x="415891" y="869897"/>
                    <a:pt x="407710" y="900208"/>
                    <a:pt x="391339" y="926553"/>
                  </a:cubicBezTo>
                  <a:cubicBezTo>
                    <a:pt x="374968" y="952902"/>
                    <a:pt x="352461" y="972977"/>
                    <a:pt x="323814" y="986788"/>
                  </a:cubicBezTo>
                  <a:lnTo>
                    <a:pt x="429702" y="1193969"/>
                  </a:lnTo>
                  <a:lnTo>
                    <a:pt x="302327" y="1193969"/>
                  </a:lnTo>
                  <a:lnTo>
                    <a:pt x="212548" y="1013648"/>
                  </a:lnTo>
                  <a:lnTo>
                    <a:pt x="115098" y="1013648"/>
                  </a:lnTo>
                  <a:lnTo>
                    <a:pt x="115098" y="1193969"/>
                  </a:lnTo>
                  <a:lnTo>
                    <a:pt x="0" y="1193969"/>
                  </a:lnTo>
                  <a:lnTo>
                    <a:pt x="0" y="656839"/>
                  </a:lnTo>
                  <a:lnTo>
                    <a:pt x="218689" y="656839"/>
                  </a:lnTo>
                  <a:cubicBezTo>
                    <a:pt x="257567" y="656839"/>
                    <a:pt x="291973" y="664128"/>
                    <a:pt x="321898" y="678707"/>
                  </a:cubicBezTo>
                  <a:close/>
                  <a:moveTo>
                    <a:pt x="209483" y="917728"/>
                  </a:moveTo>
                  <a:cubicBezTo>
                    <a:pt x="236595" y="917728"/>
                    <a:pt x="258206" y="910315"/>
                    <a:pt x="274319" y="895479"/>
                  </a:cubicBezTo>
                  <a:cubicBezTo>
                    <a:pt x="290438" y="880643"/>
                    <a:pt x="298495" y="860691"/>
                    <a:pt x="298495" y="835630"/>
                  </a:cubicBezTo>
                  <a:cubicBezTo>
                    <a:pt x="298495" y="810048"/>
                    <a:pt x="290438" y="789844"/>
                    <a:pt x="274319" y="775008"/>
                  </a:cubicBezTo>
                  <a:cubicBezTo>
                    <a:pt x="258206" y="760172"/>
                    <a:pt x="236595" y="752753"/>
                    <a:pt x="209483" y="752753"/>
                  </a:cubicBezTo>
                  <a:lnTo>
                    <a:pt x="115098" y="752753"/>
                  </a:lnTo>
                  <a:lnTo>
                    <a:pt x="115098" y="917728"/>
                  </a:lnTo>
                  <a:lnTo>
                    <a:pt x="209483" y="917728"/>
                  </a:lnTo>
                  <a:close/>
                  <a:moveTo>
                    <a:pt x="2475389" y="442750"/>
                  </a:moveTo>
                  <a:lnTo>
                    <a:pt x="2475389" y="4605"/>
                  </a:lnTo>
                  <a:lnTo>
                    <a:pt x="2360306" y="4605"/>
                  </a:lnTo>
                  <a:lnTo>
                    <a:pt x="2360306" y="541735"/>
                  </a:lnTo>
                  <a:lnTo>
                    <a:pt x="2704120" y="541735"/>
                  </a:lnTo>
                  <a:lnTo>
                    <a:pt x="2704120" y="442750"/>
                  </a:lnTo>
                  <a:lnTo>
                    <a:pt x="2475389" y="442750"/>
                  </a:lnTo>
                  <a:close/>
                  <a:moveTo>
                    <a:pt x="1991211" y="4605"/>
                  </a:moveTo>
                  <a:lnTo>
                    <a:pt x="2129346" y="4605"/>
                  </a:lnTo>
                  <a:lnTo>
                    <a:pt x="2324255" y="541735"/>
                  </a:lnTo>
                  <a:lnTo>
                    <a:pt x="2200704" y="541735"/>
                  </a:lnTo>
                  <a:lnTo>
                    <a:pt x="2159256" y="424334"/>
                  </a:lnTo>
                  <a:lnTo>
                    <a:pt x="1955150" y="424334"/>
                  </a:lnTo>
                  <a:lnTo>
                    <a:pt x="1913712" y="541735"/>
                  </a:lnTo>
                  <a:lnTo>
                    <a:pt x="1794776" y="541735"/>
                  </a:lnTo>
                  <a:lnTo>
                    <a:pt x="1991211" y="4605"/>
                  </a:lnTo>
                  <a:close/>
                  <a:moveTo>
                    <a:pt x="2127811" y="331485"/>
                  </a:moveTo>
                  <a:lnTo>
                    <a:pt x="2056453" y="127379"/>
                  </a:lnTo>
                  <a:lnTo>
                    <a:pt x="1985843" y="331485"/>
                  </a:lnTo>
                  <a:lnTo>
                    <a:pt x="2127811" y="331485"/>
                  </a:lnTo>
                  <a:close/>
                  <a:moveTo>
                    <a:pt x="1862306" y="4605"/>
                  </a:moveTo>
                  <a:lnTo>
                    <a:pt x="1862306" y="103590"/>
                  </a:lnTo>
                  <a:lnTo>
                    <a:pt x="1707305" y="103590"/>
                  </a:lnTo>
                  <a:lnTo>
                    <a:pt x="1707305" y="541735"/>
                  </a:lnTo>
                  <a:lnTo>
                    <a:pt x="1592206" y="541735"/>
                  </a:lnTo>
                  <a:lnTo>
                    <a:pt x="1592206" y="103590"/>
                  </a:lnTo>
                  <a:lnTo>
                    <a:pt x="1437204" y="103590"/>
                  </a:lnTo>
                  <a:lnTo>
                    <a:pt x="1437204" y="4605"/>
                  </a:lnTo>
                  <a:lnTo>
                    <a:pt x="1862306" y="4605"/>
                  </a:lnTo>
                  <a:close/>
                  <a:moveTo>
                    <a:pt x="1390393" y="4605"/>
                  </a:moveTo>
                  <a:lnTo>
                    <a:pt x="1390393" y="541735"/>
                  </a:lnTo>
                  <a:lnTo>
                    <a:pt x="1275300" y="541735"/>
                  </a:lnTo>
                  <a:lnTo>
                    <a:pt x="1275300" y="4605"/>
                  </a:lnTo>
                  <a:lnTo>
                    <a:pt x="1390393" y="4605"/>
                  </a:lnTo>
                  <a:close/>
                  <a:moveTo>
                    <a:pt x="817590" y="33763"/>
                  </a:moveTo>
                  <a:cubicBezTo>
                    <a:pt x="857740" y="11256"/>
                    <a:pt x="904932" y="0"/>
                    <a:pt x="959161" y="0"/>
                  </a:cubicBezTo>
                  <a:cubicBezTo>
                    <a:pt x="1001620" y="0"/>
                    <a:pt x="1039730" y="8186"/>
                    <a:pt x="1073488" y="24557"/>
                  </a:cubicBezTo>
                  <a:cubicBezTo>
                    <a:pt x="1107255" y="40923"/>
                    <a:pt x="1134491" y="63945"/>
                    <a:pt x="1155210" y="93617"/>
                  </a:cubicBezTo>
                  <a:cubicBezTo>
                    <a:pt x="1175929" y="123284"/>
                    <a:pt x="1188591" y="157304"/>
                    <a:pt x="1193191" y="195672"/>
                  </a:cubicBezTo>
                  <a:lnTo>
                    <a:pt x="1079628" y="195672"/>
                  </a:lnTo>
                  <a:cubicBezTo>
                    <a:pt x="1072462" y="165485"/>
                    <a:pt x="1058146" y="141572"/>
                    <a:pt x="1036655" y="123923"/>
                  </a:cubicBezTo>
                  <a:cubicBezTo>
                    <a:pt x="1015173" y="106274"/>
                    <a:pt x="988318" y="97455"/>
                    <a:pt x="956086" y="97455"/>
                  </a:cubicBezTo>
                  <a:cubicBezTo>
                    <a:pt x="926419" y="97455"/>
                    <a:pt x="900585" y="104868"/>
                    <a:pt x="878588" y="119704"/>
                  </a:cubicBezTo>
                  <a:cubicBezTo>
                    <a:pt x="856591" y="134540"/>
                    <a:pt x="839710" y="155259"/>
                    <a:pt x="827944" y="181856"/>
                  </a:cubicBezTo>
                  <a:cubicBezTo>
                    <a:pt x="816178" y="208458"/>
                    <a:pt x="810295" y="238898"/>
                    <a:pt x="810295" y="273170"/>
                  </a:cubicBezTo>
                  <a:cubicBezTo>
                    <a:pt x="810295" y="325859"/>
                    <a:pt x="823215" y="368317"/>
                    <a:pt x="849044" y="400545"/>
                  </a:cubicBezTo>
                  <a:cubicBezTo>
                    <a:pt x="874879" y="432772"/>
                    <a:pt x="910563" y="448886"/>
                    <a:pt x="956086" y="448886"/>
                  </a:cubicBezTo>
                  <a:cubicBezTo>
                    <a:pt x="989339" y="448886"/>
                    <a:pt x="1018753" y="439809"/>
                    <a:pt x="1044330" y="421650"/>
                  </a:cubicBezTo>
                  <a:cubicBezTo>
                    <a:pt x="1069912" y="403486"/>
                    <a:pt x="1085253" y="376756"/>
                    <a:pt x="1090374" y="341463"/>
                  </a:cubicBezTo>
                  <a:lnTo>
                    <a:pt x="1090374" y="334555"/>
                  </a:lnTo>
                  <a:lnTo>
                    <a:pt x="956854" y="334555"/>
                  </a:lnTo>
                  <a:lnTo>
                    <a:pt x="956854" y="243246"/>
                  </a:lnTo>
                  <a:lnTo>
                    <a:pt x="1197029" y="243246"/>
                  </a:lnTo>
                  <a:lnTo>
                    <a:pt x="1197029" y="541735"/>
                  </a:lnTo>
                  <a:lnTo>
                    <a:pt x="1117228" y="541735"/>
                  </a:lnTo>
                  <a:lnTo>
                    <a:pt x="1104947" y="474978"/>
                  </a:lnTo>
                  <a:cubicBezTo>
                    <a:pt x="1089096" y="495949"/>
                    <a:pt x="1067862" y="513088"/>
                    <a:pt x="1041265" y="526389"/>
                  </a:cubicBezTo>
                  <a:cubicBezTo>
                    <a:pt x="1014663" y="539690"/>
                    <a:pt x="983713" y="546341"/>
                    <a:pt x="948416" y="546341"/>
                  </a:cubicBezTo>
                  <a:cubicBezTo>
                    <a:pt x="897772" y="546341"/>
                    <a:pt x="853140" y="535085"/>
                    <a:pt x="814514" y="512578"/>
                  </a:cubicBezTo>
                  <a:cubicBezTo>
                    <a:pt x="775894" y="490066"/>
                    <a:pt x="745969" y="458097"/>
                    <a:pt x="724740" y="416663"/>
                  </a:cubicBezTo>
                  <a:cubicBezTo>
                    <a:pt x="703511" y="375225"/>
                    <a:pt x="692899" y="327394"/>
                    <a:pt x="692899" y="273170"/>
                  </a:cubicBezTo>
                  <a:cubicBezTo>
                    <a:pt x="692899" y="218436"/>
                    <a:pt x="703640" y="170476"/>
                    <a:pt x="725126" y="129296"/>
                  </a:cubicBezTo>
                  <a:cubicBezTo>
                    <a:pt x="746608" y="88115"/>
                    <a:pt x="777429" y="56269"/>
                    <a:pt x="817590" y="33763"/>
                  </a:cubicBezTo>
                  <a:close/>
                  <a:moveTo>
                    <a:pt x="633044" y="4605"/>
                  </a:moveTo>
                  <a:lnTo>
                    <a:pt x="633044" y="541735"/>
                  </a:lnTo>
                  <a:lnTo>
                    <a:pt x="517946" y="541735"/>
                  </a:lnTo>
                  <a:lnTo>
                    <a:pt x="517946" y="4605"/>
                  </a:lnTo>
                  <a:lnTo>
                    <a:pt x="633044" y="4605"/>
                  </a:lnTo>
                  <a:close/>
                  <a:moveTo>
                    <a:pt x="186466" y="4605"/>
                  </a:moveTo>
                  <a:cubicBezTo>
                    <a:pt x="240175" y="4605"/>
                    <a:pt x="287620" y="15985"/>
                    <a:pt x="328806" y="38754"/>
                  </a:cubicBezTo>
                  <a:cubicBezTo>
                    <a:pt x="369981" y="61513"/>
                    <a:pt x="401699" y="93231"/>
                    <a:pt x="423948" y="133901"/>
                  </a:cubicBezTo>
                  <a:cubicBezTo>
                    <a:pt x="446207" y="174567"/>
                    <a:pt x="457329" y="220991"/>
                    <a:pt x="457329" y="273170"/>
                  </a:cubicBezTo>
                  <a:cubicBezTo>
                    <a:pt x="457329" y="325349"/>
                    <a:pt x="446207" y="371769"/>
                    <a:pt x="423948" y="412439"/>
                  </a:cubicBezTo>
                  <a:cubicBezTo>
                    <a:pt x="401699" y="453110"/>
                    <a:pt x="369981" y="484822"/>
                    <a:pt x="328806" y="507586"/>
                  </a:cubicBezTo>
                  <a:cubicBezTo>
                    <a:pt x="287620" y="530351"/>
                    <a:pt x="240175" y="541735"/>
                    <a:pt x="186466" y="541735"/>
                  </a:cubicBezTo>
                  <a:lnTo>
                    <a:pt x="0" y="541735"/>
                  </a:lnTo>
                  <a:lnTo>
                    <a:pt x="0" y="4605"/>
                  </a:lnTo>
                  <a:lnTo>
                    <a:pt x="186466" y="4605"/>
                  </a:lnTo>
                  <a:close/>
                  <a:moveTo>
                    <a:pt x="299644" y="398628"/>
                  </a:moveTo>
                  <a:cubicBezTo>
                    <a:pt x="326498" y="367169"/>
                    <a:pt x="339928" y="325349"/>
                    <a:pt x="339928" y="273170"/>
                  </a:cubicBezTo>
                  <a:cubicBezTo>
                    <a:pt x="339928" y="220991"/>
                    <a:pt x="326498" y="179172"/>
                    <a:pt x="299644" y="147712"/>
                  </a:cubicBezTo>
                  <a:cubicBezTo>
                    <a:pt x="272789" y="116252"/>
                    <a:pt x="235060" y="100520"/>
                    <a:pt x="186466" y="100520"/>
                  </a:cubicBezTo>
                  <a:lnTo>
                    <a:pt x="115098" y="100520"/>
                  </a:lnTo>
                  <a:lnTo>
                    <a:pt x="115098" y="445816"/>
                  </a:lnTo>
                  <a:lnTo>
                    <a:pt x="186466" y="445816"/>
                  </a:lnTo>
                  <a:cubicBezTo>
                    <a:pt x="235060" y="445816"/>
                    <a:pt x="272789" y="430088"/>
                    <a:pt x="299644" y="398628"/>
                  </a:cubicBezTo>
                  <a:close/>
                </a:path>
              </a:pathLst>
            </a:custGeom>
            <a:solidFill>
              <a:srgbClr val="000000"/>
            </a:solidFill>
            <a:ln w="49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>
                <a:latin typeface="Arial" panose="020B0604020202020204" pitchFamily="34" charset="0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5763078-2732-68C0-E57A-A09ED0DAE1D3}"/>
                </a:ext>
              </a:extLst>
            </p:cNvPr>
            <p:cNvSpPr/>
            <p:nvPr/>
          </p:nvSpPr>
          <p:spPr>
            <a:xfrm>
              <a:off x="3043994" y="-2581296"/>
              <a:ext cx="1782707" cy="1782707"/>
            </a:xfrm>
            <a:custGeom>
              <a:avLst/>
              <a:gdLst>
                <a:gd name="connsiteX0" fmla="*/ 1188472 w 1782707"/>
                <a:gd name="connsiteY0" fmla="*/ 1782708 h 1782707"/>
                <a:gd name="connsiteX1" fmla="*/ 1188472 w 1782707"/>
                <a:gd name="connsiteY1" fmla="*/ 1559870 h 1782707"/>
                <a:gd name="connsiteX2" fmla="*/ 1559870 w 1782707"/>
                <a:gd name="connsiteY2" fmla="*/ 1188472 h 1782707"/>
                <a:gd name="connsiteX3" fmla="*/ 1782708 w 1782707"/>
                <a:gd name="connsiteY3" fmla="*/ 1188472 h 1782707"/>
                <a:gd name="connsiteX4" fmla="*/ 1188472 w 1782707"/>
                <a:gd name="connsiteY4" fmla="*/ 1782708 h 1782707"/>
                <a:gd name="connsiteX5" fmla="*/ 1188472 w 1782707"/>
                <a:gd name="connsiteY5" fmla="*/ 0 h 1782707"/>
                <a:gd name="connsiteX6" fmla="*/ 1188472 w 1782707"/>
                <a:gd name="connsiteY6" fmla="*/ 222839 h 1782707"/>
                <a:gd name="connsiteX7" fmla="*/ 1559870 w 1782707"/>
                <a:gd name="connsiteY7" fmla="*/ 594236 h 1782707"/>
                <a:gd name="connsiteX8" fmla="*/ 1782708 w 1782707"/>
                <a:gd name="connsiteY8" fmla="*/ 594236 h 1782707"/>
                <a:gd name="connsiteX9" fmla="*/ 1188472 w 1782707"/>
                <a:gd name="connsiteY9" fmla="*/ 0 h 1782707"/>
                <a:gd name="connsiteX10" fmla="*/ 594236 w 1782707"/>
                <a:gd name="connsiteY10" fmla="*/ 1559870 h 1782707"/>
                <a:gd name="connsiteX11" fmla="*/ 222839 w 1782707"/>
                <a:gd name="connsiteY11" fmla="*/ 1559870 h 1782707"/>
                <a:gd name="connsiteX12" fmla="*/ 222839 w 1782707"/>
                <a:gd name="connsiteY12" fmla="*/ 1188472 h 1782707"/>
                <a:gd name="connsiteX13" fmla="*/ 0 w 1782707"/>
                <a:gd name="connsiteY13" fmla="*/ 1188472 h 1782707"/>
                <a:gd name="connsiteX14" fmla="*/ 0 w 1782707"/>
                <a:gd name="connsiteY14" fmla="*/ 1782708 h 1782707"/>
                <a:gd name="connsiteX15" fmla="*/ 594236 w 1782707"/>
                <a:gd name="connsiteY15" fmla="*/ 1782708 h 1782707"/>
                <a:gd name="connsiteX16" fmla="*/ 594236 w 1782707"/>
                <a:gd name="connsiteY16" fmla="*/ 1559870 h 1782707"/>
                <a:gd name="connsiteX17" fmla="*/ 222839 w 1782707"/>
                <a:gd name="connsiteY17" fmla="*/ 222839 h 1782707"/>
                <a:gd name="connsiteX18" fmla="*/ 594236 w 1782707"/>
                <a:gd name="connsiteY18" fmla="*/ 222839 h 1782707"/>
                <a:gd name="connsiteX19" fmla="*/ 594236 w 1782707"/>
                <a:gd name="connsiteY19" fmla="*/ 0 h 1782707"/>
                <a:gd name="connsiteX20" fmla="*/ 0 w 1782707"/>
                <a:gd name="connsiteY20" fmla="*/ 0 h 1782707"/>
                <a:gd name="connsiteX21" fmla="*/ 0 w 1782707"/>
                <a:gd name="connsiteY21" fmla="*/ 594236 h 1782707"/>
                <a:gd name="connsiteX22" fmla="*/ 222839 w 1782707"/>
                <a:gd name="connsiteY22" fmla="*/ 594236 h 1782707"/>
                <a:gd name="connsiteX23" fmla="*/ 222839 w 1782707"/>
                <a:gd name="connsiteY23" fmla="*/ 222839 h 17827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782707" h="1782707">
                  <a:moveTo>
                    <a:pt x="1188472" y="1782708"/>
                  </a:moveTo>
                  <a:lnTo>
                    <a:pt x="1188472" y="1559870"/>
                  </a:lnTo>
                  <a:cubicBezTo>
                    <a:pt x="1393261" y="1559870"/>
                    <a:pt x="1559870" y="1393261"/>
                    <a:pt x="1559870" y="1188472"/>
                  </a:cubicBezTo>
                  <a:lnTo>
                    <a:pt x="1782708" y="1188472"/>
                  </a:lnTo>
                  <a:cubicBezTo>
                    <a:pt x="1782708" y="1516134"/>
                    <a:pt x="1516134" y="1782708"/>
                    <a:pt x="1188472" y="1782708"/>
                  </a:cubicBezTo>
                  <a:close/>
                  <a:moveTo>
                    <a:pt x="1188472" y="0"/>
                  </a:moveTo>
                  <a:lnTo>
                    <a:pt x="1188472" y="222839"/>
                  </a:lnTo>
                  <a:cubicBezTo>
                    <a:pt x="1393261" y="222839"/>
                    <a:pt x="1559870" y="389447"/>
                    <a:pt x="1559870" y="594236"/>
                  </a:cubicBezTo>
                  <a:lnTo>
                    <a:pt x="1782708" y="594236"/>
                  </a:lnTo>
                  <a:cubicBezTo>
                    <a:pt x="1782708" y="266574"/>
                    <a:pt x="1516134" y="0"/>
                    <a:pt x="1188472" y="0"/>
                  </a:cubicBezTo>
                  <a:close/>
                  <a:moveTo>
                    <a:pt x="594236" y="1559870"/>
                  </a:moveTo>
                  <a:lnTo>
                    <a:pt x="222839" y="1559870"/>
                  </a:lnTo>
                  <a:lnTo>
                    <a:pt x="222839" y="1188472"/>
                  </a:lnTo>
                  <a:lnTo>
                    <a:pt x="0" y="1188472"/>
                  </a:lnTo>
                  <a:lnTo>
                    <a:pt x="0" y="1782708"/>
                  </a:lnTo>
                  <a:lnTo>
                    <a:pt x="594236" y="1782708"/>
                  </a:lnTo>
                  <a:lnTo>
                    <a:pt x="594236" y="1559870"/>
                  </a:lnTo>
                  <a:close/>
                  <a:moveTo>
                    <a:pt x="222839" y="222839"/>
                  </a:moveTo>
                  <a:lnTo>
                    <a:pt x="594236" y="222839"/>
                  </a:lnTo>
                  <a:lnTo>
                    <a:pt x="594236" y="0"/>
                  </a:lnTo>
                  <a:lnTo>
                    <a:pt x="0" y="0"/>
                  </a:lnTo>
                  <a:lnTo>
                    <a:pt x="0" y="594236"/>
                  </a:lnTo>
                  <a:lnTo>
                    <a:pt x="222839" y="594236"/>
                  </a:lnTo>
                  <a:lnTo>
                    <a:pt x="222839" y="222839"/>
                  </a:lnTo>
                  <a:close/>
                </a:path>
              </a:pathLst>
            </a:custGeom>
            <a:solidFill>
              <a:srgbClr val="000000"/>
            </a:solidFill>
            <a:ln w="49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>
                <a:latin typeface="Arial" panose="020B0604020202020204" pitchFamily="34" charset="0"/>
              </a:endParaRPr>
            </a:p>
          </p:txBody>
        </p:sp>
      </p:grp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5B1B46D9-A198-3F8E-44D8-478B0CC4D934}"/>
              </a:ext>
            </a:extLst>
          </p:cNvPr>
          <p:cNvSpPr/>
          <p:nvPr/>
        </p:nvSpPr>
        <p:spPr>
          <a:xfrm>
            <a:off x="11124047" y="508000"/>
            <a:ext cx="550156" cy="550156"/>
          </a:xfrm>
          <a:custGeom>
            <a:avLst/>
            <a:gdLst>
              <a:gd name="connsiteX0" fmla="*/ 0 w 947284"/>
              <a:gd name="connsiteY0" fmla="*/ 0 h 947284"/>
              <a:gd name="connsiteX1" fmla="*/ 0 w 947284"/>
              <a:gd name="connsiteY1" fmla="*/ 355196 h 947284"/>
              <a:gd name="connsiteX2" fmla="*/ 592088 w 947284"/>
              <a:gd name="connsiteY2" fmla="*/ 947284 h 947284"/>
              <a:gd name="connsiteX3" fmla="*/ 947284 w 947284"/>
              <a:gd name="connsiteY3" fmla="*/ 947284 h 947284"/>
              <a:gd name="connsiteX4" fmla="*/ 0 w 947284"/>
              <a:gd name="connsiteY4" fmla="*/ 0 h 947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47284" h="947284">
                <a:moveTo>
                  <a:pt x="0" y="0"/>
                </a:moveTo>
                <a:lnTo>
                  <a:pt x="0" y="355196"/>
                </a:lnTo>
                <a:cubicBezTo>
                  <a:pt x="326542" y="355196"/>
                  <a:pt x="592088" y="620742"/>
                  <a:pt x="592088" y="947284"/>
                </a:cubicBezTo>
                <a:lnTo>
                  <a:pt x="947284" y="947284"/>
                </a:lnTo>
                <a:cubicBezTo>
                  <a:pt x="947568" y="424987"/>
                  <a:pt x="522581" y="0"/>
                  <a:pt x="0" y="0"/>
                </a:cubicBezTo>
                <a:close/>
              </a:path>
            </a:pathLst>
          </a:custGeom>
          <a:solidFill>
            <a:srgbClr val="000000"/>
          </a:solidFill>
          <a:ln w="28289" cap="flat">
            <a:noFill/>
            <a:prstDash val="solid"/>
            <a:miter/>
          </a:ln>
        </p:spPr>
        <p:txBody>
          <a:bodyPr rtlCol="0" anchor="ctr"/>
          <a:lstStyle/>
          <a:p>
            <a:endParaRPr lang="en-GB">
              <a:latin typeface="Arial" panose="020B0604020202020204" pitchFamily="34" charset="0"/>
            </a:endParaRP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A0C3EC74-8E7A-2D64-527E-D7662017813D}"/>
              </a:ext>
            </a:extLst>
          </p:cNvPr>
          <p:cNvSpPr/>
          <p:nvPr/>
        </p:nvSpPr>
        <p:spPr>
          <a:xfrm flipV="1">
            <a:off x="508000" y="5799200"/>
            <a:ext cx="550800" cy="550800"/>
          </a:xfrm>
          <a:custGeom>
            <a:avLst/>
            <a:gdLst>
              <a:gd name="connsiteX0" fmla="*/ 355196 w 947568"/>
              <a:gd name="connsiteY0" fmla="*/ 355196 h 947568"/>
              <a:gd name="connsiteX1" fmla="*/ 947568 w 947568"/>
              <a:gd name="connsiteY1" fmla="*/ 355196 h 947568"/>
              <a:gd name="connsiteX2" fmla="*/ 947568 w 947568"/>
              <a:gd name="connsiteY2" fmla="*/ 0 h 947568"/>
              <a:gd name="connsiteX3" fmla="*/ 0 w 947568"/>
              <a:gd name="connsiteY3" fmla="*/ 0 h 947568"/>
              <a:gd name="connsiteX4" fmla="*/ 0 w 947568"/>
              <a:gd name="connsiteY4" fmla="*/ 947568 h 947568"/>
              <a:gd name="connsiteX5" fmla="*/ 355196 w 947568"/>
              <a:gd name="connsiteY5" fmla="*/ 947568 h 947568"/>
              <a:gd name="connsiteX6" fmla="*/ 355196 w 947568"/>
              <a:gd name="connsiteY6" fmla="*/ 355196 h 947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47568" h="947568">
                <a:moveTo>
                  <a:pt x="355196" y="355196"/>
                </a:moveTo>
                <a:lnTo>
                  <a:pt x="947568" y="355196"/>
                </a:lnTo>
                <a:lnTo>
                  <a:pt x="947568" y="0"/>
                </a:lnTo>
                <a:lnTo>
                  <a:pt x="0" y="0"/>
                </a:lnTo>
                <a:lnTo>
                  <a:pt x="0" y="947568"/>
                </a:lnTo>
                <a:lnTo>
                  <a:pt x="355196" y="947568"/>
                </a:lnTo>
                <a:lnTo>
                  <a:pt x="355196" y="355196"/>
                </a:lnTo>
                <a:close/>
              </a:path>
            </a:pathLst>
          </a:custGeom>
          <a:solidFill>
            <a:srgbClr val="000000"/>
          </a:solidFill>
          <a:ln w="28289" cap="flat">
            <a:noFill/>
            <a:prstDash val="solid"/>
            <a:miter/>
          </a:ln>
        </p:spPr>
        <p:txBody>
          <a:bodyPr rtlCol="0" anchor="ctr"/>
          <a:lstStyle/>
          <a:p>
            <a:endParaRPr lang="en-GB">
              <a:latin typeface="Arial" panose="020B0604020202020204" pitchFamily="34" charset="0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959E70B-EB8E-F5EB-4072-C6BB628F1447}"/>
              </a:ext>
            </a:extLst>
          </p:cNvPr>
          <p:cNvSpPr/>
          <p:nvPr/>
        </p:nvSpPr>
        <p:spPr>
          <a:xfrm>
            <a:off x="11123882" y="5799680"/>
            <a:ext cx="550321" cy="550320"/>
          </a:xfrm>
          <a:custGeom>
            <a:avLst/>
            <a:gdLst>
              <a:gd name="connsiteX0" fmla="*/ 284 w 947568"/>
              <a:gd name="connsiteY0" fmla="*/ 947284 h 947567"/>
              <a:gd name="connsiteX1" fmla="*/ 284 w 947568"/>
              <a:gd name="connsiteY1" fmla="*/ 592088 h 947567"/>
              <a:gd name="connsiteX2" fmla="*/ 592372 w 947568"/>
              <a:gd name="connsiteY2" fmla="*/ 0 h 947567"/>
              <a:gd name="connsiteX3" fmla="*/ 947568 w 947568"/>
              <a:gd name="connsiteY3" fmla="*/ 0 h 947567"/>
              <a:gd name="connsiteX4" fmla="*/ 0 w 947568"/>
              <a:gd name="connsiteY4" fmla="*/ 947568 h 9475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47568" h="947567">
                <a:moveTo>
                  <a:pt x="284" y="947284"/>
                </a:moveTo>
                <a:lnTo>
                  <a:pt x="284" y="592088"/>
                </a:lnTo>
                <a:cubicBezTo>
                  <a:pt x="326826" y="592088"/>
                  <a:pt x="592372" y="326542"/>
                  <a:pt x="592372" y="0"/>
                </a:cubicBezTo>
                <a:lnTo>
                  <a:pt x="947568" y="0"/>
                </a:lnTo>
                <a:cubicBezTo>
                  <a:pt x="947568" y="522297"/>
                  <a:pt x="522581" y="947568"/>
                  <a:pt x="0" y="947568"/>
                </a:cubicBezTo>
                <a:close/>
              </a:path>
            </a:pathLst>
          </a:custGeom>
          <a:solidFill>
            <a:srgbClr val="000000"/>
          </a:solidFill>
          <a:ln w="28289" cap="flat">
            <a:noFill/>
            <a:prstDash val="solid"/>
            <a:miter/>
          </a:ln>
        </p:spPr>
        <p:txBody>
          <a:bodyPr rtlCol="0" anchor="ctr"/>
          <a:lstStyle/>
          <a:p>
            <a:endParaRPr lang="en-GB">
              <a:latin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739297-9D44-73BC-D1FA-1ABAE06EF91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4113" y="2104422"/>
            <a:ext cx="9173787" cy="1327274"/>
          </a:xfrm>
          <a:prstGeom prst="rect">
            <a:avLst/>
          </a:prstGeom>
        </p:spPr>
        <p:txBody>
          <a:bodyPr lIns="0" anchor="ctr" anchorCtr="0"/>
          <a:lstStyle>
            <a:lvl1pPr algn="l"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to add title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A94F76-90E0-D282-BDF9-125C617492B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94113" y="3619500"/>
            <a:ext cx="7312994" cy="800100"/>
          </a:xfrm>
          <a:prstGeom prst="rect">
            <a:avLst/>
          </a:prstGeom>
        </p:spPr>
        <p:txBody>
          <a:bodyPr lIns="0" anchor="t" anchorCtr="0"/>
          <a:lstStyle>
            <a:lvl1pPr marL="0" indent="0" algn="l">
              <a:lnSpc>
                <a:spcPct val="90000"/>
              </a:lnSpc>
              <a:buNone/>
              <a:defRPr sz="2100" b="1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subtitle style</a:t>
            </a:r>
            <a:endParaRPr lang="en-GB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BCB3BD3C-3F28-9C5D-104A-DEAF416EA4C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4113" y="4618413"/>
            <a:ext cx="5401887" cy="488950"/>
          </a:xfrm>
          <a:prstGeom prst="rect">
            <a:avLst/>
          </a:prstGeom>
        </p:spPr>
        <p:txBody>
          <a:bodyPr lIns="0" anchor="t" anchorCtr="0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</a:lstStyle>
          <a:p>
            <a:pPr lvl="0"/>
            <a:r>
              <a:rPr lang="en-US"/>
              <a:t>Presenter Name</a:t>
            </a:r>
          </a:p>
          <a:p>
            <a:pPr lvl="1"/>
            <a:r>
              <a:rPr lang="en-US"/>
              <a:t>Date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44360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32">
          <p15:clr>
            <a:srgbClr val="A4A3A4"/>
          </p15:clr>
        </p15:guide>
        <p15:guide id="2" pos="6216">
          <p15:clr>
            <a:srgbClr val="A4A3A4"/>
          </p15:clr>
        </p15:guide>
        <p15:guide id="3" orient="horz" pos="2160">
          <p15:clr>
            <a:srgbClr val="A4A3A4"/>
          </p15:clr>
        </p15:guide>
        <p15:guide id="4" orient="horz" pos="2280">
          <p15:clr>
            <a:srgbClr val="A4A3A4"/>
          </p15:clr>
        </p15:guide>
        <p15:guide id="5" orient="horz" pos="2784">
          <p15:clr>
            <a:srgbClr val="A4A3A4"/>
          </p15:clr>
        </p15:guide>
        <p15:guide id="6" orient="horz" pos="2904">
          <p15:clr>
            <a:srgbClr val="A4A3A4"/>
          </p15:clr>
        </p15:guide>
        <p15:guide id="7" orient="horz" pos="3216">
          <p15:clr>
            <a:srgbClr val="A4A3A4"/>
          </p15:clr>
        </p15:guide>
        <p15:guide id="8" pos="5040">
          <p15:clr>
            <a:srgbClr val="A4A3A4"/>
          </p15:clr>
        </p15:guide>
        <p15:guide id="9" pos="3840">
          <p15:clr>
            <a:srgbClr val="A4A3A4"/>
          </p15:clr>
        </p15:guide>
        <p15:guide id="10" orient="horz" pos="1320">
          <p15:clr>
            <a:srgbClr val="A4A3A4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ark Tit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aphic 11">
            <a:extLst>
              <a:ext uri="{FF2B5EF4-FFF2-40B4-BE49-F238E27FC236}">
                <a16:creationId xmlns:a16="http://schemas.microsoft.com/office/drawing/2014/main" id="{A7AF0290-22D4-AFDD-2D2C-4A1B74191F6C}"/>
              </a:ext>
            </a:extLst>
          </p:cNvPr>
          <p:cNvGrpSpPr/>
          <p:nvPr/>
        </p:nvGrpSpPr>
        <p:grpSpPr>
          <a:xfrm>
            <a:off x="508000" y="508000"/>
            <a:ext cx="1862137" cy="658147"/>
            <a:chOff x="3043994" y="-2581296"/>
            <a:chExt cx="5043924" cy="1782707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B38762E-EB44-3DAF-E7C7-B482E812EC27}"/>
                </a:ext>
              </a:extLst>
            </p:cNvPr>
            <p:cNvSpPr/>
            <p:nvPr/>
          </p:nvSpPr>
          <p:spPr>
            <a:xfrm>
              <a:off x="7939113" y="-1162329"/>
              <a:ext cx="148806" cy="67069"/>
            </a:xfrm>
            <a:custGeom>
              <a:avLst/>
              <a:gdLst>
                <a:gd name="connsiteX0" fmla="*/ 59324 w 148806"/>
                <a:gd name="connsiteY0" fmla="*/ 0 h 67069"/>
                <a:gd name="connsiteX1" fmla="*/ 59324 w 148806"/>
                <a:gd name="connsiteY1" fmla="*/ 8725 h 67069"/>
                <a:gd name="connsiteX2" fmla="*/ 34366 w 148806"/>
                <a:gd name="connsiteY2" fmla="*/ 8725 h 67069"/>
                <a:gd name="connsiteX3" fmla="*/ 34366 w 148806"/>
                <a:gd name="connsiteY3" fmla="*/ 67069 h 67069"/>
                <a:gd name="connsiteX4" fmla="*/ 24909 w 148806"/>
                <a:gd name="connsiteY4" fmla="*/ 67069 h 67069"/>
                <a:gd name="connsiteX5" fmla="*/ 24909 w 148806"/>
                <a:gd name="connsiteY5" fmla="*/ 8725 h 67069"/>
                <a:gd name="connsiteX6" fmla="*/ 0 w 148806"/>
                <a:gd name="connsiteY6" fmla="*/ 8725 h 67069"/>
                <a:gd name="connsiteX7" fmla="*/ 0 w 148806"/>
                <a:gd name="connsiteY7" fmla="*/ 0 h 67069"/>
                <a:gd name="connsiteX8" fmla="*/ 59324 w 148806"/>
                <a:gd name="connsiteY8" fmla="*/ 0 h 67069"/>
                <a:gd name="connsiteX9" fmla="*/ 82004 w 148806"/>
                <a:gd name="connsiteY9" fmla="*/ 0 h 67069"/>
                <a:gd name="connsiteX10" fmla="*/ 108695 w 148806"/>
                <a:gd name="connsiteY10" fmla="*/ 55348 h 67069"/>
                <a:gd name="connsiteX11" fmla="*/ 135634 w 148806"/>
                <a:gd name="connsiteY11" fmla="*/ 0 h 67069"/>
                <a:gd name="connsiteX12" fmla="*/ 148806 w 148806"/>
                <a:gd name="connsiteY12" fmla="*/ 0 h 67069"/>
                <a:gd name="connsiteX13" fmla="*/ 148806 w 148806"/>
                <a:gd name="connsiteY13" fmla="*/ 67069 h 67069"/>
                <a:gd name="connsiteX14" fmla="*/ 139843 w 148806"/>
                <a:gd name="connsiteY14" fmla="*/ 67069 h 67069"/>
                <a:gd name="connsiteX15" fmla="*/ 139843 w 148806"/>
                <a:gd name="connsiteY15" fmla="*/ 10721 h 67069"/>
                <a:gd name="connsiteX16" fmla="*/ 112409 w 148806"/>
                <a:gd name="connsiteY16" fmla="*/ 67069 h 67069"/>
                <a:gd name="connsiteX17" fmla="*/ 104685 w 148806"/>
                <a:gd name="connsiteY17" fmla="*/ 67069 h 67069"/>
                <a:gd name="connsiteX18" fmla="*/ 77795 w 148806"/>
                <a:gd name="connsiteY18" fmla="*/ 10721 h 67069"/>
                <a:gd name="connsiteX19" fmla="*/ 77795 w 148806"/>
                <a:gd name="connsiteY19" fmla="*/ 67069 h 67069"/>
                <a:gd name="connsiteX20" fmla="*/ 69030 w 148806"/>
                <a:gd name="connsiteY20" fmla="*/ 67069 h 67069"/>
                <a:gd name="connsiteX21" fmla="*/ 69030 w 148806"/>
                <a:gd name="connsiteY21" fmla="*/ 0 h 67069"/>
                <a:gd name="connsiteX22" fmla="*/ 82004 w 148806"/>
                <a:gd name="connsiteY22" fmla="*/ 0 h 67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48806" h="67069">
                  <a:moveTo>
                    <a:pt x="59324" y="0"/>
                  </a:moveTo>
                  <a:lnTo>
                    <a:pt x="59324" y="8725"/>
                  </a:lnTo>
                  <a:lnTo>
                    <a:pt x="34366" y="8725"/>
                  </a:lnTo>
                  <a:lnTo>
                    <a:pt x="34366" y="67069"/>
                  </a:lnTo>
                  <a:lnTo>
                    <a:pt x="24909" y="67069"/>
                  </a:lnTo>
                  <a:lnTo>
                    <a:pt x="24909" y="8725"/>
                  </a:lnTo>
                  <a:lnTo>
                    <a:pt x="0" y="8725"/>
                  </a:lnTo>
                  <a:lnTo>
                    <a:pt x="0" y="0"/>
                  </a:lnTo>
                  <a:lnTo>
                    <a:pt x="59324" y="0"/>
                  </a:lnTo>
                  <a:close/>
                  <a:moveTo>
                    <a:pt x="82004" y="0"/>
                  </a:moveTo>
                  <a:lnTo>
                    <a:pt x="108695" y="55348"/>
                  </a:lnTo>
                  <a:lnTo>
                    <a:pt x="135634" y="0"/>
                  </a:lnTo>
                  <a:lnTo>
                    <a:pt x="148806" y="0"/>
                  </a:lnTo>
                  <a:lnTo>
                    <a:pt x="148806" y="67069"/>
                  </a:lnTo>
                  <a:lnTo>
                    <a:pt x="139843" y="67069"/>
                  </a:lnTo>
                  <a:lnTo>
                    <a:pt x="139843" y="10721"/>
                  </a:lnTo>
                  <a:lnTo>
                    <a:pt x="112409" y="67069"/>
                  </a:lnTo>
                  <a:lnTo>
                    <a:pt x="104685" y="67069"/>
                  </a:lnTo>
                  <a:lnTo>
                    <a:pt x="77795" y="10721"/>
                  </a:lnTo>
                  <a:lnTo>
                    <a:pt x="77795" y="67069"/>
                  </a:lnTo>
                  <a:lnTo>
                    <a:pt x="69030" y="67069"/>
                  </a:lnTo>
                  <a:lnTo>
                    <a:pt x="69030" y="0"/>
                  </a:lnTo>
                  <a:lnTo>
                    <a:pt x="82004" y="0"/>
                  </a:lnTo>
                  <a:close/>
                </a:path>
              </a:pathLst>
            </a:custGeom>
            <a:grpFill/>
            <a:ln w="49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>
                <a:latin typeface="Arial" panose="020B0604020202020204" pitchFamily="34" charset="0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C868E11-D2EE-B67B-56EE-402D318C3A3D}"/>
                </a:ext>
              </a:extLst>
            </p:cNvPr>
            <p:cNvSpPr/>
            <p:nvPr/>
          </p:nvSpPr>
          <p:spPr>
            <a:xfrm>
              <a:off x="5383799" y="-2289229"/>
              <a:ext cx="2704120" cy="1193968"/>
            </a:xfrm>
            <a:custGeom>
              <a:avLst/>
              <a:gdLst>
                <a:gd name="connsiteX0" fmla="*/ 2274092 w 2704120"/>
                <a:gd name="connsiteY0" fmla="*/ 656839 h 1193968"/>
                <a:gd name="connsiteX1" fmla="*/ 2394573 w 2704120"/>
                <a:gd name="connsiteY1" fmla="*/ 877063 h 1193968"/>
                <a:gd name="connsiteX2" fmla="*/ 2521145 w 2704120"/>
                <a:gd name="connsiteY2" fmla="*/ 656839 h 1193968"/>
                <a:gd name="connsiteX3" fmla="*/ 2649302 w 2704120"/>
                <a:gd name="connsiteY3" fmla="*/ 656839 h 1193968"/>
                <a:gd name="connsiteX4" fmla="*/ 2452115 w 2704120"/>
                <a:gd name="connsiteY4" fmla="*/ 994464 h 1193968"/>
                <a:gd name="connsiteX5" fmla="*/ 2452115 w 2704120"/>
                <a:gd name="connsiteY5" fmla="*/ 1193969 h 1193968"/>
                <a:gd name="connsiteX6" fmla="*/ 2336982 w 2704120"/>
                <a:gd name="connsiteY6" fmla="*/ 1193969 h 1193968"/>
                <a:gd name="connsiteX7" fmla="*/ 2336982 w 2704120"/>
                <a:gd name="connsiteY7" fmla="*/ 994464 h 1193968"/>
                <a:gd name="connsiteX8" fmla="*/ 2139794 w 2704120"/>
                <a:gd name="connsiteY8" fmla="*/ 656839 h 1193968"/>
                <a:gd name="connsiteX9" fmla="*/ 2274092 w 2704120"/>
                <a:gd name="connsiteY9" fmla="*/ 656839 h 1193968"/>
                <a:gd name="connsiteX10" fmla="*/ 2125681 w 2704120"/>
                <a:gd name="connsiteY10" fmla="*/ 656839 h 1193968"/>
                <a:gd name="connsiteX11" fmla="*/ 2125681 w 2704120"/>
                <a:gd name="connsiteY11" fmla="*/ 755824 h 1193968"/>
                <a:gd name="connsiteX12" fmla="*/ 1970700 w 2704120"/>
                <a:gd name="connsiteY12" fmla="*/ 755824 h 1193968"/>
                <a:gd name="connsiteX13" fmla="*/ 1970700 w 2704120"/>
                <a:gd name="connsiteY13" fmla="*/ 1193969 h 1193968"/>
                <a:gd name="connsiteX14" fmla="*/ 1855601 w 2704120"/>
                <a:gd name="connsiteY14" fmla="*/ 1193969 h 1193968"/>
                <a:gd name="connsiteX15" fmla="*/ 1855601 w 2704120"/>
                <a:gd name="connsiteY15" fmla="*/ 755824 h 1193968"/>
                <a:gd name="connsiteX16" fmla="*/ 1700604 w 2704120"/>
                <a:gd name="connsiteY16" fmla="*/ 755824 h 1193968"/>
                <a:gd name="connsiteX17" fmla="*/ 1700604 w 2704120"/>
                <a:gd name="connsiteY17" fmla="*/ 656839 h 1193968"/>
                <a:gd name="connsiteX18" fmla="*/ 2125681 w 2704120"/>
                <a:gd name="connsiteY18" fmla="*/ 656839 h 1193968"/>
                <a:gd name="connsiteX19" fmla="*/ 1564797 w 2704120"/>
                <a:gd name="connsiteY19" fmla="*/ 656839 h 1193968"/>
                <a:gd name="connsiteX20" fmla="*/ 1449703 w 2704120"/>
                <a:gd name="connsiteY20" fmla="*/ 656839 h 1193968"/>
                <a:gd name="connsiteX21" fmla="*/ 1449703 w 2704120"/>
                <a:gd name="connsiteY21" fmla="*/ 1193969 h 1193968"/>
                <a:gd name="connsiteX22" fmla="*/ 1793538 w 2704120"/>
                <a:gd name="connsiteY22" fmla="*/ 1193969 h 1193968"/>
                <a:gd name="connsiteX23" fmla="*/ 1793538 w 2704120"/>
                <a:gd name="connsiteY23" fmla="*/ 1094984 h 1193968"/>
                <a:gd name="connsiteX24" fmla="*/ 1564797 w 2704120"/>
                <a:gd name="connsiteY24" fmla="*/ 1094984 h 1193968"/>
                <a:gd name="connsiteX25" fmla="*/ 1564797 w 2704120"/>
                <a:gd name="connsiteY25" fmla="*/ 656839 h 1193968"/>
                <a:gd name="connsiteX26" fmla="*/ 1080603 w 2704120"/>
                <a:gd name="connsiteY26" fmla="*/ 656839 h 1193968"/>
                <a:gd name="connsiteX27" fmla="*/ 1218724 w 2704120"/>
                <a:gd name="connsiteY27" fmla="*/ 656839 h 1193968"/>
                <a:gd name="connsiteX28" fmla="*/ 1413623 w 2704120"/>
                <a:gd name="connsiteY28" fmla="*/ 1193969 h 1193968"/>
                <a:gd name="connsiteX29" fmla="*/ 1290087 w 2704120"/>
                <a:gd name="connsiteY29" fmla="*/ 1193969 h 1193968"/>
                <a:gd name="connsiteX30" fmla="*/ 1248648 w 2704120"/>
                <a:gd name="connsiteY30" fmla="*/ 1076567 h 1193968"/>
                <a:gd name="connsiteX31" fmla="*/ 1044543 w 2704120"/>
                <a:gd name="connsiteY31" fmla="*/ 1076567 h 1193968"/>
                <a:gd name="connsiteX32" fmla="*/ 1003105 w 2704120"/>
                <a:gd name="connsiteY32" fmla="*/ 1193969 h 1193968"/>
                <a:gd name="connsiteX33" fmla="*/ 884169 w 2704120"/>
                <a:gd name="connsiteY33" fmla="*/ 1193969 h 1193968"/>
                <a:gd name="connsiteX34" fmla="*/ 1080603 w 2704120"/>
                <a:gd name="connsiteY34" fmla="*/ 656839 h 1193968"/>
                <a:gd name="connsiteX35" fmla="*/ 1217189 w 2704120"/>
                <a:gd name="connsiteY35" fmla="*/ 983723 h 1193968"/>
                <a:gd name="connsiteX36" fmla="*/ 1145826 w 2704120"/>
                <a:gd name="connsiteY36" fmla="*/ 779613 h 1193968"/>
                <a:gd name="connsiteX37" fmla="*/ 1075235 w 2704120"/>
                <a:gd name="connsiteY37" fmla="*/ 983723 h 1193968"/>
                <a:gd name="connsiteX38" fmla="*/ 1217189 w 2704120"/>
                <a:gd name="connsiteY38" fmla="*/ 983723 h 1193968"/>
                <a:gd name="connsiteX39" fmla="*/ 844830 w 2704120"/>
                <a:gd name="connsiteY39" fmla="*/ 656839 h 1193968"/>
                <a:gd name="connsiteX40" fmla="*/ 844830 w 2704120"/>
                <a:gd name="connsiteY40" fmla="*/ 755824 h 1193968"/>
                <a:gd name="connsiteX41" fmla="*/ 599287 w 2704120"/>
                <a:gd name="connsiteY41" fmla="*/ 755824 h 1193968"/>
                <a:gd name="connsiteX42" fmla="*/ 599287 w 2704120"/>
                <a:gd name="connsiteY42" fmla="*/ 876295 h 1193968"/>
                <a:gd name="connsiteX43" fmla="*/ 798792 w 2704120"/>
                <a:gd name="connsiteY43" fmla="*/ 876295 h 1193968"/>
                <a:gd name="connsiteX44" fmla="*/ 798792 w 2704120"/>
                <a:gd name="connsiteY44" fmla="*/ 970675 h 1193968"/>
                <a:gd name="connsiteX45" fmla="*/ 599287 w 2704120"/>
                <a:gd name="connsiteY45" fmla="*/ 970675 h 1193968"/>
                <a:gd name="connsiteX46" fmla="*/ 599287 w 2704120"/>
                <a:gd name="connsiteY46" fmla="*/ 1094984 h 1193968"/>
                <a:gd name="connsiteX47" fmla="*/ 853273 w 2704120"/>
                <a:gd name="connsiteY47" fmla="*/ 1094984 h 1193968"/>
                <a:gd name="connsiteX48" fmla="*/ 853273 w 2704120"/>
                <a:gd name="connsiteY48" fmla="*/ 1193969 h 1193968"/>
                <a:gd name="connsiteX49" fmla="*/ 484188 w 2704120"/>
                <a:gd name="connsiteY49" fmla="*/ 1193969 h 1193968"/>
                <a:gd name="connsiteX50" fmla="*/ 484188 w 2704120"/>
                <a:gd name="connsiteY50" fmla="*/ 656839 h 1193968"/>
                <a:gd name="connsiteX51" fmla="*/ 844830 w 2704120"/>
                <a:gd name="connsiteY51" fmla="*/ 656839 h 1193968"/>
                <a:gd name="connsiteX52" fmla="*/ 321898 w 2704120"/>
                <a:gd name="connsiteY52" fmla="*/ 678707 h 1193968"/>
                <a:gd name="connsiteX53" fmla="*/ 391339 w 2704120"/>
                <a:gd name="connsiteY53" fmla="*/ 741245 h 1193968"/>
                <a:gd name="connsiteX54" fmla="*/ 415891 w 2704120"/>
                <a:gd name="connsiteY54" fmla="*/ 835630 h 1193968"/>
                <a:gd name="connsiteX55" fmla="*/ 391339 w 2704120"/>
                <a:gd name="connsiteY55" fmla="*/ 926553 h 1193968"/>
                <a:gd name="connsiteX56" fmla="*/ 323814 w 2704120"/>
                <a:gd name="connsiteY56" fmla="*/ 986788 h 1193968"/>
                <a:gd name="connsiteX57" fmla="*/ 429702 w 2704120"/>
                <a:gd name="connsiteY57" fmla="*/ 1193969 h 1193968"/>
                <a:gd name="connsiteX58" fmla="*/ 302327 w 2704120"/>
                <a:gd name="connsiteY58" fmla="*/ 1193969 h 1193968"/>
                <a:gd name="connsiteX59" fmla="*/ 212548 w 2704120"/>
                <a:gd name="connsiteY59" fmla="*/ 1013648 h 1193968"/>
                <a:gd name="connsiteX60" fmla="*/ 115098 w 2704120"/>
                <a:gd name="connsiteY60" fmla="*/ 1013648 h 1193968"/>
                <a:gd name="connsiteX61" fmla="*/ 115098 w 2704120"/>
                <a:gd name="connsiteY61" fmla="*/ 1193969 h 1193968"/>
                <a:gd name="connsiteX62" fmla="*/ 0 w 2704120"/>
                <a:gd name="connsiteY62" fmla="*/ 1193969 h 1193968"/>
                <a:gd name="connsiteX63" fmla="*/ 0 w 2704120"/>
                <a:gd name="connsiteY63" fmla="*/ 656839 h 1193968"/>
                <a:gd name="connsiteX64" fmla="*/ 218689 w 2704120"/>
                <a:gd name="connsiteY64" fmla="*/ 656839 h 1193968"/>
                <a:gd name="connsiteX65" fmla="*/ 321898 w 2704120"/>
                <a:gd name="connsiteY65" fmla="*/ 678707 h 1193968"/>
                <a:gd name="connsiteX66" fmla="*/ 209483 w 2704120"/>
                <a:gd name="connsiteY66" fmla="*/ 917728 h 1193968"/>
                <a:gd name="connsiteX67" fmla="*/ 274319 w 2704120"/>
                <a:gd name="connsiteY67" fmla="*/ 895479 h 1193968"/>
                <a:gd name="connsiteX68" fmla="*/ 298495 w 2704120"/>
                <a:gd name="connsiteY68" fmla="*/ 835630 h 1193968"/>
                <a:gd name="connsiteX69" fmla="*/ 274319 w 2704120"/>
                <a:gd name="connsiteY69" fmla="*/ 775008 h 1193968"/>
                <a:gd name="connsiteX70" fmla="*/ 209483 w 2704120"/>
                <a:gd name="connsiteY70" fmla="*/ 752753 h 1193968"/>
                <a:gd name="connsiteX71" fmla="*/ 115098 w 2704120"/>
                <a:gd name="connsiteY71" fmla="*/ 752753 h 1193968"/>
                <a:gd name="connsiteX72" fmla="*/ 115098 w 2704120"/>
                <a:gd name="connsiteY72" fmla="*/ 917728 h 1193968"/>
                <a:gd name="connsiteX73" fmla="*/ 209483 w 2704120"/>
                <a:gd name="connsiteY73" fmla="*/ 917728 h 1193968"/>
                <a:gd name="connsiteX74" fmla="*/ 2475389 w 2704120"/>
                <a:gd name="connsiteY74" fmla="*/ 442750 h 1193968"/>
                <a:gd name="connsiteX75" fmla="*/ 2475389 w 2704120"/>
                <a:gd name="connsiteY75" fmla="*/ 4605 h 1193968"/>
                <a:gd name="connsiteX76" fmla="*/ 2360306 w 2704120"/>
                <a:gd name="connsiteY76" fmla="*/ 4605 h 1193968"/>
                <a:gd name="connsiteX77" fmla="*/ 2360306 w 2704120"/>
                <a:gd name="connsiteY77" fmla="*/ 541735 h 1193968"/>
                <a:gd name="connsiteX78" fmla="*/ 2704120 w 2704120"/>
                <a:gd name="connsiteY78" fmla="*/ 541735 h 1193968"/>
                <a:gd name="connsiteX79" fmla="*/ 2704120 w 2704120"/>
                <a:gd name="connsiteY79" fmla="*/ 442750 h 1193968"/>
                <a:gd name="connsiteX80" fmla="*/ 2475389 w 2704120"/>
                <a:gd name="connsiteY80" fmla="*/ 442750 h 1193968"/>
                <a:gd name="connsiteX81" fmla="*/ 1991211 w 2704120"/>
                <a:gd name="connsiteY81" fmla="*/ 4605 h 1193968"/>
                <a:gd name="connsiteX82" fmla="*/ 2129346 w 2704120"/>
                <a:gd name="connsiteY82" fmla="*/ 4605 h 1193968"/>
                <a:gd name="connsiteX83" fmla="*/ 2324255 w 2704120"/>
                <a:gd name="connsiteY83" fmla="*/ 541735 h 1193968"/>
                <a:gd name="connsiteX84" fmla="*/ 2200704 w 2704120"/>
                <a:gd name="connsiteY84" fmla="*/ 541735 h 1193968"/>
                <a:gd name="connsiteX85" fmla="*/ 2159256 w 2704120"/>
                <a:gd name="connsiteY85" fmla="*/ 424334 h 1193968"/>
                <a:gd name="connsiteX86" fmla="*/ 1955150 w 2704120"/>
                <a:gd name="connsiteY86" fmla="*/ 424334 h 1193968"/>
                <a:gd name="connsiteX87" fmla="*/ 1913712 w 2704120"/>
                <a:gd name="connsiteY87" fmla="*/ 541735 h 1193968"/>
                <a:gd name="connsiteX88" fmla="*/ 1794776 w 2704120"/>
                <a:gd name="connsiteY88" fmla="*/ 541735 h 1193968"/>
                <a:gd name="connsiteX89" fmla="*/ 1991211 w 2704120"/>
                <a:gd name="connsiteY89" fmla="*/ 4605 h 1193968"/>
                <a:gd name="connsiteX90" fmla="*/ 2127811 w 2704120"/>
                <a:gd name="connsiteY90" fmla="*/ 331485 h 1193968"/>
                <a:gd name="connsiteX91" fmla="*/ 2056453 w 2704120"/>
                <a:gd name="connsiteY91" fmla="*/ 127379 h 1193968"/>
                <a:gd name="connsiteX92" fmla="*/ 1985843 w 2704120"/>
                <a:gd name="connsiteY92" fmla="*/ 331485 h 1193968"/>
                <a:gd name="connsiteX93" fmla="*/ 2127811 w 2704120"/>
                <a:gd name="connsiteY93" fmla="*/ 331485 h 1193968"/>
                <a:gd name="connsiteX94" fmla="*/ 1862306 w 2704120"/>
                <a:gd name="connsiteY94" fmla="*/ 4605 h 1193968"/>
                <a:gd name="connsiteX95" fmla="*/ 1862306 w 2704120"/>
                <a:gd name="connsiteY95" fmla="*/ 103590 h 1193968"/>
                <a:gd name="connsiteX96" fmla="*/ 1707305 w 2704120"/>
                <a:gd name="connsiteY96" fmla="*/ 103590 h 1193968"/>
                <a:gd name="connsiteX97" fmla="*/ 1707305 w 2704120"/>
                <a:gd name="connsiteY97" fmla="*/ 541735 h 1193968"/>
                <a:gd name="connsiteX98" fmla="*/ 1592206 w 2704120"/>
                <a:gd name="connsiteY98" fmla="*/ 541735 h 1193968"/>
                <a:gd name="connsiteX99" fmla="*/ 1592206 w 2704120"/>
                <a:gd name="connsiteY99" fmla="*/ 103590 h 1193968"/>
                <a:gd name="connsiteX100" fmla="*/ 1437204 w 2704120"/>
                <a:gd name="connsiteY100" fmla="*/ 103590 h 1193968"/>
                <a:gd name="connsiteX101" fmla="*/ 1437204 w 2704120"/>
                <a:gd name="connsiteY101" fmla="*/ 4605 h 1193968"/>
                <a:gd name="connsiteX102" fmla="*/ 1862306 w 2704120"/>
                <a:gd name="connsiteY102" fmla="*/ 4605 h 1193968"/>
                <a:gd name="connsiteX103" fmla="*/ 1390393 w 2704120"/>
                <a:gd name="connsiteY103" fmla="*/ 4605 h 1193968"/>
                <a:gd name="connsiteX104" fmla="*/ 1390393 w 2704120"/>
                <a:gd name="connsiteY104" fmla="*/ 541735 h 1193968"/>
                <a:gd name="connsiteX105" fmla="*/ 1275300 w 2704120"/>
                <a:gd name="connsiteY105" fmla="*/ 541735 h 1193968"/>
                <a:gd name="connsiteX106" fmla="*/ 1275300 w 2704120"/>
                <a:gd name="connsiteY106" fmla="*/ 4605 h 1193968"/>
                <a:gd name="connsiteX107" fmla="*/ 1390393 w 2704120"/>
                <a:gd name="connsiteY107" fmla="*/ 4605 h 1193968"/>
                <a:gd name="connsiteX108" fmla="*/ 817590 w 2704120"/>
                <a:gd name="connsiteY108" fmla="*/ 33763 h 1193968"/>
                <a:gd name="connsiteX109" fmla="*/ 959161 w 2704120"/>
                <a:gd name="connsiteY109" fmla="*/ 0 h 1193968"/>
                <a:gd name="connsiteX110" fmla="*/ 1073488 w 2704120"/>
                <a:gd name="connsiteY110" fmla="*/ 24557 h 1193968"/>
                <a:gd name="connsiteX111" fmla="*/ 1155210 w 2704120"/>
                <a:gd name="connsiteY111" fmla="*/ 93617 h 1193968"/>
                <a:gd name="connsiteX112" fmla="*/ 1193191 w 2704120"/>
                <a:gd name="connsiteY112" fmla="*/ 195672 h 1193968"/>
                <a:gd name="connsiteX113" fmla="*/ 1079628 w 2704120"/>
                <a:gd name="connsiteY113" fmla="*/ 195672 h 1193968"/>
                <a:gd name="connsiteX114" fmla="*/ 1036655 w 2704120"/>
                <a:gd name="connsiteY114" fmla="*/ 123923 h 1193968"/>
                <a:gd name="connsiteX115" fmla="*/ 956086 w 2704120"/>
                <a:gd name="connsiteY115" fmla="*/ 97455 h 1193968"/>
                <a:gd name="connsiteX116" fmla="*/ 878588 w 2704120"/>
                <a:gd name="connsiteY116" fmla="*/ 119704 h 1193968"/>
                <a:gd name="connsiteX117" fmla="*/ 827944 w 2704120"/>
                <a:gd name="connsiteY117" fmla="*/ 181856 h 1193968"/>
                <a:gd name="connsiteX118" fmla="*/ 810295 w 2704120"/>
                <a:gd name="connsiteY118" fmla="*/ 273170 h 1193968"/>
                <a:gd name="connsiteX119" fmla="*/ 849044 w 2704120"/>
                <a:gd name="connsiteY119" fmla="*/ 400545 h 1193968"/>
                <a:gd name="connsiteX120" fmla="*/ 956086 w 2704120"/>
                <a:gd name="connsiteY120" fmla="*/ 448886 h 1193968"/>
                <a:gd name="connsiteX121" fmla="*/ 1044330 w 2704120"/>
                <a:gd name="connsiteY121" fmla="*/ 421650 h 1193968"/>
                <a:gd name="connsiteX122" fmla="*/ 1090374 w 2704120"/>
                <a:gd name="connsiteY122" fmla="*/ 341463 h 1193968"/>
                <a:gd name="connsiteX123" fmla="*/ 1090374 w 2704120"/>
                <a:gd name="connsiteY123" fmla="*/ 334555 h 1193968"/>
                <a:gd name="connsiteX124" fmla="*/ 956854 w 2704120"/>
                <a:gd name="connsiteY124" fmla="*/ 334555 h 1193968"/>
                <a:gd name="connsiteX125" fmla="*/ 956854 w 2704120"/>
                <a:gd name="connsiteY125" fmla="*/ 243246 h 1193968"/>
                <a:gd name="connsiteX126" fmla="*/ 1197029 w 2704120"/>
                <a:gd name="connsiteY126" fmla="*/ 243246 h 1193968"/>
                <a:gd name="connsiteX127" fmla="*/ 1197029 w 2704120"/>
                <a:gd name="connsiteY127" fmla="*/ 541735 h 1193968"/>
                <a:gd name="connsiteX128" fmla="*/ 1117228 w 2704120"/>
                <a:gd name="connsiteY128" fmla="*/ 541735 h 1193968"/>
                <a:gd name="connsiteX129" fmla="*/ 1104947 w 2704120"/>
                <a:gd name="connsiteY129" fmla="*/ 474978 h 1193968"/>
                <a:gd name="connsiteX130" fmla="*/ 1041265 w 2704120"/>
                <a:gd name="connsiteY130" fmla="*/ 526389 h 1193968"/>
                <a:gd name="connsiteX131" fmla="*/ 948416 w 2704120"/>
                <a:gd name="connsiteY131" fmla="*/ 546341 h 1193968"/>
                <a:gd name="connsiteX132" fmla="*/ 814514 w 2704120"/>
                <a:gd name="connsiteY132" fmla="*/ 512578 h 1193968"/>
                <a:gd name="connsiteX133" fmla="*/ 724740 w 2704120"/>
                <a:gd name="connsiteY133" fmla="*/ 416663 h 1193968"/>
                <a:gd name="connsiteX134" fmla="*/ 692899 w 2704120"/>
                <a:gd name="connsiteY134" fmla="*/ 273170 h 1193968"/>
                <a:gd name="connsiteX135" fmla="*/ 725126 w 2704120"/>
                <a:gd name="connsiteY135" fmla="*/ 129296 h 1193968"/>
                <a:gd name="connsiteX136" fmla="*/ 817590 w 2704120"/>
                <a:gd name="connsiteY136" fmla="*/ 33763 h 1193968"/>
                <a:gd name="connsiteX137" fmla="*/ 633044 w 2704120"/>
                <a:gd name="connsiteY137" fmla="*/ 4605 h 1193968"/>
                <a:gd name="connsiteX138" fmla="*/ 633044 w 2704120"/>
                <a:gd name="connsiteY138" fmla="*/ 541735 h 1193968"/>
                <a:gd name="connsiteX139" fmla="*/ 517946 w 2704120"/>
                <a:gd name="connsiteY139" fmla="*/ 541735 h 1193968"/>
                <a:gd name="connsiteX140" fmla="*/ 517946 w 2704120"/>
                <a:gd name="connsiteY140" fmla="*/ 4605 h 1193968"/>
                <a:gd name="connsiteX141" fmla="*/ 633044 w 2704120"/>
                <a:gd name="connsiteY141" fmla="*/ 4605 h 1193968"/>
                <a:gd name="connsiteX142" fmla="*/ 186466 w 2704120"/>
                <a:gd name="connsiteY142" fmla="*/ 4605 h 1193968"/>
                <a:gd name="connsiteX143" fmla="*/ 328806 w 2704120"/>
                <a:gd name="connsiteY143" fmla="*/ 38754 h 1193968"/>
                <a:gd name="connsiteX144" fmla="*/ 423948 w 2704120"/>
                <a:gd name="connsiteY144" fmla="*/ 133901 h 1193968"/>
                <a:gd name="connsiteX145" fmla="*/ 457329 w 2704120"/>
                <a:gd name="connsiteY145" fmla="*/ 273170 h 1193968"/>
                <a:gd name="connsiteX146" fmla="*/ 423948 w 2704120"/>
                <a:gd name="connsiteY146" fmla="*/ 412439 h 1193968"/>
                <a:gd name="connsiteX147" fmla="*/ 328806 w 2704120"/>
                <a:gd name="connsiteY147" fmla="*/ 507586 h 1193968"/>
                <a:gd name="connsiteX148" fmla="*/ 186466 w 2704120"/>
                <a:gd name="connsiteY148" fmla="*/ 541735 h 1193968"/>
                <a:gd name="connsiteX149" fmla="*/ 0 w 2704120"/>
                <a:gd name="connsiteY149" fmla="*/ 541735 h 1193968"/>
                <a:gd name="connsiteX150" fmla="*/ 0 w 2704120"/>
                <a:gd name="connsiteY150" fmla="*/ 4605 h 1193968"/>
                <a:gd name="connsiteX151" fmla="*/ 186466 w 2704120"/>
                <a:gd name="connsiteY151" fmla="*/ 4605 h 1193968"/>
                <a:gd name="connsiteX152" fmla="*/ 299644 w 2704120"/>
                <a:gd name="connsiteY152" fmla="*/ 398628 h 1193968"/>
                <a:gd name="connsiteX153" fmla="*/ 339928 w 2704120"/>
                <a:gd name="connsiteY153" fmla="*/ 273170 h 1193968"/>
                <a:gd name="connsiteX154" fmla="*/ 299644 w 2704120"/>
                <a:gd name="connsiteY154" fmla="*/ 147712 h 1193968"/>
                <a:gd name="connsiteX155" fmla="*/ 186466 w 2704120"/>
                <a:gd name="connsiteY155" fmla="*/ 100520 h 1193968"/>
                <a:gd name="connsiteX156" fmla="*/ 115098 w 2704120"/>
                <a:gd name="connsiteY156" fmla="*/ 100520 h 1193968"/>
                <a:gd name="connsiteX157" fmla="*/ 115098 w 2704120"/>
                <a:gd name="connsiteY157" fmla="*/ 445816 h 1193968"/>
                <a:gd name="connsiteX158" fmla="*/ 186466 w 2704120"/>
                <a:gd name="connsiteY158" fmla="*/ 445816 h 1193968"/>
                <a:gd name="connsiteX159" fmla="*/ 299644 w 2704120"/>
                <a:gd name="connsiteY159" fmla="*/ 398628 h 1193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</a:cxnLst>
              <a:rect l="l" t="t" r="r" b="b"/>
              <a:pathLst>
                <a:path w="2704120" h="1193968">
                  <a:moveTo>
                    <a:pt x="2274092" y="656839"/>
                  </a:moveTo>
                  <a:lnTo>
                    <a:pt x="2394573" y="877063"/>
                  </a:lnTo>
                  <a:lnTo>
                    <a:pt x="2521145" y="656839"/>
                  </a:lnTo>
                  <a:lnTo>
                    <a:pt x="2649302" y="656839"/>
                  </a:lnTo>
                  <a:lnTo>
                    <a:pt x="2452115" y="994464"/>
                  </a:lnTo>
                  <a:lnTo>
                    <a:pt x="2452115" y="1193969"/>
                  </a:lnTo>
                  <a:lnTo>
                    <a:pt x="2336982" y="1193969"/>
                  </a:lnTo>
                  <a:lnTo>
                    <a:pt x="2336982" y="994464"/>
                  </a:lnTo>
                  <a:lnTo>
                    <a:pt x="2139794" y="656839"/>
                  </a:lnTo>
                  <a:lnTo>
                    <a:pt x="2274092" y="656839"/>
                  </a:lnTo>
                  <a:close/>
                  <a:moveTo>
                    <a:pt x="2125681" y="656839"/>
                  </a:moveTo>
                  <a:lnTo>
                    <a:pt x="2125681" y="755824"/>
                  </a:lnTo>
                  <a:lnTo>
                    <a:pt x="1970700" y="755824"/>
                  </a:lnTo>
                  <a:lnTo>
                    <a:pt x="1970700" y="1193969"/>
                  </a:lnTo>
                  <a:lnTo>
                    <a:pt x="1855601" y="1193969"/>
                  </a:lnTo>
                  <a:lnTo>
                    <a:pt x="1855601" y="755824"/>
                  </a:lnTo>
                  <a:lnTo>
                    <a:pt x="1700604" y="755824"/>
                  </a:lnTo>
                  <a:lnTo>
                    <a:pt x="1700604" y="656839"/>
                  </a:lnTo>
                  <a:lnTo>
                    <a:pt x="2125681" y="656839"/>
                  </a:lnTo>
                  <a:close/>
                  <a:moveTo>
                    <a:pt x="1564797" y="656839"/>
                  </a:moveTo>
                  <a:lnTo>
                    <a:pt x="1449703" y="656839"/>
                  </a:lnTo>
                  <a:lnTo>
                    <a:pt x="1449703" y="1193969"/>
                  </a:lnTo>
                  <a:lnTo>
                    <a:pt x="1793538" y="1193969"/>
                  </a:lnTo>
                  <a:lnTo>
                    <a:pt x="1793538" y="1094984"/>
                  </a:lnTo>
                  <a:lnTo>
                    <a:pt x="1564797" y="1094984"/>
                  </a:lnTo>
                  <a:lnTo>
                    <a:pt x="1564797" y="656839"/>
                  </a:lnTo>
                  <a:close/>
                  <a:moveTo>
                    <a:pt x="1080603" y="656839"/>
                  </a:moveTo>
                  <a:lnTo>
                    <a:pt x="1218724" y="656839"/>
                  </a:lnTo>
                  <a:lnTo>
                    <a:pt x="1413623" y="1193969"/>
                  </a:lnTo>
                  <a:lnTo>
                    <a:pt x="1290087" y="1193969"/>
                  </a:lnTo>
                  <a:lnTo>
                    <a:pt x="1248648" y="1076567"/>
                  </a:lnTo>
                  <a:lnTo>
                    <a:pt x="1044543" y="1076567"/>
                  </a:lnTo>
                  <a:lnTo>
                    <a:pt x="1003105" y="1193969"/>
                  </a:lnTo>
                  <a:lnTo>
                    <a:pt x="884169" y="1193969"/>
                  </a:lnTo>
                  <a:lnTo>
                    <a:pt x="1080603" y="656839"/>
                  </a:lnTo>
                  <a:close/>
                  <a:moveTo>
                    <a:pt x="1217189" y="983723"/>
                  </a:moveTo>
                  <a:lnTo>
                    <a:pt x="1145826" y="779613"/>
                  </a:lnTo>
                  <a:lnTo>
                    <a:pt x="1075235" y="983723"/>
                  </a:lnTo>
                  <a:lnTo>
                    <a:pt x="1217189" y="983723"/>
                  </a:lnTo>
                  <a:close/>
                  <a:moveTo>
                    <a:pt x="844830" y="656839"/>
                  </a:moveTo>
                  <a:lnTo>
                    <a:pt x="844830" y="755824"/>
                  </a:lnTo>
                  <a:lnTo>
                    <a:pt x="599287" y="755824"/>
                  </a:lnTo>
                  <a:lnTo>
                    <a:pt x="599287" y="876295"/>
                  </a:lnTo>
                  <a:lnTo>
                    <a:pt x="798792" y="876295"/>
                  </a:lnTo>
                  <a:lnTo>
                    <a:pt x="798792" y="970675"/>
                  </a:lnTo>
                  <a:lnTo>
                    <a:pt x="599287" y="970675"/>
                  </a:lnTo>
                  <a:lnTo>
                    <a:pt x="599287" y="1094984"/>
                  </a:lnTo>
                  <a:lnTo>
                    <a:pt x="853273" y="1094984"/>
                  </a:lnTo>
                  <a:lnTo>
                    <a:pt x="853273" y="1193969"/>
                  </a:lnTo>
                  <a:lnTo>
                    <a:pt x="484188" y="1193969"/>
                  </a:lnTo>
                  <a:lnTo>
                    <a:pt x="484188" y="656839"/>
                  </a:lnTo>
                  <a:lnTo>
                    <a:pt x="844830" y="656839"/>
                  </a:lnTo>
                  <a:close/>
                  <a:moveTo>
                    <a:pt x="321898" y="678707"/>
                  </a:moveTo>
                  <a:cubicBezTo>
                    <a:pt x="351822" y="693290"/>
                    <a:pt x="374968" y="714133"/>
                    <a:pt x="391339" y="741245"/>
                  </a:cubicBezTo>
                  <a:cubicBezTo>
                    <a:pt x="407710" y="768357"/>
                    <a:pt x="415891" y="799817"/>
                    <a:pt x="415891" y="835630"/>
                  </a:cubicBezTo>
                  <a:cubicBezTo>
                    <a:pt x="415891" y="869897"/>
                    <a:pt x="407710" y="900208"/>
                    <a:pt x="391339" y="926553"/>
                  </a:cubicBezTo>
                  <a:cubicBezTo>
                    <a:pt x="374968" y="952902"/>
                    <a:pt x="352461" y="972977"/>
                    <a:pt x="323814" y="986788"/>
                  </a:cubicBezTo>
                  <a:lnTo>
                    <a:pt x="429702" y="1193969"/>
                  </a:lnTo>
                  <a:lnTo>
                    <a:pt x="302327" y="1193969"/>
                  </a:lnTo>
                  <a:lnTo>
                    <a:pt x="212548" y="1013648"/>
                  </a:lnTo>
                  <a:lnTo>
                    <a:pt x="115098" y="1013648"/>
                  </a:lnTo>
                  <a:lnTo>
                    <a:pt x="115098" y="1193969"/>
                  </a:lnTo>
                  <a:lnTo>
                    <a:pt x="0" y="1193969"/>
                  </a:lnTo>
                  <a:lnTo>
                    <a:pt x="0" y="656839"/>
                  </a:lnTo>
                  <a:lnTo>
                    <a:pt x="218689" y="656839"/>
                  </a:lnTo>
                  <a:cubicBezTo>
                    <a:pt x="257567" y="656839"/>
                    <a:pt x="291973" y="664128"/>
                    <a:pt x="321898" y="678707"/>
                  </a:cubicBezTo>
                  <a:close/>
                  <a:moveTo>
                    <a:pt x="209483" y="917728"/>
                  </a:moveTo>
                  <a:cubicBezTo>
                    <a:pt x="236595" y="917728"/>
                    <a:pt x="258206" y="910315"/>
                    <a:pt x="274319" y="895479"/>
                  </a:cubicBezTo>
                  <a:cubicBezTo>
                    <a:pt x="290438" y="880643"/>
                    <a:pt x="298495" y="860691"/>
                    <a:pt x="298495" y="835630"/>
                  </a:cubicBezTo>
                  <a:cubicBezTo>
                    <a:pt x="298495" y="810048"/>
                    <a:pt x="290438" y="789844"/>
                    <a:pt x="274319" y="775008"/>
                  </a:cubicBezTo>
                  <a:cubicBezTo>
                    <a:pt x="258206" y="760172"/>
                    <a:pt x="236595" y="752753"/>
                    <a:pt x="209483" y="752753"/>
                  </a:cubicBezTo>
                  <a:lnTo>
                    <a:pt x="115098" y="752753"/>
                  </a:lnTo>
                  <a:lnTo>
                    <a:pt x="115098" y="917728"/>
                  </a:lnTo>
                  <a:lnTo>
                    <a:pt x="209483" y="917728"/>
                  </a:lnTo>
                  <a:close/>
                  <a:moveTo>
                    <a:pt x="2475389" y="442750"/>
                  </a:moveTo>
                  <a:lnTo>
                    <a:pt x="2475389" y="4605"/>
                  </a:lnTo>
                  <a:lnTo>
                    <a:pt x="2360306" y="4605"/>
                  </a:lnTo>
                  <a:lnTo>
                    <a:pt x="2360306" y="541735"/>
                  </a:lnTo>
                  <a:lnTo>
                    <a:pt x="2704120" y="541735"/>
                  </a:lnTo>
                  <a:lnTo>
                    <a:pt x="2704120" y="442750"/>
                  </a:lnTo>
                  <a:lnTo>
                    <a:pt x="2475389" y="442750"/>
                  </a:lnTo>
                  <a:close/>
                  <a:moveTo>
                    <a:pt x="1991211" y="4605"/>
                  </a:moveTo>
                  <a:lnTo>
                    <a:pt x="2129346" y="4605"/>
                  </a:lnTo>
                  <a:lnTo>
                    <a:pt x="2324255" y="541735"/>
                  </a:lnTo>
                  <a:lnTo>
                    <a:pt x="2200704" y="541735"/>
                  </a:lnTo>
                  <a:lnTo>
                    <a:pt x="2159256" y="424334"/>
                  </a:lnTo>
                  <a:lnTo>
                    <a:pt x="1955150" y="424334"/>
                  </a:lnTo>
                  <a:lnTo>
                    <a:pt x="1913712" y="541735"/>
                  </a:lnTo>
                  <a:lnTo>
                    <a:pt x="1794776" y="541735"/>
                  </a:lnTo>
                  <a:lnTo>
                    <a:pt x="1991211" y="4605"/>
                  </a:lnTo>
                  <a:close/>
                  <a:moveTo>
                    <a:pt x="2127811" y="331485"/>
                  </a:moveTo>
                  <a:lnTo>
                    <a:pt x="2056453" y="127379"/>
                  </a:lnTo>
                  <a:lnTo>
                    <a:pt x="1985843" y="331485"/>
                  </a:lnTo>
                  <a:lnTo>
                    <a:pt x="2127811" y="331485"/>
                  </a:lnTo>
                  <a:close/>
                  <a:moveTo>
                    <a:pt x="1862306" y="4605"/>
                  </a:moveTo>
                  <a:lnTo>
                    <a:pt x="1862306" y="103590"/>
                  </a:lnTo>
                  <a:lnTo>
                    <a:pt x="1707305" y="103590"/>
                  </a:lnTo>
                  <a:lnTo>
                    <a:pt x="1707305" y="541735"/>
                  </a:lnTo>
                  <a:lnTo>
                    <a:pt x="1592206" y="541735"/>
                  </a:lnTo>
                  <a:lnTo>
                    <a:pt x="1592206" y="103590"/>
                  </a:lnTo>
                  <a:lnTo>
                    <a:pt x="1437204" y="103590"/>
                  </a:lnTo>
                  <a:lnTo>
                    <a:pt x="1437204" y="4605"/>
                  </a:lnTo>
                  <a:lnTo>
                    <a:pt x="1862306" y="4605"/>
                  </a:lnTo>
                  <a:close/>
                  <a:moveTo>
                    <a:pt x="1390393" y="4605"/>
                  </a:moveTo>
                  <a:lnTo>
                    <a:pt x="1390393" y="541735"/>
                  </a:lnTo>
                  <a:lnTo>
                    <a:pt x="1275300" y="541735"/>
                  </a:lnTo>
                  <a:lnTo>
                    <a:pt x="1275300" y="4605"/>
                  </a:lnTo>
                  <a:lnTo>
                    <a:pt x="1390393" y="4605"/>
                  </a:lnTo>
                  <a:close/>
                  <a:moveTo>
                    <a:pt x="817590" y="33763"/>
                  </a:moveTo>
                  <a:cubicBezTo>
                    <a:pt x="857740" y="11256"/>
                    <a:pt x="904932" y="0"/>
                    <a:pt x="959161" y="0"/>
                  </a:cubicBezTo>
                  <a:cubicBezTo>
                    <a:pt x="1001620" y="0"/>
                    <a:pt x="1039730" y="8186"/>
                    <a:pt x="1073488" y="24557"/>
                  </a:cubicBezTo>
                  <a:cubicBezTo>
                    <a:pt x="1107255" y="40923"/>
                    <a:pt x="1134491" y="63945"/>
                    <a:pt x="1155210" y="93617"/>
                  </a:cubicBezTo>
                  <a:cubicBezTo>
                    <a:pt x="1175929" y="123284"/>
                    <a:pt x="1188591" y="157304"/>
                    <a:pt x="1193191" y="195672"/>
                  </a:cubicBezTo>
                  <a:lnTo>
                    <a:pt x="1079628" y="195672"/>
                  </a:lnTo>
                  <a:cubicBezTo>
                    <a:pt x="1072462" y="165485"/>
                    <a:pt x="1058146" y="141572"/>
                    <a:pt x="1036655" y="123923"/>
                  </a:cubicBezTo>
                  <a:cubicBezTo>
                    <a:pt x="1015173" y="106274"/>
                    <a:pt x="988318" y="97455"/>
                    <a:pt x="956086" y="97455"/>
                  </a:cubicBezTo>
                  <a:cubicBezTo>
                    <a:pt x="926419" y="97455"/>
                    <a:pt x="900585" y="104868"/>
                    <a:pt x="878588" y="119704"/>
                  </a:cubicBezTo>
                  <a:cubicBezTo>
                    <a:pt x="856591" y="134540"/>
                    <a:pt x="839710" y="155259"/>
                    <a:pt x="827944" y="181856"/>
                  </a:cubicBezTo>
                  <a:cubicBezTo>
                    <a:pt x="816178" y="208458"/>
                    <a:pt x="810295" y="238898"/>
                    <a:pt x="810295" y="273170"/>
                  </a:cubicBezTo>
                  <a:cubicBezTo>
                    <a:pt x="810295" y="325859"/>
                    <a:pt x="823215" y="368317"/>
                    <a:pt x="849044" y="400545"/>
                  </a:cubicBezTo>
                  <a:cubicBezTo>
                    <a:pt x="874879" y="432772"/>
                    <a:pt x="910563" y="448886"/>
                    <a:pt x="956086" y="448886"/>
                  </a:cubicBezTo>
                  <a:cubicBezTo>
                    <a:pt x="989339" y="448886"/>
                    <a:pt x="1018753" y="439809"/>
                    <a:pt x="1044330" y="421650"/>
                  </a:cubicBezTo>
                  <a:cubicBezTo>
                    <a:pt x="1069912" y="403486"/>
                    <a:pt x="1085253" y="376756"/>
                    <a:pt x="1090374" y="341463"/>
                  </a:cubicBezTo>
                  <a:lnTo>
                    <a:pt x="1090374" y="334555"/>
                  </a:lnTo>
                  <a:lnTo>
                    <a:pt x="956854" y="334555"/>
                  </a:lnTo>
                  <a:lnTo>
                    <a:pt x="956854" y="243246"/>
                  </a:lnTo>
                  <a:lnTo>
                    <a:pt x="1197029" y="243246"/>
                  </a:lnTo>
                  <a:lnTo>
                    <a:pt x="1197029" y="541735"/>
                  </a:lnTo>
                  <a:lnTo>
                    <a:pt x="1117228" y="541735"/>
                  </a:lnTo>
                  <a:lnTo>
                    <a:pt x="1104947" y="474978"/>
                  </a:lnTo>
                  <a:cubicBezTo>
                    <a:pt x="1089096" y="495949"/>
                    <a:pt x="1067862" y="513088"/>
                    <a:pt x="1041265" y="526389"/>
                  </a:cubicBezTo>
                  <a:cubicBezTo>
                    <a:pt x="1014663" y="539690"/>
                    <a:pt x="983713" y="546341"/>
                    <a:pt x="948416" y="546341"/>
                  </a:cubicBezTo>
                  <a:cubicBezTo>
                    <a:pt x="897772" y="546341"/>
                    <a:pt x="853140" y="535085"/>
                    <a:pt x="814514" y="512578"/>
                  </a:cubicBezTo>
                  <a:cubicBezTo>
                    <a:pt x="775894" y="490066"/>
                    <a:pt x="745969" y="458097"/>
                    <a:pt x="724740" y="416663"/>
                  </a:cubicBezTo>
                  <a:cubicBezTo>
                    <a:pt x="703511" y="375225"/>
                    <a:pt x="692899" y="327394"/>
                    <a:pt x="692899" y="273170"/>
                  </a:cubicBezTo>
                  <a:cubicBezTo>
                    <a:pt x="692899" y="218436"/>
                    <a:pt x="703640" y="170476"/>
                    <a:pt x="725126" y="129296"/>
                  </a:cubicBezTo>
                  <a:cubicBezTo>
                    <a:pt x="746608" y="88115"/>
                    <a:pt x="777429" y="56269"/>
                    <a:pt x="817590" y="33763"/>
                  </a:cubicBezTo>
                  <a:close/>
                  <a:moveTo>
                    <a:pt x="633044" y="4605"/>
                  </a:moveTo>
                  <a:lnTo>
                    <a:pt x="633044" y="541735"/>
                  </a:lnTo>
                  <a:lnTo>
                    <a:pt x="517946" y="541735"/>
                  </a:lnTo>
                  <a:lnTo>
                    <a:pt x="517946" y="4605"/>
                  </a:lnTo>
                  <a:lnTo>
                    <a:pt x="633044" y="4605"/>
                  </a:lnTo>
                  <a:close/>
                  <a:moveTo>
                    <a:pt x="186466" y="4605"/>
                  </a:moveTo>
                  <a:cubicBezTo>
                    <a:pt x="240175" y="4605"/>
                    <a:pt x="287620" y="15985"/>
                    <a:pt x="328806" y="38754"/>
                  </a:cubicBezTo>
                  <a:cubicBezTo>
                    <a:pt x="369981" y="61513"/>
                    <a:pt x="401699" y="93231"/>
                    <a:pt x="423948" y="133901"/>
                  </a:cubicBezTo>
                  <a:cubicBezTo>
                    <a:pt x="446207" y="174567"/>
                    <a:pt x="457329" y="220991"/>
                    <a:pt x="457329" y="273170"/>
                  </a:cubicBezTo>
                  <a:cubicBezTo>
                    <a:pt x="457329" y="325349"/>
                    <a:pt x="446207" y="371769"/>
                    <a:pt x="423948" y="412439"/>
                  </a:cubicBezTo>
                  <a:cubicBezTo>
                    <a:pt x="401699" y="453110"/>
                    <a:pt x="369981" y="484822"/>
                    <a:pt x="328806" y="507586"/>
                  </a:cubicBezTo>
                  <a:cubicBezTo>
                    <a:pt x="287620" y="530351"/>
                    <a:pt x="240175" y="541735"/>
                    <a:pt x="186466" y="541735"/>
                  </a:cubicBezTo>
                  <a:lnTo>
                    <a:pt x="0" y="541735"/>
                  </a:lnTo>
                  <a:lnTo>
                    <a:pt x="0" y="4605"/>
                  </a:lnTo>
                  <a:lnTo>
                    <a:pt x="186466" y="4605"/>
                  </a:lnTo>
                  <a:close/>
                  <a:moveTo>
                    <a:pt x="299644" y="398628"/>
                  </a:moveTo>
                  <a:cubicBezTo>
                    <a:pt x="326498" y="367169"/>
                    <a:pt x="339928" y="325349"/>
                    <a:pt x="339928" y="273170"/>
                  </a:cubicBezTo>
                  <a:cubicBezTo>
                    <a:pt x="339928" y="220991"/>
                    <a:pt x="326498" y="179172"/>
                    <a:pt x="299644" y="147712"/>
                  </a:cubicBezTo>
                  <a:cubicBezTo>
                    <a:pt x="272789" y="116252"/>
                    <a:pt x="235060" y="100520"/>
                    <a:pt x="186466" y="100520"/>
                  </a:cubicBezTo>
                  <a:lnTo>
                    <a:pt x="115098" y="100520"/>
                  </a:lnTo>
                  <a:lnTo>
                    <a:pt x="115098" y="445816"/>
                  </a:lnTo>
                  <a:lnTo>
                    <a:pt x="186466" y="445816"/>
                  </a:lnTo>
                  <a:cubicBezTo>
                    <a:pt x="235060" y="445816"/>
                    <a:pt x="272789" y="430088"/>
                    <a:pt x="299644" y="398628"/>
                  </a:cubicBezTo>
                  <a:close/>
                </a:path>
              </a:pathLst>
            </a:custGeom>
            <a:grpFill/>
            <a:ln w="49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>
                <a:latin typeface="Arial" panose="020B0604020202020204" pitchFamily="34" charset="0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5763078-2732-68C0-E57A-A09ED0DAE1D3}"/>
                </a:ext>
              </a:extLst>
            </p:cNvPr>
            <p:cNvSpPr/>
            <p:nvPr/>
          </p:nvSpPr>
          <p:spPr>
            <a:xfrm>
              <a:off x="3043994" y="-2581296"/>
              <a:ext cx="1782707" cy="1782707"/>
            </a:xfrm>
            <a:custGeom>
              <a:avLst/>
              <a:gdLst>
                <a:gd name="connsiteX0" fmla="*/ 1188472 w 1782707"/>
                <a:gd name="connsiteY0" fmla="*/ 1782708 h 1782707"/>
                <a:gd name="connsiteX1" fmla="*/ 1188472 w 1782707"/>
                <a:gd name="connsiteY1" fmla="*/ 1559870 h 1782707"/>
                <a:gd name="connsiteX2" fmla="*/ 1559870 w 1782707"/>
                <a:gd name="connsiteY2" fmla="*/ 1188472 h 1782707"/>
                <a:gd name="connsiteX3" fmla="*/ 1782708 w 1782707"/>
                <a:gd name="connsiteY3" fmla="*/ 1188472 h 1782707"/>
                <a:gd name="connsiteX4" fmla="*/ 1188472 w 1782707"/>
                <a:gd name="connsiteY4" fmla="*/ 1782708 h 1782707"/>
                <a:gd name="connsiteX5" fmla="*/ 1188472 w 1782707"/>
                <a:gd name="connsiteY5" fmla="*/ 0 h 1782707"/>
                <a:gd name="connsiteX6" fmla="*/ 1188472 w 1782707"/>
                <a:gd name="connsiteY6" fmla="*/ 222839 h 1782707"/>
                <a:gd name="connsiteX7" fmla="*/ 1559870 w 1782707"/>
                <a:gd name="connsiteY7" fmla="*/ 594236 h 1782707"/>
                <a:gd name="connsiteX8" fmla="*/ 1782708 w 1782707"/>
                <a:gd name="connsiteY8" fmla="*/ 594236 h 1782707"/>
                <a:gd name="connsiteX9" fmla="*/ 1188472 w 1782707"/>
                <a:gd name="connsiteY9" fmla="*/ 0 h 1782707"/>
                <a:gd name="connsiteX10" fmla="*/ 594236 w 1782707"/>
                <a:gd name="connsiteY10" fmla="*/ 1559870 h 1782707"/>
                <a:gd name="connsiteX11" fmla="*/ 222839 w 1782707"/>
                <a:gd name="connsiteY11" fmla="*/ 1559870 h 1782707"/>
                <a:gd name="connsiteX12" fmla="*/ 222839 w 1782707"/>
                <a:gd name="connsiteY12" fmla="*/ 1188472 h 1782707"/>
                <a:gd name="connsiteX13" fmla="*/ 0 w 1782707"/>
                <a:gd name="connsiteY13" fmla="*/ 1188472 h 1782707"/>
                <a:gd name="connsiteX14" fmla="*/ 0 w 1782707"/>
                <a:gd name="connsiteY14" fmla="*/ 1782708 h 1782707"/>
                <a:gd name="connsiteX15" fmla="*/ 594236 w 1782707"/>
                <a:gd name="connsiteY15" fmla="*/ 1782708 h 1782707"/>
                <a:gd name="connsiteX16" fmla="*/ 594236 w 1782707"/>
                <a:gd name="connsiteY16" fmla="*/ 1559870 h 1782707"/>
                <a:gd name="connsiteX17" fmla="*/ 222839 w 1782707"/>
                <a:gd name="connsiteY17" fmla="*/ 222839 h 1782707"/>
                <a:gd name="connsiteX18" fmla="*/ 594236 w 1782707"/>
                <a:gd name="connsiteY18" fmla="*/ 222839 h 1782707"/>
                <a:gd name="connsiteX19" fmla="*/ 594236 w 1782707"/>
                <a:gd name="connsiteY19" fmla="*/ 0 h 1782707"/>
                <a:gd name="connsiteX20" fmla="*/ 0 w 1782707"/>
                <a:gd name="connsiteY20" fmla="*/ 0 h 1782707"/>
                <a:gd name="connsiteX21" fmla="*/ 0 w 1782707"/>
                <a:gd name="connsiteY21" fmla="*/ 594236 h 1782707"/>
                <a:gd name="connsiteX22" fmla="*/ 222839 w 1782707"/>
                <a:gd name="connsiteY22" fmla="*/ 594236 h 1782707"/>
                <a:gd name="connsiteX23" fmla="*/ 222839 w 1782707"/>
                <a:gd name="connsiteY23" fmla="*/ 222839 h 17827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782707" h="1782707">
                  <a:moveTo>
                    <a:pt x="1188472" y="1782708"/>
                  </a:moveTo>
                  <a:lnTo>
                    <a:pt x="1188472" y="1559870"/>
                  </a:lnTo>
                  <a:cubicBezTo>
                    <a:pt x="1393261" y="1559870"/>
                    <a:pt x="1559870" y="1393261"/>
                    <a:pt x="1559870" y="1188472"/>
                  </a:cubicBezTo>
                  <a:lnTo>
                    <a:pt x="1782708" y="1188472"/>
                  </a:lnTo>
                  <a:cubicBezTo>
                    <a:pt x="1782708" y="1516134"/>
                    <a:pt x="1516134" y="1782708"/>
                    <a:pt x="1188472" y="1782708"/>
                  </a:cubicBezTo>
                  <a:close/>
                  <a:moveTo>
                    <a:pt x="1188472" y="0"/>
                  </a:moveTo>
                  <a:lnTo>
                    <a:pt x="1188472" y="222839"/>
                  </a:lnTo>
                  <a:cubicBezTo>
                    <a:pt x="1393261" y="222839"/>
                    <a:pt x="1559870" y="389447"/>
                    <a:pt x="1559870" y="594236"/>
                  </a:cubicBezTo>
                  <a:lnTo>
                    <a:pt x="1782708" y="594236"/>
                  </a:lnTo>
                  <a:cubicBezTo>
                    <a:pt x="1782708" y="266574"/>
                    <a:pt x="1516134" y="0"/>
                    <a:pt x="1188472" y="0"/>
                  </a:cubicBezTo>
                  <a:close/>
                  <a:moveTo>
                    <a:pt x="594236" y="1559870"/>
                  </a:moveTo>
                  <a:lnTo>
                    <a:pt x="222839" y="1559870"/>
                  </a:lnTo>
                  <a:lnTo>
                    <a:pt x="222839" y="1188472"/>
                  </a:lnTo>
                  <a:lnTo>
                    <a:pt x="0" y="1188472"/>
                  </a:lnTo>
                  <a:lnTo>
                    <a:pt x="0" y="1782708"/>
                  </a:lnTo>
                  <a:lnTo>
                    <a:pt x="594236" y="1782708"/>
                  </a:lnTo>
                  <a:lnTo>
                    <a:pt x="594236" y="1559870"/>
                  </a:lnTo>
                  <a:close/>
                  <a:moveTo>
                    <a:pt x="222839" y="222839"/>
                  </a:moveTo>
                  <a:lnTo>
                    <a:pt x="594236" y="222839"/>
                  </a:lnTo>
                  <a:lnTo>
                    <a:pt x="594236" y="0"/>
                  </a:lnTo>
                  <a:lnTo>
                    <a:pt x="0" y="0"/>
                  </a:lnTo>
                  <a:lnTo>
                    <a:pt x="0" y="594236"/>
                  </a:lnTo>
                  <a:lnTo>
                    <a:pt x="222839" y="594236"/>
                  </a:lnTo>
                  <a:lnTo>
                    <a:pt x="222839" y="222839"/>
                  </a:lnTo>
                  <a:close/>
                </a:path>
              </a:pathLst>
            </a:custGeom>
            <a:grpFill/>
            <a:ln w="49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>
                <a:latin typeface="Arial" panose="020B0604020202020204" pitchFamily="34" charset="0"/>
              </a:endParaRPr>
            </a:p>
          </p:txBody>
        </p:sp>
      </p:grp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5B1B46D9-A198-3F8E-44D8-478B0CC4D934}"/>
              </a:ext>
            </a:extLst>
          </p:cNvPr>
          <p:cNvSpPr/>
          <p:nvPr/>
        </p:nvSpPr>
        <p:spPr>
          <a:xfrm>
            <a:off x="11124047" y="508000"/>
            <a:ext cx="550156" cy="550156"/>
          </a:xfrm>
          <a:custGeom>
            <a:avLst/>
            <a:gdLst>
              <a:gd name="connsiteX0" fmla="*/ 0 w 947284"/>
              <a:gd name="connsiteY0" fmla="*/ 0 h 947284"/>
              <a:gd name="connsiteX1" fmla="*/ 0 w 947284"/>
              <a:gd name="connsiteY1" fmla="*/ 355196 h 947284"/>
              <a:gd name="connsiteX2" fmla="*/ 592088 w 947284"/>
              <a:gd name="connsiteY2" fmla="*/ 947284 h 947284"/>
              <a:gd name="connsiteX3" fmla="*/ 947284 w 947284"/>
              <a:gd name="connsiteY3" fmla="*/ 947284 h 947284"/>
              <a:gd name="connsiteX4" fmla="*/ 0 w 947284"/>
              <a:gd name="connsiteY4" fmla="*/ 0 h 947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47284" h="947284">
                <a:moveTo>
                  <a:pt x="0" y="0"/>
                </a:moveTo>
                <a:lnTo>
                  <a:pt x="0" y="355196"/>
                </a:lnTo>
                <a:cubicBezTo>
                  <a:pt x="326542" y="355196"/>
                  <a:pt x="592088" y="620742"/>
                  <a:pt x="592088" y="947284"/>
                </a:cubicBezTo>
                <a:lnTo>
                  <a:pt x="947284" y="947284"/>
                </a:lnTo>
                <a:cubicBezTo>
                  <a:pt x="947568" y="424987"/>
                  <a:pt x="522581" y="0"/>
                  <a:pt x="0" y="0"/>
                </a:cubicBezTo>
                <a:close/>
              </a:path>
            </a:pathLst>
          </a:custGeom>
          <a:solidFill>
            <a:schemeClr val="bg1"/>
          </a:solidFill>
          <a:ln w="28289" cap="flat">
            <a:noFill/>
            <a:prstDash val="solid"/>
            <a:miter/>
          </a:ln>
        </p:spPr>
        <p:txBody>
          <a:bodyPr rtlCol="0" anchor="ctr"/>
          <a:lstStyle/>
          <a:p>
            <a:endParaRPr lang="en-GB">
              <a:latin typeface="Arial" panose="020B0604020202020204" pitchFamily="34" charset="0"/>
            </a:endParaRP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A0C3EC74-8E7A-2D64-527E-D7662017813D}"/>
              </a:ext>
            </a:extLst>
          </p:cNvPr>
          <p:cNvSpPr/>
          <p:nvPr/>
        </p:nvSpPr>
        <p:spPr>
          <a:xfrm flipV="1">
            <a:off x="508000" y="5799200"/>
            <a:ext cx="550800" cy="550800"/>
          </a:xfrm>
          <a:custGeom>
            <a:avLst/>
            <a:gdLst>
              <a:gd name="connsiteX0" fmla="*/ 355196 w 947568"/>
              <a:gd name="connsiteY0" fmla="*/ 355196 h 947568"/>
              <a:gd name="connsiteX1" fmla="*/ 947568 w 947568"/>
              <a:gd name="connsiteY1" fmla="*/ 355196 h 947568"/>
              <a:gd name="connsiteX2" fmla="*/ 947568 w 947568"/>
              <a:gd name="connsiteY2" fmla="*/ 0 h 947568"/>
              <a:gd name="connsiteX3" fmla="*/ 0 w 947568"/>
              <a:gd name="connsiteY3" fmla="*/ 0 h 947568"/>
              <a:gd name="connsiteX4" fmla="*/ 0 w 947568"/>
              <a:gd name="connsiteY4" fmla="*/ 947568 h 947568"/>
              <a:gd name="connsiteX5" fmla="*/ 355196 w 947568"/>
              <a:gd name="connsiteY5" fmla="*/ 947568 h 947568"/>
              <a:gd name="connsiteX6" fmla="*/ 355196 w 947568"/>
              <a:gd name="connsiteY6" fmla="*/ 355196 h 947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47568" h="947568">
                <a:moveTo>
                  <a:pt x="355196" y="355196"/>
                </a:moveTo>
                <a:lnTo>
                  <a:pt x="947568" y="355196"/>
                </a:lnTo>
                <a:lnTo>
                  <a:pt x="947568" y="0"/>
                </a:lnTo>
                <a:lnTo>
                  <a:pt x="0" y="0"/>
                </a:lnTo>
                <a:lnTo>
                  <a:pt x="0" y="947568"/>
                </a:lnTo>
                <a:lnTo>
                  <a:pt x="355196" y="947568"/>
                </a:lnTo>
                <a:lnTo>
                  <a:pt x="355196" y="355196"/>
                </a:lnTo>
                <a:close/>
              </a:path>
            </a:pathLst>
          </a:custGeom>
          <a:solidFill>
            <a:schemeClr val="bg1"/>
          </a:solidFill>
          <a:ln w="28289" cap="flat">
            <a:noFill/>
            <a:prstDash val="solid"/>
            <a:miter/>
          </a:ln>
        </p:spPr>
        <p:txBody>
          <a:bodyPr rtlCol="0" anchor="ctr"/>
          <a:lstStyle/>
          <a:p>
            <a:endParaRPr lang="en-GB">
              <a:latin typeface="Arial" panose="020B0604020202020204" pitchFamily="34" charset="0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959E70B-EB8E-F5EB-4072-C6BB628F1447}"/>
              </a:ext>
            </a:extLst>
          </p:cNvPr>
          <p:cNvSpPr/>
          <p:nvPr/>
        </p:nvSpPr>
        <p:spPr>
          <a:xfrm>
            <a:off x="11123882" y="5799680"/>
            <a:ext cx="550321" cy="550320"/>
          </a:xfrm>
          <a:custGeom>
            <a:avLst/>
            <a:gdLst>
              <a:gd name="connsiteX0" fmla="*/ 284 w 947568"/>
              <a:gd name="connsiteY0" fmla="*/ 947284 h 947567"/>
              <a:gd name="connsiteX1" fmla="*/ 284 w 947568"/>
              <a:gd name="connsiteY1" fmla="*/ 592088 h 947567"/>
              <a:gd name="connsiteX2" fmla="*/ 592372 w 947568"/>
              <a:gd name="connsiteY2" fmla="*/ 0 h 947567"/>
              <a:gd name="connsiteX3" fmla="*/ 947568 w 947568"/>
              <a:gd name="connsiteY3" fmla="*/ 0 h 947567"/>
              <a:gd name="connsiteX4" fmla="*/ 0 w 947568"/>
              <a:gd name="connsiteY4" fmla="*/ 947568 h 9475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47568" h="947567">
                <a:moveTo>
                  <a:pt x="284" y="947284"/>
                </a:moveTo>
                <a:lnTo>
                  <a:pt x="284" y="592088"/>
                </a:lnTo>
                <a:cubicBezTo>
                  <a:pt x="326826" y="592088"/>
                  <a:pt x="592372" y="326542"/>
                  <a:pt x="592372" y="0"/>
                </a:cubicBezTo>
                <a:lnTo>
                  <a:pt x="947568" y="0"/>
                </a:lnTo>
                <a:cubicBezTo>
                  <a:pt x="947568" y="522297"/>
                  <a:pt x="522581" y="947568"/>
                  <a:pt x="0" y="947568"/>
                </a:cubicBezTo>
                <a:close/>
              </a:path>
            </a:pathLst>
          </a:custGeom>
          <a:solidFill>
            <a:schemeClr val="bg1"/>
          </a:solidFill>
          <a:ln w="28289" cap="flat">
            <a:noFill/>
            <a:prstDash val="solid"/>
            <a:miter/>
          </a:ln>
        </p:spPr>
        <p:txBody>
          <a:bodyPr rtlCol="0" anchor="ctr"/>
          <a:lstStyle/>
          <a:p>
            <a:endParaRPr lang="en-GB">
              <a:latin typeface="Arial" panose="020B0604020202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5FA3BB1-1BC3-37D0-A537-FB6A90F72B1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4113" y="2104422"/>
            <a:ext cx="9173787" cy="1327274"/>
          </a:xfrm>
          <a:prstGeom prst="rect">
            <a:avLst/>
          </a:prstGeom>
        </p:spPr>
        <p:txBody>
          <a:bodyPr lIns="0" anchor="ctr"/>
          <a:lstStyle>
            <a:lvl1pPr algn="l"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to add title</a:t>
            </a:r>
            <a:endParaRPr lang="en-GB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160100D-F915-DC31-A007-65A1F13613E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94113" y="3619500"/>
            <a:ext cx="7312994" cy="800100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ct val="90000"/>
              </a:lnSpc>
              <a:buNone/>
              <a:defRPr sz="2100" b="1">
                <a:solidFill>
                  <a:schemeClr val="accent4"/>
                </a:solidFill>
                <a:latin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subtitle style</a:t>
            </a:r>
            <a:endParaRPr lang="en-GB"/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013C4FE6-8764-C65A-3106-924CDABB1B7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4113" y="4618413"/>
            <a:ext cx="5401887" cy="48895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>
                <a:solidFill>
                  <a:schemeClr val="bg1"/>
                </a:solidFill>
                <a:latin typeface="Arial" panose="020B0604020202020204" pitchFamily="34" charset="0"/>
              </a:defRPr>
            </a:lvl2pPr>
          </a:lstStyle>
          <a:p>
            <a:pPr lvl="0"/>
            <a:r>
              <a:rPr lang="en-US"/>
              <a:t>Presenter Name</a:t>
            </a:r>
          </a:p>
          <a:p>
            <a:pPr lvl="1"/>
            <a:r>
              <a:rPr lang="en-US"/>
              <a:t>Date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13666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A4A3A4"/>
          </p15:clr>
        </p15:guide>
        <p15:guide id="2" pos="5040">
          <p15:clr>
            <a:srgbClr val="A4A3A4"/>
          </p15:clr>
        </p15:guide>
        <p15:guide id="3" pos="6216">
          <p15:clr>
            <a:srgbClr val="A4A3A4"/>
          </p15:clr>
        </p15:guide>
        <p15:guide id="4" pos="432">
          <p15:clr>
            <a:srgbClr val="A4A3A4"/>
          </p15:clr>
        </p15:guide>
        <p15:guide id="5" orient="horz" pos="1320">
          <p15:clr>
            <a:srgbClr val="A4A3A4"/>
          </p15:clr>
        </p15:guide>
        <p15:guide id="6" orient="horz" pos="2160">
          <p15:clr>
            <a:srgbClr val="A4A3A4"/>
          </p15:clr>
        </p15:guide>
        <p15:guide id="7" orient="horz" pos="2280">
          <p15:clr>
            <a:srgbClr val="A4A3A4"/>
          </p15:clr>
        </p15:guide>
        <p15:guide id="8" orient="horz" pos="2784">
          <p15:clr>
            <a:srgbClr val="A4A3A4"/>
          </p15:clr>
        </p15:guide>
        <p15:guide id="9" orient="horz" pos="2904">
          <p15:clr>
            <a:srgbClr val="A4A3A4"/>
          </p15:clr>
        </p15:guide>
        <p15:guide id="10" orient="horz" pos="3216">
          <p15:clr>
            <a:srgbClr val="A4A3A4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79638358-344B-1B86-B841-B7518BC2FB3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0"/>
            <a:ext cx="6096000" cy="6858000"/>
          </a:xfrm>
          <a:custGeom>
            <a:avLst/>
            <a:gdLst>
              <a:gd name="connsiteX0" fmla="*/ 4229024 w 6096000"/>
              <a:gd name="connsiteY0" fmla="*/ 3870700 h 6946032"/>
              <a:gd name="connsiteX1" fmla="*/ 3592425 w 6096000"/>
              <a:gd name="connsiteY1" fmla="*/ 4507298 h 6946032"/>
              <a:gd name="connsiteX2" fmla="*/ 3592425 w 6096000"/>
              <a:gd name="connsiteY2" fmla="*/ 4889196 h 6946032"/>
              <a:gd name="connsiteX3" fmla="*/ 3592120 w 6096000"/>
              <a:gd name="connsiteY3" fmla="*/ 4889501 h 6946032"/>
              <a:gd name="connsiteX4" fmla="*/ 4610922 w 6096000"/>
              <a:gd name="connsiteY4" fmla="*/ 3870700 h 6946032"/>
              <a:gd name="connsiteX5" fmla="*/ 1564017 w 6096000"/>
              <a:gd name="connsiteY5" fmla="*/ 3870700 h 6946032"/>
              <a:gd name="connsiteX6" fmla="*/ 1564017 w 6096000"/>
              <a:gd name="connsiteY6" fmla="*/ 4889500 h 6946032"/>
              <a:gd name="connsiteX7" fmla="*/ 2582817 w 6096000"/>
              <a:gd name="connsiteY7" fmla="*/ 4889500 h 6946032"/>
              <a:gd name="connsiteX8" fmla="*/ 2582817 w 6096000"/>
              <a:gd name="connsiteY8" fmla="*/ 4507603 h 6946032"/>
              <a:gd name="connsiteX9" fmla="*/ 1945915 w 6096000"/>
              <a:gd name="connsiteY9" fmla="*/ 4507603 h 6946032"/>
              <a:gd name="connsiteX10" fmla="*/ 1945915 w 6096000"/>
              <a:gd name="connsiteY10" fmla="*/ 3870700 h 6946032"/>
              <a:gd name="connsiteX11" fmla="*/ 1564554 w 6096000"/>
              <a:gd name="connsiteY11" fmla="*/ 1817552 h 6946032"/>
              <a:gd name="connsiteX12" fmla="*/ 1564554 w 6096000"/>
              <a:gd name="connsiteY12" fmla="*/ 2835814 h 6946032"/>
              <a:gd name="connsiteX13" fmla="*/ 1946250 w 6096000"/>
              <a:gd name="connsiteY13" fmla="*/ 2835814 h 6946032"/>
              <a:gd name="connsiteX14" fmla="*/ 1946250 w 6096000"/>
              <a:gd name="connsiteY14" fmla="*/ 2199247 h 6946032"/>
              <a:gd name="connsiteX15" fmla="*/ 2582817 w 6096000"/>
              <a:gd name="connsiteY15" fmla="*/ 2199247 h 6946032"/>
              <a:gd name="connsiteX16" fmla="*/ 2582817 w 6096000"/>
              <a:gd name="connsiteY16" fmla="*/ 1817552 h 6946032"/>
              <a:gd name="connsiteX17" fmla="*/ 3592120 w 6096000"/>
              <a:gd name="connsiteY17" fmla="*/ 1817551 h 6946032"/>
              <a:gd name="connsiteX18" fmla="*/ 3592120 w 6096000"/>
              <a:gd name="connsiteY18" fmla="*/ 2199563 h 6946032"/>
              <a:gd name="connsiteX19" fmla="*/ 4228908 w 6096000"/>
              <a:gd name="connsiteY19" fmla="*/ 2836351 h 6946032"/>
              <a:gd name="connsiteX20" fmla="*/ 4610920 w 6096000"/>
              <a:gd name="connsiteY20" fmla="*/ 2836351 h 6946032"/>
              <a:gd name="connsiteX21" fmla="*/ 3592120 w 6096000"/>
              <a:gd name="connsiteY21" fmla="*/ 1817551 h 6946032"/>
              <a:gd name="connsiteX22" fmla="*/ 0 w 6096000"/>
              <a:gd name="connsiteY22" fmla="*/ 0 h 6946032"/>
              <a:gd name="connsiteX23" fmla="*/ 6096000 w 6096000"/>
              <a:gd name="connsiteY23" fmla="*/ 0 h 6946032"/>
              <a:gd name="connsiteX24" fmla="*/ 6096000 w 6096000"/>
              <a:gd name="connsiteY24" fmla="*/ 6946032 h 6946032"/>
              <a:gd name="connsiteX25" fmla="*/ 0 w 6096000"/>
              <a:gd name="connsiteY25" fmla="*/ 6946032 h 69460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6096000" h="6946032">
                <a:moveTo>
                  <a:pt x="4229024" y="3870700"/>
                </a:moveTo>
                <a:cubicBezTo>
                  <a:pt x="4229024" y="4221790"/>
                  <a:pt x="3943515" y="4507298"/>
                  <a:pt x="3592425" y="4507298"/>
                </a:cubicBezTo>
                <a:lnTo>
                  <a:pt x="3592425" y="4889196"/>
                </a:lnTo>
                <a:lnTo>
                  <a:pt x="3592120" y="4889501"/>
                </a:lnTo>
                <a:cubicBezTo>
                  <a:pt x="4153986" y="4889501"/>
                  <a:pt x="4610922" y="4432261"/>
                  <a:pt x="4610922" y="3870700"/>
                </a:cubicBezTo>
                <a:close/>
                <a:moveTo>
                  <a:pt x="1564017" y="3870700"/>
                </a:moveTo>
                <a:lnTo>
                  <a:pt x="1564017" y="4889500"/>
                </a:lnTo>
                <a:lnTo>
                  <a:pt x="2582817" y="4889500"/>
                </a:lnTo>
                <a:lnTo>
                  <a:pt x="2582817" y="4507603"/>
                </a:lnTo>
                <a:lnTo>
                  <a:pt x="1945915" y="4507603"/>
                </a:lnTo>
                <a:lnTo>
                  <a:pt x="1945915" y="3870700"/>
                </a:lnTo>
                <a:close/>
                <a:moveTo>
                  <a:pt x="1564554" y="1817552"/>
                </a:moveTo>
                <a:lnTo>
                  <a:pt x="1564554" y="2835814"/>
                </a:lnTo>
                <a:lnTo>
                  <a:pt x="1946250" y="2835814"/>
                </a:lnTo>
                <a:lnTo>
                  <a:pt x="1946250" y="2199247"/>
                </a:lnTo>
                <a:lnTo>
                  <a:pt x="2582817" y="2199247"/>
                </a:lnTo>
                <a:lnTo>
                  <a:pt x="2582817" y="1817552"/>
                </a:lnTo>
                <a:close/>
                <a:moveTo>
                  <a:pt x="3592120" y="1817551"/>
                </a:moveTo>
                <a:lnTo>
                  <a:pt x="3592120" y="2199563"/>
                </a:lnTo>
                <a:cubicBezTo>
                  <a:pt x="3943315" y="2199563"/>
                  <a:pt x="4228908" y="2485157"/>
                  <a:pt x="4228908" y="2836351"/>
                </a:cubicBezTo>
                <a:lnTo>
                  <a:pt x="4610920" y="2836351"/>
                </a:lnTo>
                <a:cubicBezTo>
                  <a:pt x="4611225" y="2274623"/>
                  <a:pt x="4154154" y="1817551"/>
                  <a:pt x="3592120" y="1817551"/>
                </a:cubicBezTo>
                <a:close/>
                <a:moveTo>
                  <a:pt x="0" y="0"/>
                </a:moveTo>
                <a:lnTo>
                  <a:pt x="6096000" y="0"/>
                </a:lnTo>
                <a:lnTo>
                  <a:pt x="6096000" y="6946032"/>
                </a:lnTo>
                <a:lnTo>
                  <a:pt x="0" y="6946032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8A5034A-37DE-507E-4471-5CC820C3B5A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15390" y="2324101"/>
            <a:ext cx="5029200" cy="1572768"/>
          </a:xfrm>
          <a:prstGeom prst="rect">
            <a:avLst/>
          </a:prstGeom>
        </p:spPr>
        <p:txBody>
          <a:bodyPr lIns="0" anchor="t"/>
          <a:lstStyle>
            <a:lvl1pPr algn="l">
              <a:defRPr sz="4400">
                <a:latin typeface="Arial" panose="020B0604020202020204" pitchFamily="34" charset="0"/>
              </a:defRPr>
            </a:lvl1pPr>
          </a:lstStyle>
          <a:p>
            <a:r>
              <a:rPr lang="en-US"/>
              <a:t>Click to add title</a:t>
            </a:r>
            <a:endParaRPr lang="en-GB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1B348EB7-BE48-2A6E-1A56-F9A7DEE330F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15390" y="4119648"/>
            <a:ext cx="4610100" cy="795252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ct val="90000"/>
              </a:lnSpc>
              <a:buNone/>
              <a:defRPr sz="2100" b="1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subtitle</a:t>
            </a:r>
            <a:endParaRPr lang="en-GB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AE630FD4-9031-FDDF-2F95-650293D0971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5390" y="5723313"/>
            <a:ext cx="2315787" cy="457200"/>
          </a:xfrm>
          <a:prstGeom prst="rect">
            <a:avLst/>
          </a:prstGeom>
        </p:spPr>
        <p:txBody>
          <a:bodyPr lIns="0" anchor="ctr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latin typeface="Arial" panose="020B0604020202020204" pitchFamily="34" charset="0"/>
              </a:defRPr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>
                <a:latin typeface="Arial" panose="020B0604020202020204" pitchFamily="34" charset="0"/>
              </a:defRPr>
            </a:lvl2pPr>
          </a:lstStyle>
          <a:p>
            <a:pPr lvl="0"/>
            <a:r>
              <a:rPr lang="en-US"/>
              <a:t>Presenter Name</a:t>
            </a:r>
          </a:p>
          <a:p>
            <a:pPr lvl="1"/>
            <a:r>
              <a:rPr lang="en-US"/>
              <a:t>Date</a:t>
            </a:r>
            <a:endParaRPr lang="en-GB"/>
          </a:p>
        </p:txBody>
      </p:sp>
      <p:grpSp>
        <p:nvGrpSpPr>
          <p:cNvPr id="2" name="Graphic 11">
            <a:extLst>
              <a:ext uri="{FF2B5EF4-FFF2-40B4-BE49-F238E27FC236}">
                <a16:creationId xmlns:a16="http://schemas.microsoft.com/office/drawing/2014/main" id="{A5064517-E24D-6B2E-91BA-E5FF8A818EE7}"/>
              </a:ext>
            </a:extLst>
          </p:cNvPr>
          <p:cNvGrpSpPr/>
          <p:nvPr/>
        </p:nvGrpSpPr>
        <p:grpSpPr>
          <a:xfrm>
            <a:off x="508000" y="508000"/>
            <a:ext cx="1862137" cy="658147"/>
            <a:chOff x="3043994" y="-2581296"/>
            <a:chExt cx="5043924" cy="1782707"/>
          </a:xfrm>
          <a:solidFill>
            <a:srgbClr val="000000"/>
          </a:solidFill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43AC56CD-EB8E-3FB7-676A-1834FB8C7374}"/>
                </a:ext>
              </a:extLst>
            </p:cNvPr>
            <p:cNvSpPr/>
            <p:nvPr/>
          </p:nvSpPr>
          <p:spPr>
            <a:xfrm>
              <a:off x="7939113" y="-1162329"/>
              <a:ext cx="148806" cy="67069"/>
            </a:xfrm>
            <a:custGeom>
              <a:avLst/>
              <a:gdLst>
                <a:gd name="connsiteX0" fmla="*/ 59324 w 148806"/>
                <a:gd name="connsiteY0" fmla="*/ 0 h 67069"/>
                <a:gd name="connsiteX1" fmla="*/ 59324 w 148806"/>
                <a:gd name="connsiteY1" fmla="*/ 8725 h 67069"/>
                <a:gd name="connsiteX2" fmla="*/ 34366 w 148806"/>
                <a:gd name="connsiteY2" fmla="*/ 8725 h 67069"/>
                <a:gd name="connsiteX3" fmla="*/ 34366 w 148806"/>
                <a:gd name="connsiteY3" fmla="*/ 67069 h 67069"/>
                <a:gd name="connsiteX4" fmla="*/ 24909 w 148806"/>
                <a:gd name="connsiteY4" fmla="*/ 67069 h 67069"/>
                <a:gd name="connsiteX5" fmla="*/ 24909 w 148806"/>
                <a:gd name="connsiteY5" fmla="*/ 8725 h 67069"/>
                <a:gd name="connsiteX6" fmla="*/ 0 w 148806"/>
                <a:gd name="connsiteY6" fmla="*/ 8725 h 67069"/>
                <a:gd name="connsiteX7" fmla="*/ 0 w 148806"/>
                <a:gd name="connsiteY7" fmla="*/ 0 h 67069"/>
                <a:gd name="connsiteX8" fmla="*/ 59324 w 148806"/>
                <a:gd name="connsiteY8" fmla="*/ 0 h 67069"/>
                <a:gd name="connsiteX9" fmla="*/ 82004 w 148806"/>
                <a:gd name="connsiteY9" fmla="*/ 0 h 67069"/>
                <a:gd name="connsiteX10" fmla="*/ 108695 w 148806"/>
                <a:gd name="connsiteY10" fmla="*/ 55348 h 67069"/>
                <a:gd name="connsiteX11" fmla="*/ 135634 w 148806"/>
                <a:gd name="connsiteY11" fmla="*/ 0 h 67069"/>
                <a:gd name="connsiteX12" fmla="*/ 148806 w 148806"/>
                <a:gd name="connsiteY12" fmla="*/ 0 h 67069"/>
                <a:gd name="connsiteX13" fmla="*/ 148806 w 148806"/>
                <a:gd name="connsiteY13" fmla="*/ 67069 h 67069"/>
                <a:gd name="connsiteX14" fmla="*/ 139843 w 148806"/>
                <a:gd name="connsiteY14" fmla="*/ 67069 h 67069"/>
                <a:gd name="connsiteX15" fmla="*/ 139843 w 148806"/>
                <a:gd name="connsiteY15" fmla="*/ 10721 h 67069"/>
                <a:gd name="connsiteX16" fmla="*/ 112409 w 148806"/>
                <a:gd name="connsiteY16" fmla="*/ 67069 h 67069"/>
                <a:gd name="connsiteX17" fmla="*/ 104685 w 148806"/>
                <a:gd name="connsiteY17" fmla="*/ 67069 h 67069"/>
                <a:gd name="connsiteX18" fmla="*/ 77795 w 148806"/>
                <a:gd name="connsiteY18" fmla="*/ 10721 h 67069"/>
                <a:gd name="connsiteX19" fmla="*/ 77795 w 148806"/>
                <a:gd name="connsiteY19" fmla="*/ 67069 h 67069"/>
                <a:gd name="connsiteX20" fmla="*/ 69030 w 148806"/>
                <a:gd name="connsiteY20" fmla="*/ 67069 h 67069"/>
                <a:gd name="connsiteX21" fmla="*/ 69030 w 148806"/>
                <a:gd name="connsiteY21" fmla="*/ 0 h 67069"/>
                <a:gd name="connsiteX22" fmla="*/ 82004 w 148806"/>
                <a:gd name="connsiteY22" fmla="*/ 0 h 67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48806" h="67069">
                  <a:moveTo>
                    <a:pt x="59324" y="0"/>
                  </a:moveTo>
                  <a:lnTo>
                    <a:pt x="59324" y="8725"/>
                  </a:lnTo>
                  <a:lnTo>
                    <a:pt x="34366" y="8725"/>
                  </a:lnTo>
                  <a:lnTo>
                    <a:pt x="34366" y="67069"/>
                  </a:lnTo>
                  <a:lnTo>
                    <a:pt x="24909" y="67069"/>
                  </a:lnTo>
                  <a:lnTo>
                    <a:pt x="24909" y="8725"/>
                  </a:lnTo>
                  <a:lnTo>
                    <a:pt x="0" y="8725"/>
                  </a:lnTo>
                  <a:lnTo>
                    <a:pt x="0" y="0"/>
                  </a:lnTo>
                  <a:lnTo>
                    <a:pt x="59324" y="0"/>
                  </a:lnTo>
                  <a:close/>
                  <a:moveTo>
                    <a:pt x="82004" y="0"/>
                  </a:moveTo>
                  <a:lnTo>
                    <a:pt x="108695" y="55348"/>
                  </a:lnTo>
                  <a:lnTo>
                    <a:pt x="135634" y="0"/>
                  </a:lnTo>
                  <a:lnTo>
                    <a:pt x="148806" y="0"/>
                  </a:lnTo>
                  <a:lnTo>
                    <a:pt x="148806" y="67069"/>
                  </a:lnTo>
                  <a:lnTo>
                    <a:pt x="139843" y="67069"/>
                  </a:lnTo>
                  <a:lnTo>
                    <a:pt x="139843" y="10721"/>
                  </a:lnTo>
                  <a:lnTo>
                    <a:pt x="112409" y="67069"/>
                  </a:lnTo>
                  <a:lnTo>
                    <a:pt x="104685" y="67069"/>
                  </a:lnTo>
                  <a:lnTo>
                    <a:pt x="77795" y="10721"/>
                  </a:lnTo>
                  <a:lnTo>
                    <a:pt x="77795" y="67069"/>
                  </a:lnTo>
                  <a:lnTo>
                    <a:pt x="69030" y="67069"/>
                  </a:lnTo>
                  <a:lnTo>
                    <a:pt x="69030" y="0"/>
                  </a:lnTo>
                  <a:lnTo>
                    <a:pt x="82004" y="0"/>
                  </a:lnTo>
                  <a:close/>
                </a:path>
              </a:pathLst>
            </a:custGeom>
            <a:solidFill>
              <a:srgbClr val="000000"/>
            </a:solidFill>
            <a:ln w="49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>
                <a:latin typeface="Arial" panose="020B0604020202020204" pitchFamily="34" charset="0"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83BB8F0B-41F4-6B66-C4F1-2B59ED9934E6}"/>
                </a:ext>
              </a:extLst>
            </p:cNvPr>
            <p:cNvSpPr/>
            <p:nvPr/>
          </p:nvSpPr>
          <p:spPr>
            <a:xfrm>
              <a:off x="5383799" y="-2289229"/>
              <a:ext cx="2704120" cy="1193968"/>
            </a:xfrm>
            <a:custGeom>
              <a:avLst/>
              <a:gdLst>
                <a:gd name="connsiteX0" fmla="*/ 2274092 w 2704120"/>
                <a:gd name="connsiteY0" fmla="*/ 656839 h 1193968"/>
                <a:gd name="connsiteX1" fmla="*/ 2394573 w 2704120"/>
                <a:gd name="connsiteY1" fmla="*/ 877063 h 1193968"/>
                <a:gd name="connsiteX2" fmla="*/ 2521145 w 2704120"/>
                <a:gd name="connsiteY2" fmla="*/ 656839 h 1193968"/>
                <a:gd name="connsiteX3" fmla="*/ 2649302 w 2704120"/>
                <a:gd name="connsiteY3" fmla="*/ 656839 h 1193968"/>
                <a:gd name="connsiteX4" fmla="*/ 2452115 w 2704120"/>
                <a:gd name="connsiteY4" fmla="*/ 994464 h 1193968"/>
                <a:gd name="connsiteX5" fmla="*/ 2452115 w 2704120"/>
                <a:gd name="connsiteY5" fmla="*/ 1193969 h 1193968"/>
                <a:gd name="connsiteX6" fmla="*/ 2336982 w 2704120"/>
                <a:gd name="connsiteY6" fmla="*/ 1193969 h 1193968"/>
                <a:gd name="connsiteX7" fmla="*/ 2336982 w 2704120"/>
                <a:gd name="connsiteY7" fmla="*/ 994464 h 1193968"/>
                <a:gd name="connsiteX8" fmla="*/ 2139794 w 2704120"/>
                <a:gd name="connsiteY8" fmla="*/ 656839 h 1193968"/>
                <a:gd name="connsiteX9" fmla="*/ 2274092 w 2704120"/>
                <a:gd name="connsiteY9" fmla="*/ 656839 h 1193968"/>
                <a:gd name="connsiteX10" fmla="*/ 2125681 w 2704120"/>
                <a:gd name="connsiteY10" fmla="*/ 656839 h 1193968"/>
                <a:gd name="connsiteX11" fmla="*/ 2125681 w 2704120"/>
                <a:gd name="connsiteY11" fmla="*/ 755824 h 1193968"/>
                <a:gd name="connsiteX12" fmla="*/ 1970700 w 2704120"/>
                <a:gd name="connsiteY12" fmla="*/ 755824 h 1193968"/>
                <a:gd name="connsiteX13" fmla="*/ 1970700 w 2704120"/>
                <a:gd name="connsiteY13" fmla="*/ 1193969 h 1193968"/>
                <a:gd name="connsiteX14" fmla="*/ 1855601 w 2704120"/>
                <a:gd name="connsiteY14" fmla="*/ 1193969 h 1193968"/>
                <a:gd name="connsiteX15" fmla="*/ 1855601 w 2704120"/>
                <a:gd name="connsiteY15" fmla="*/ 755824 h 1193968"/>
                <a:gd name="connsiteX16" fmla="*/ 1700604 w 2704120"/>
                <a:gd name="connsiteY16" fmla="*/ 755824 h 1193968"/>
                <a:gd name="connsiteX17" fmla="*/ 1700604 w 2704120"/>
                <a:gd name="connsiteY17" fmla="*/ 656839 h 1193968"/>
                <a:gd name="connsiteX18" fmla="*/ 2125681 w 2704120"/>
                <a:gd name="connsiteY18" fmla="*/ 656839 h 1193968"/>
                <a:gd name="connsiteX19" fmla="*/ 1564797 w 2704120"/>
                <a:gd name="connsiteY19" fmla="*/ 656839 h 1193968"/>
                <a:gd name="connsiteX20" fmla="*/ 1449703 w 2704120"/>
                <a:gd name="connsiteY20" fmla="*/ 656839 h 1193968"/>
                <a:gd name="connsiteX21" fmla="*/ 1449703 w 2704120"/>
                <a:gd name="connsiteY21" fmla="*/ 1193969 h 1193968"/>
                <a:gd name="connsiteX22" fmla="*/ 1793538 w 2704120"/>
                <a:gd name="connsiteY22" fmla="*/ 1193969 h 1193968"/>
                <a:gd name="connsiteX23" fmla="*/ 1793538 w 2704120"/>
                <a:gd name="connsiteY23" fmla="*/ 1094984 h 1193968"/>
                <a:gd name="connsiteX24" fmla="*/ 1564797 w 2704120"/>
                <a:gd name="connsiteY24" fmla="*/ 1094984 h 1193968"/>
                <a:gd name="connsiteX25" fmla="*/ 1564797 w 2704120"/>
                <a:gd name="connsiteY25" fmla="*/ 656839 h 1193968"/>
                <a:gd name="connsiteX26" fmla="*/ 1080603 w 2704120"/>
                <a:gd name="connsiteY26" fmla="*/ 656839 h 1193968"/>
                <a:gd name="connsiteX27" fmla="*/ 1218724 w 2704120"/>
                <a:gd name="connsiteY27" fmla="*/ 656839 h 1193968"/>
                <a:gd name="connsiteX28" fmla="*/ 1413623 w 2704120"/>
                <a:gd name="connsiteY28" fmla="*/ 1193969 h 1193968"/>
                <a:gd name="connsiteX29" fmla="*/ 1290087 w 2704120"/>
                <a:gd name="connsiteY29" fmla="*/ 1193969 h 1193968"/>
                <a:gd name="connsiteX30" fmla="*/ 1248648 w 2704120"/>
                <a:gd name="connsiteY30" fmla="*/ 1076567 h 1193968"/>
                <a:gd name="connsiteX31" fmla="*/ 1044543 w 2704120"/>
                <a:gd name="connsiteY31" fmla="*/ 1076567 h 1193968"/>
                <a:gd name="connsiteX32" fmla="*/ 1003105 w 2704120"/>
                <a:gd name="connsiteY32" fmla="*/ 1193969 h 1193968"/>
                <a:gd name="connsiteX33" fmla="*/ 884169 w 2704120"/>
                <a:gd name="connsiteY33" fmla="*/ 1193969 h 1193968"/>
                <a:gd name="connsiteX34" fmla="*/ 1080603 w 2704120"/>
                <a:gd name="connsiteY34" fmla="*/ 656839 h 1193968"/>
                <a:gd name="connsiteX35" fmla="*/ 1217189 w 2704120"/>
                <a:gd name="connsiteY35" fmla="*/ 983723 h 1193968"/>
                <a:gd name="connsiteX36" fmla="*/ 1145826 w 2704120"/>
                <a:gd name="connsiteY36" fmla="*/ 779613 h 1193968"/>
                <a:gd name="connsiteX37" fmla="*/ 1075235 w 2704120"/>
                <a:gd name="connsiteY37" fmla="*/ 983723 h 1193968"/>
                <a:gd name="connsiteX38" fmla="*/ 1217189 w 2704120"/>
                <a:gd name="connsiteY38" fmla="*/ 983723 h 1193968"/>
                <a:gd name="connsiteX39" fmla="*/ 844830 w 2704120"/>
                <a:gd name="connsiteY39" fmla="*/ 656839 h 1193968"/>
                <a:gd name="connsiteX40" fmla="*/ 844830 w 2704120"/>
                <a:gd name="connsiteY40" fmla="*/ 755824 h 1193968"/>
                <a:gd name="connsiteX41" fmla="*/ 599287 w 2704120"/>
                <a:gd name="connsiteY41" fmla="*/ 755824 h 1193968"/>
                <a:gd name="connsiteX42" fmla="*/ 599287 w 2704120"/>
                <a:gd name="connsiteY42" fmla="*/ 876295 h 1193968"/>
                <a:gd name="connsiteX43" fmla="*/ 798792 w 2704120"/>
                <a:gd name="connsiteY43" fmla="*/ 876295 h 1193968"/>
                <a:gd name="connsiteX44" fmla="*/ 798792 w 2704120"/>
                <a:gd name="connsiteY44" fmla="*/ 970675 h 1193968"/>
                <a:gd name="connsiteX45" fmla="*/ 599287 w 2704120"/>
                <a:gd name="connsiteY45" fmla="*/ 970675 h 1193968"/>
                <a:gd name="connsiteX46" fmla="*/ 599287 w 2704120"/>
                <a:gd name="connsiteY46" fmla="*/ 1094984 h 1193968"/>
                <a:gd name="connsiteX47" fmla="*/ 853273 w 2704120"/>
                <a:gd name="connsiteY47" fmla="*/ 1094984 h 1193968"/>
                <a:gd name="connsiteX48" fmla="*/ 853273 w 2704120"/>
                <a:gd name="connsiteY48" fmla="*/ 1193969 h 1193968"/>
                <a:gd name="connsiteX49" fmla="*/ 484188 w 2704120"/>
                <a:gd name="connsiteY49" fmla="*/ 1193969 h 1193968"/>
                <a:gd name="connsiteX50" fmla="*/ 484188 w 2704120"/>
                <a:gd name="connsiteY50" fmla="*/ 656839 h 1193968"/>
                <a:gd name="connsiteX51" fmla="*/ 844830 w 2704120"/>
                <a:gd name="connsiteY51" fmla="*/ 656839 h 1193968"/>
                <a:gd name="connsiteX52" fmla="*/ 321898 w 2704120"/>
                <a:gd name="connsiteY52" fmla="*/ 678707 h 1193968"/>
                <a:gd name="connsiteX53" fmla="*/ 391339 w 2704120"/>
                <a:gd name="connsiteY53" fmla="*/ 741245 h 1193968"/>
                <a:gd name="connsiteX54" fmla="*/ 415891 w 2704120"/>
                <a:gd name="connsiteY54" fmla="*/ 835630 h 1193968"/>
                <a:gd name="connsiteX55" fmla="*/ 391339 w 2704120"/>
                <a:gd name="connsiteY55" fmla="*/ 926553 h 1193968"/>
                <a:gd name="connsiteX56" fmla="*/ 323814 w 2704120"/>
                <a:gd name="connsiteY56" fmla="*/ 986788 h 1193968"/>
                <a:gd name="connsiteX57" fmla="*/ 429702 w 2704120"/>
                <a:gd name="connsiteY57" fmla="*/ 1193969 h 1193968"/>
                <a:gd name="connsiteX58" fmla="*/ 302327 w 2704120"/>
                <a:gd name="connsiteY58" fmla="*/ 1193969 h 1193968"/>
                <a:gd name="connsiteX59" fmla="*/ 212548 w 2704120"/>
                <a:gd name="connsiteY59" fmla="*/ 1013648 h 1193968"/>
                <a:gd name="connsiteX60" fmla="*/ 115098 w 2704120"/>
                <a:gd name="connsiteY60" fmla="*/ 1013648 h 1193968"/>
                <a:gd name="connsiteX61" fmla="*/ 115098 w 2704120"/>
                <a:gd name="connsiteY61" fmla="*/ 1193969 h 1193968"/>
                <a:gd name="connsiteX62" fmla="*/ 0 w 2704120"/>
                <a:gd name="connsiteY62" fmla="*/ 1193969 h 1193968"/>
                <a:gd name="connsiteX63" fmla="*/ 0 w 2704120"/>
                <a:gd name="connsiteY63" fmla="*/ 656839 h 1193968"/>
                <a:gd name="connsiteX64" fmla="*/ 218689 w 2704120"/>
                <a:gd name="connsiteY64" fmla="*/ 656839 h 1193968"/>
                <a:gd name="connsiteX65" fmla="*/ 321898 w 2704120"/>
                <a:gd name="connsiteY65" fmla="*/ 678707 h 1193968"/>
                <a:gd name="connsiteX66" fmla="*/ 209483 w 2704120"/>
                <a:gd name="connsiteY66" fmla="*/ 917728 h 1193968"/>
                <a:gd name="connsiteX67" fmla="*/ 274319 w 2704120"/>
                <a:gd name="connsiteY67" fmla="*/ 895479 h 1193968"/>
                <a:gd name="connsiteX68" fmla="*/ 298495 w 2704120"/>
                <a:gd name="connsiteY68" fmla="*/ 835630 h 1193968"/>
                <a:gd name="connsiteX69" fmla="*/ 274319 w 2704120"/>
                <a:gd name="connsiteY69" fmla="*/ 775008 h 1193968"/>
                <a:gd name="connsiteX70" fmla="*/ 209483 w 2704120"/>
                <a:gd name="connsiteY70" fmla="*/ 752753 h 1193968"/>
                <a:gd name="connsiteX71" fmla="*/ 115098 w 2704120"/>
                <a:gd name="connsiteY71" fmla="*/ 752753 h 1193968"/>
                <a:gd name="connsiteX72" fmla="*/ 115098 w 2704120"/>
                <a:gd name="connsiteY72" fmla="*/ 917728 h 1193968"/>
                <a:gd name="connsiteX73" fmla="*/ 209483 w 2704120"/>
                <a:gd name="connsiteY73" fmla="*/ 917728 h 1193968"/>
                <a:gd name="connsiteX74" fmla="*/ 2475389 w 2704120"/>
                <a:gd name="connsiteY74" fmla="*/ 442750 h 1193968"/>
                <a:gd name="connsiteX75" fmla="*/ 2475389 w 2704120"/>
                <a:gd name="connsiteY75" fmla="*/ 4605 h 1193968"/>
                <a:gd name="connsiteX76" fmla="*/ 2360306 w 2704120"/>
                <a:gd name="connsiteY76" fmla="*/ 4605 h 1193968"/>
                <a:gd name="connsiteX77" fmla="*/ 2360306 w 2704120"/>
                <a:gd name="connsiteY77" fmla="*/ 541735 h 1193968"/>
                <a:gd name="connsiteX78" fmla="*/ 2704120 w 2704120"/>
                <a:gd name="connsiteY78" fmla="*/ 541735 h 1193968"/>
                <a:gd name="connsiteX79" fmla="*/ 2704120 w 2704120"/>
                <a:gd name="connsiteY79" fmla="*/ 442750 h 1193968"/>
                <a:gd name="connsiteX80" fmla="*/ 2475389 w 2704120"/>
                <a:gd name="connsiteY80" fmla="*/ 442750 h 1193968"/>
                <a:gd name="connsiteX81" fmla="*/ 1991211 w 2704120"/>
                <a:gd name="connsiteY81" fmla="*/ 4605 h 1193968"/>
                <a:gd name="connsiteX82" fmla="*/ 2129346 w 2704120"/>
                <a:gd name="connsiteY82" fmla="*/ 4605 h 1193968"/>
                <a:gd name="connsiteX83" fmla="*/ 2324255 w 2704120"/>
                <a:gd name="connsiteY83" fmla="*/ 541735 h 1193968"/>
                <a:gd name="connsiteX84" fmla="*/ 2200704 w 2704120"/>
                <a:gd name="connsiteY84" fmla="*/ 541735 h 1193968"/>
                <a:gd name="connsiteX85" fmla="*/ 2159256 w 2704120"/>
                <a:gd name="connsiteY85" fmla="*/ 424334 h 1193968"/>
                <a:gd name="connsiteX86" fmla="*/ 1955150 w 2704120"/>
                <a:gd name="connsiteY86" fmla="*/ 424334 h 1193968"/>
                <a:gd name="connsiteX87" fmla="*/ 1913712 w 2704120"/>
                <a:gd name="connsiteY87" fmla="*/ 541735 h 1193968"/>
                <a:gd name="connsiteX88" fmla="*/ 1794776 w 2704120"/>
                <a:gd name="connsiteY88" fmla="*/ 541735 h 1193968"/>
                <a:gd name="connsiteX89" fmla="*/ 1991211 w 2704120"/>
                <a:gd name="connsiteY89" fmla="*/ 4605 h 1193968"/>
                <a:gd name="connsiteX90" fmla="*/ 2127811 w 2704120"/>
                <a:gd name="connsiteY90" fmla="*/ 331485 h 1193968"/>
                <a:gd name="connsiteX91" fmla="*/ 2056453 w 2704120"/>
                <a:gd name="connsiteY91" fmla="*/ 127379 h 1193968"/>
                <a:gd name="connsiteX92" fmla="*/ 1985843 w 2704120"/>
                <a:gd name="connsiteY92" fmla="*/ 331485 h 1193968"/>
                <a:gd name="connsiteX93" fmla="*/ 2127811 w 2704120"/>
                <a:gd name="connsiteY93" fmla="*/ 331485 h 1193968"/>
                <a:gd name="connsiteX94" fmla="*/ 1862306 w 2704120"/>
                <a:gd name="connsiteY94" fmla="*/ 4605 h 1193968"/>
                <a:gd name="connsiteX95" fmla="*/ 1862306 w 2704120"/>
                <a:gd name="connsiteY95" fmla="*/ 103590 h 1193968"/>
                <a:gd name="connsiteX96" fmla="*/ 1707305 w 2704120"/>
                <a:gd name="connsiteY96" fmla="*/ 103590 h 1193968"/>
                <a:gd name="connsiteX97" fmla="*/ 1707305 w 2704120"/>
                <a:gd name="connsiteY97" fmla="*/ 541735 h 1193968"/>
                <a:gd name="connsiteX98" fmla="*/ 1592206 w 2704120"/>
                <a:gd name="connsiteY98" fmla="*/ 541735 h 1193968"/>
                <a:gd name="connsiteX99" fmla="*/ 1592206 w 2704120"/>
                <a:gd name="connsiteY99" fmla="*/ 103590 h 1193968"/>
                <a:gd name="connsiteX100" fmla="*/ 1437204 w 2704120"/>
                <a:gd name="connsiteY100" fmla="*/ 103590 h 1193968"/>
                <a:gd name="connsiteX101" fmla="*/ 1437204 w 2704120"/>
                <a:gd name="connsiteY101" fmla="*/ 4605 h 1193968"/>
                <a:gd name="connsiteX102" fmla="*/ 1862306 w 2704120"/>
                <a:gd name="connsiteY102" fmla="*/ 4605 h 1193968"/>
                <a:gd name="connsiteX103" fmla="*/ 1390393 w 2704120"/>
                <a:gd name="connsiteY103" fmla="*/ 4605 h 1193968"/>
                <a:gd name="connsiteX104" fmla="*/ 1390393 w 2704120"/>
                <a:gd name="connsiteY104" fmla="*/ 541735 h 1193968"/>
                <a:gd name="connsiteX105" fmla="*/ 1275300 w 2704120"/>
                <a:gd name="connsiteY105" fmla="*/ 541735 h 1193968"/>
                <a:gd name="connsiteX106" fmla="*/ 1275300 w 2704120"/>
                <a:gd name="connsiteY106" fmla="*/ 4605 h 1193968"/>
                <a:gd name="connsiteX107" fmla="*/ 1390393 w 2704120"/>
                <a:gd name="connsiteY107" fmla="*/ 4605 h 1193968"/>
                <a:gd name="connsiteX108" fmla="*/ 817590 w 2704120"/>
                <a:gd name="connsiteY108" fmla="*/ 33763 h 1193968"/>
                <a:gd name="connsiteX109" fmla="*/ 959161 w 2704120"/>
                <a:gd name="connsiteY109" fmla="*/ 0 h 1193968"/>
                <a:gd name="connsiteX110" fmla="*/ 1073488 w 2704120"/>
                <a:gd name="connsiteY110" fmla="*/ 24557 h 1193968"/>
                <a:gd name="connsiteX111" fmla="*/ 1155210 w 2704120"/>
                <a:gd name="connsiteY111" fmla="*/ 93617 h 1193968"/>
                <a:gd name="connsiteX112" fmla="*/ 1193191 w 2704120"/>
                <a:gd name="connsiteY112" fmla="*/ 195672 h 1193968"/>
                <a:gd name="connsiteX113" fmla="*/ 1079628 w 2704120"/>
                <a:gd name="connsiteY113" fmla="*/ 195672 h 1193968"/>
                <a:gd name="connsiteX114" fmla="*/ 1036655 w 2704120"/>
                <a:gd name="connsiteY114" fmla="*/ 123923 h 1193968"/>
                <a:gd name="connsiteX115" fmla="*/ 956086 w 2704120"/>
                <a:gd name="connsiteY115" fmla="*/ 97455 h 1193968"/>
                <a:gd name="connsiteX116" fmla="*/ 878588 w 2704120"/>
                <a:gd name="connsiteY116" fmla="*/ 119704 h 1193968"/>
                <a:gd name="connsiteX117" fmla="*/ 827944 w 2704120"/>
                <a:gd name="connsiteY117" fmla="*/ 181856 h 1193968"/>
                <a:gd name="connsiteX118" fmla="*/ 810295 w 2704120"/>
                <a:gd name="connsiteY118" fmla="*/ 273170 h 1193968"/>
                <a:gd name="connsiteX119" fmla="*/ 849044 w 2704120"/>
                <a:gd name="connsiteY119" fmla="*/ 400545 h 1193968"/>
                <a:gd name="connsiteX120" fmla="*/ 956086 w 2704120"/>
                <a:gd name="connsiteY120" fmla="*/ 448886 h 1193968"/>
                <a:gd name="connsiteX121" fmla="*/ 1044330 w 2704120"/>
                <a:gd name="connsiteY121" fmla="*/ 421650 h 1193968"/>
                <a:gd name="connsiteX122" fmla="*/ 1090374 w 2704120"/>
                <a:gd name="connsiteY122" fmla="*/ 341463 h 1193968"/>
                <a:gd name="connsiteX123" fmla="*/ 1090374 w 2704120"/>
                <a:gd name="connsiteY123" fmla="*/ 334555 h 1193968"/>
                <a:gd name="connsiteX124" fmla="*/ 956854 w 2704120"/>
                <a:gd name="connsiteY124" fmla="*/ 334555 h 1193968"/>
                <a:gd name="connsiteX125" fmla="*/ 956854 w 2704120"/>
                <a:gd name="connsiteY125" fmla="*/ 243246 h 1193968"/>
                <a:gd name="connsiteX126" fmla="*/ 1197029 w 2704120"/>
                <a:gd name="connsiteY126" fmla="*/ 243246 h 1193968"/>
                <a:gd name="connsiteX127" fmla="*/ 1197029 w 2704120"/>
                <a:gd name="connsiteY127" fmla="*/ 541735 h 1193968"/>
                <a:gd name="connsiteX128" fmla="*/ 1117228 w 2704120"/>
                <a:gd name="connsiteY128" fmla="*/ 541735 h 1193968"/>
                <a:gd name="connsiteX129" fmla="*/ 1104947 w 2704120"/>
                <a:gd name="connsiteY129" fmla="*/ 474978 h 1193968"/>
                <a:gd name="connsiteX130" fmla="*/ 1041265 w 2704120"/>
                <a:gd name="connsiteY130" fmla="*/ 526389 h 1193968"/>
                <a:gd name="connsiteX131" fmla="*/ 948416 w 2704120"/>
                <a:gd name="connsiteY131" fmla="*/ 546341 h 1193968"/>
                <a:gd name="connsiteX132" fmla="*/ 814514 w 2704120"/>
                <a:gd name="connsiteY132" fmla="*/ 512578 h 1193968"/>
                <a:gd name="connsiteX133" fmla="*/ 724740 w 2704120"/>
                <a:gd name="connsiteY133" fmla="*/ 416663 h 1193968"/>
                <a:gd name="connsiteX134" fmla="*/ 692899 w 2704120"/>
                <a:gd name="connsiteY134" fmla="*/ 273170 h 1193968"/>
                <a:gd name="connsiteX135" fmla="*/ 725126 w 2704120"/>
                <a:gd name="connsiteY135" fmla="*/ 129296 h 1193968"/>
                <a:gd name="connsiteX136" fmla="*/ 817590 w 2704120"/>
                <a:gd name="connsiteY136" fmla="*/ 33763 h 1193968"/>
                <a:gd name="connsiteX137" fmla="*/ 633044 w 2704120"/>
                <a:gd name="connsiteY137" fmla="*/ 4605 h 1193968"/>
                <a:gd name="connsiteX138" fmla="*/ 633044 w 2704120"/>
                <a:gd name="connsiteY138" fmla="*/ 541735 h 1193968"/>
                <a:gd name="connsiteX139" fmla="*/ 517946 w 2704120"/>
                <a:gd name="connsiteY139" fmla="*/ 541735 h 1193968"/>
                <a:gd name="connsiteX140" fmla="*/ 517946 w 2704120"/>
                <a:gd name="connsiteY140" fmla="*/ 4605 h 1193968"/>
                <a:gd name="connsiteX141" fmla="*/ 633044 w 2704120"/>
                <a:gd name="connsiteY141" fmla="*/ 4605 h 1193968"/>
                <a:gd name="connsiteX142" fmla="*/ 186466 w 2704120"/>
                <a:gd name="connsiteY142" fmla="*/ 4605 h 1193968"/>
                <a:gd name="connsiteX143" fmla="*/ 328806 w 2704120"/>
                <a:gd name="connsiteY143" fmla="*/ 38754 h 1193968"/>
                <a:gd name="connsiteX144" fmla="*/ 423948 w 2704120"/>
                <a:gd name="connsiteY144" fmla="*/ 133901 h 1193968"/>
                <a:gd name="connsiteX145" fmla="*/ 457329 w 2704120"/>
                <a:gd name="connsiteY145" fmla="*/ 273170 h 1193968"/>
                <a:gd name="connsiteX146" fmla="*/ 423948 w 2704120"/>
                <a:gd name="connsiteY146" fmla="*/ 412439 h 1193968"/>
                <a:gd name="connsiteX147" fmla="*/ 328806 w 2704120"/>
                <a:gd name="connsiteY147" fmla="*/ 507586 h 1193968"/>
                <a:gd name="connsiteX148" fmla="*/ 186466 w 2704120"/>
                <a:gd name="connsiteY148" fmla="*/ 541735 h 1193968"/>
                <a:gd name="connsiteX149" fmla="*/ 0 w 2704120"/>
                <a:gd name="connsiteY149" fmla="*/ 541735 h 1193968"/>
                <a:gd name="connsiteX150" fmla="*/ 0 w 2704120"/>
                <a:gd name="connsiteY150" fmla="*/ 4605 h 1193968"/>
                <a:gd name="connsiteX151" fmla="*/ 186466 w 2704120"/>
                <a:gd name="connsiteY151" fmla="*/ 4605 h 1193968"/>
                <a:gd name="connsiteX152" fmla="*/ 299644 w 2704120"/>
                <a:gd name="connsiteY152" fmla="*/ 398628 h 1193968"/>
                <a:gd name="connsiteX153" fmla="*/ 339928 w 2704120"/>
                <a:gd name="connsiteY153" fmla="*/ 273170 h 1193968"/>
                <a:gd name="connsiteX154" fmla="*/ 299644 w 2704120"/>
                <a:gd name="connsiteY154" fmla="*/ 147712 h 1193968"/>
                <a:gd name="connsiteX155" fmla="*/ 186466 w 2704120"/>
                <a:gd name="connsiteY155" fmla="*/ 100520 h 1193968"/>
                <a:gd name="connsiteX156" fmla="*/ 115098 w 2704120"/>
                <a:gd name="connsiteY156" fmla="*/ 100520 h 1193968"/>
                <a:gd name="connsiteX157" fmla="*/ 115098 w 2704120"/>
                <a:gd name="connsiteY157" fmla="*/ 445816 h 1193968"/>
                <a:gd name="connsiteX158" fmla="*/ 186466 w 2704120"/>
                <a:gd name="connsiteY158" fmla="*/ 445816 h 1193968"/>
                <a:gd name="connsiteX159" fmla="*/ 299644 w 2704120"/>
                <a:gd name="connsiteY159" fmla="*/ 398628 h 1193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</a:cxnLst>
              <a:rect l="l" t="t" r="r" b="b"/>
              <a:pathLst>
                <a:path w="2704120" h="1193968">
                  <a:moveTo>
                    <a:pt x="2274092" y="656839"/>
                  </a:moveTo>
                  <a:lnTo>
                    <a:pt x="2394573" y="877063"/>
                  </a:lnTo>
                  <a:lnTo>
                    <a:pt x="2521145" y="656839"/>
                  </a:lnTo>
                  <a:lnTo>
                    <a:pt x="2649302" y="656839"/>
                  </a:lnTo>
                  <a:lnTo>
                    <a:pt x="2452115" y="994464"/>
                  </a:lnTo>
                  <a:lnTo>
                    <a:pt x="2452115" y="1193969"/>
                  </a:lnTo>
                  <a:lnTo>
                    <a:pt x="2336982" y="1193969"/>
                  </a:lnTo>
                  <a:lnTo>
                    <a:pt x="2336982" y="994464"/>
                  </a:lnTo>
                  <a:lnTo>
                    <a:pt x="2139794" y="656839"/>
                  </a:lnTo>
                  <a:lnTo>
                    <a:pt x="2274092" y="656839"/>
                  </a:lnTo>
                  <a:close/>
                  <a:moveTo>
                    <a:pt x="2125681" y="656839"/>
                  </a:moveTo>
                  <a:lnTo>
                    <a:pt x="2125681" y="755824"/>
                  </a:lnTo>
                  <a:lnTo>
                    <a:pt x="1970700" y="755824"/>
                  </a:lnTo>
                  <a:lnTo>
                    <a:pt x="1970700" y="1193969"/>
                  </a:lnTo>
                  <a:lnTo>
                    <a:pt x="1855601" y="1193969"/>
                  </a:lnTo>
                  <a:lnTo>
                    <a:pt x="1855601" y="755824"/>
                  </a:lnTo>
                  <a:lnTo>
                    <a:pt x="1700604" y="755824"/>
                  </a:lnTo>
                  <a:lnTo>
                    <a:pt x="1700604" y="656839"/>
                  </a:lnTo>
                  <a:lnTo>
                    <a:pt x="2125681" y="656839"/>
                  </a:lnTo>
                  <a:close/>
                  <a:moveTo>
                    <a:pt x="1564797" y="656839"/>
                  </a:moveTo>
                  <a:lnTo>
                    <a:pt x="1449703" y="656839"/>
                  </a:lnTo>
                  <a:lnTo>
                    <a:pt x="1449703" y="1193969"/>
                  </a:lnTo>
                  <a:lnTo>
                    <a:pt x="1793538" y="1193969"/>
                  </a:lnTo>
                  <a:lnTo>
                    <a:pt x="1793538" y="1094984"/>
                  </a:lnTo>
                  <a:lnTo>
                    <a:pt x="1564797" y="1094984"/>
                  </a:lnTo>
                  <a:lnTo>
                    <a:pt x="1564797" y="656839"/>
                  </a:lnTo>
                  <a:close/>
                  <a:moveTo>
                    <a:pt x="1080603" y="656839"/>
                  </a:moveTo>
                  <a:lnTo>
                    <a:pt x="1218724" y="656839"/>
                  </a:lnTo>
                  <a:lnTo>
                    <a:pt x="1413623" y="1193969"/>
                  </a:lnTo>
                  <a:lnTo>
                    <a:pt x="1290087" y="1193969"/>
                  </a:lnTo>
                  <a:lnTo>
                    <a:pt x="1248648" y="1076567"/>
                  </a:lnTo>
                  <a:lnTo>
                    <a:pt x="1044543" y="1076567"/>
                  </a:lnTo>
                  <a:lnTo>
                    <a:pt x="1003105" y="1193969"/>
                  </a:lnTo>
                  <a:lnTo>
                    <a:pt x="884169" y="1193969"/>
                  </a:lnTo>
                  <a:lnTo>
                    <a:pt x="1080603" y="656839"/>
                  </a:lnTo>
                  <a:close/>
                  <a:moveTo>
                    <a:pt x="1217189" y="983723"/>
                  </a:moveTo>
                  <a:lnTo>
                    <a:pt x="1145826" y="779613"/>
                  </a:lnTo>
                  <a:lnTo>
                    <a:pt x="1075235" y="983723"/>
                  </a:lnTo>
                  <a:lnTo>
                    <a:pt x="1217189" y="983723"/>
                  </a:lnTo>
                  <a:close/>
                  <a:moveTo>
                    <a:pt x="844830" y="656839"/>
                  </a:moveTo>
                  <a:lnTo>
                    <a:pt x="844830" y="755824"/>
                  </a:lnTo>
                  <a:lnTo>
                    <a:pt x="599287" y="755824"/>
                  </a:lnTo>
                  <a:lnTo>
                    <a:pt x="599287" y="876295"/>
                  </a:lnTo>
                  <a:lnTo>
                    <a:pt x="798792" y="876295"/>
                  </a:lnTo>
                  <a:lnTo>
                    <a:pt x="798792" y="970675"/>
                  </a:lnTo>
                  <a:lnTo>
                    <a:pt x="599287" y="970675"/>
                  </a:lnTo>
                  <a:lnTo>
                    <a:pt x="599287" y="1094984"/>
                  </a:lnTo>
                  <a:lnTo>
                    <a:pt x="853273" y="1094984"/>
                  </a:lnTo>
                  <a:lnTo>
                    <a:pt x="853273" y="1193969"/>
                  </a:lnTo>
                  <a:lnTo>
                    <a:pt x="484188" y="1193969"/>
                  </a:lnTo>
                  <a:lnTo>
                    <a:pt x="484188" y="656839"/>
                  </a:lnTo>
                  <a:lnTo>
                    <a:pt x="844830" y="656839"/>
                  </a:lnTo>
                  <a:close/>
                  <a:moveTo>
                    <a:pt x="321898" y="678707"/>
                  </a:moveTo>
                  <a:cubicBezTo>
                    <a:pt x="351822" y="693290"/>
                    <a:pt x="374968" y="714133"/>
                    <a:pt x="391339" y="741245"/>
                  </a:cubicBezTo>
                  <a:cubicBezTo>
                    <a:pt x="407710" y="768357"/>
                    <a:pt x="415891" y="799817"/>
                    <a:pt x="415891" y="835630"/>
                  </a:cubicBezTo>
                  <a:cubicBezTo>
                    <a:pt x="415891" y="869897"/>
                    <a:pt x="407710" y="900208"/>
                    <a:pt x="391339" y="926553"/>
                  </a:cubicBezTo>
                  <a:cubicBezTo>
                    <a:pt x="374968" y="952902"/>
                    <a:pt x="352461" y="972977"/>
                    <a:pt x="323814" y="986788"/>
                  </a:cubicBezTo>
                  <a:lnTo>
                    <a:pt x="429702" y="1193969"/>
                  </a:lnTo>
                  <a:lnTo>
                    <a:pt x="302327" y="1193969"/>
                  </a:lnTo>
                  <a:lnTo>
                    <a:pt x="212548" y="1013648"/>
                  </a:lnTo>
                  <a:lnTo>
                    <a:pt x="115098" y="1013648"/>
                  </a:lnTo>
                  <a:lnTo>
                    <a:pt x="115098" y="1193969"/>
                  </a:lnTo>
                  <a:lnTo>
                    <a:pt x="0" y="1193969"/>
                  </a:lnTo>
                  <a:lnTo>
                    <a:pt x="0" y="656839"/>
                  </a:lnTo>
                  <a:lnTo>
                    <a:pt x="218689" y="656839"/>
                  </a:lnTo>
                  <a:cubicBezTo>
                    <a:pt x="257567" y="656839"/>
                    <a:pt x="291973" y="664128"/>
                    <a:pt x="321898" y="678707"/>
                  </a:cubicBezTo>
                  <a:close/>
                  <a:moveTo>
                    <a:pt x="209483" y="917728"/>
                  </a:moveTo>
                  <a:cubicBezTo>
                    <a:pt x="236595" y="917728"/>
                    <a:pt x="258206" y="910315"/>
                    <a:pt x="274319" y="895479"/>
                  </a:cubicBezTo>
                  <a:cubicBezTo>
                    <a:pt x="290438" y="880643"/>
                    <a:pt x="298495" y="860691"/>
                    <a:pt x="298495" y="835630"/>
                  </a:cubicBezTo>
                  <a:cubicBezTo>
                    <a:pt x="298495" y="810048"/>
                    <a:pt x="290438" y="789844"/>
                    <a:pt x="274319" y="775008"/>
                  </a:cubicBezTo>
                  <a:cubicBezTo>
                    <a:pt x="258206" y="760172"/>
                    <a:pt x="236595" y="752753"/>
                    <a:pt x="209483" y="752753"/>
                  </a:cubicBezTo>
                  <a:lnTo>
                    <a:pt x="115098" y="752753"/>
                  </a:lnTo>
                  <a:lnTo>
                    <a:pt x="115098" y="917728"/>
                  </a:lnTo>
                  <a:lnTo>
                    <a:pt x="209483" y="917728"/>
                  </a:lnTo>
                  <a:close/>
                  <a:moveTo>
                    <a:pt x="2475389" y="442750"/>
                  </a:moveTo>
                  <a:lnTo>
                    <a:pt x="2475389" y="4605"/>
                  </a:lnTo>
                  <a:lnTo>
                    <a:pt x="2360306" y="4605"/>
                  </a:lnTo>
                  <a:lnTo>
                    <a:pt x="2360306" y="541735"/>
                  </a:lnTo>
                  <a:lnTo>
                    <a:pt x="2704120" y="541735"/>
                  </a:lnTo>
                  <a:lnTo>
                    <a:pt x="2704120" y="442750"/>
                  </a:lnTo>
                  <a:lnTo>
                    <a:pt x="2475389" y="442750"/>
                  </a:lnTo>
                  <a:close/>
                  <a:moveTo>
                    <a:pt x="1991211" y="4605"/>
                  </a:moveTo>
                  <a:lnTo>
                    <a:pt x="2129346" y="4605"/>
                  </a:lnTo>
                  <a:lnTo>
                    <a:pt x="2324255" y="541735"/>
                  </a:lnTo>
                  <a:lnTo>
                    <a:pt x="2200704" y="541735"/>
                  </a:lnTo>
                  <a:lnTo>
                    <a:pt x="2159256" y="424334"/>
                  </a:lnTo>
                  <a:lnTo>
                    <a:pt x="1955150" y="424334"/>
                  </a:lnTo>
                  <a:lnTo>
                    <a:pt x="1913712" y="541735"/>
                  </a:lnTo>
                  <a:lnTo>
                    <a:pt x="1794776" y="541735"/>
                  </a:lnTo>
                  <a:lnTo>
                    <a:pt x="1991211" y="4605"/>
                  </a:lnTo>
                  <a:close/>
                  <a:moveTo>
                    <a:pt x="2127811" y="331485"/>
                  </a:moveTo>
                  <a:lnTo>
                    <a:pt x="2056453" y="127379"/>
                  </a:lnTo>
                  <a:lnTo>
                    <a:pt x="1985843" y="331485"/>
                  </a:lnTo>
                  <a:lnTo>
                    <a:pt x="2127811" y="331485"/>
                  </a:lnTo>
                  <a:close/>
                  <a:moveTo>
                    <a:pt x="1862306" y="4605"/>
                  </a:moveTo>
                  <a:lnTo>
                    <a:pt x="1862306" y="103590"/>
                  </a:lnTo>
                  <a:lnTo>
                    <a:pt x="1707305" y="103590"/>
                  </a:lnTo>
                  <a:lnTo>
                    <a:pt x="1707305" y="541735"/>
                  </a:lnTo>
                  <a:lnTo>
                    <a:pt x="1592206" y="541735"/>
                  </a:lnTo>
                  <a:lnTo>
                    <a:pt x="1592206" y="103590"/>
                  </a:lnTo>
                  <a:lnTo>
                    <a:pt x="1437204" y="103590"/>
                  </a:lnTo>
                  <a:lnTo>
                    <a:pt x="1437204" y="4605"/>
                  </a:lnTo>
                  <a:lnTo>
                    <a:pt x="1862306" y="4605"/>
                  </a:lnTo>
                  <a:close/>
                  <a:moveTo>
                    <a:pt x="1390393" y="4605"/>
                  </a:moveTo>
                  <a:lnTo>
                    <a:pt x="1390393" y="541735"/>
                  </a:lnTo>
                  <a:lnTo>
                    <a:pt x="1275300" y="541735"/>
                  </a:lnTo>
                  <a:lnTo>
                    <a:pt x="1275300" y="4605"/>
                  </a:lnTo>
                  <a:lnTo>
                    <a:pt x="1390393" y="4605"/>
                  </a:lnTo>
                  <a:close/>
                  <a:moveTo>
                    <a:pt x="817590" y="33763"/>
                  </a:moveTo>
                  <a:cubicBezTo>
                    <a:pt x="857740" y="11256"/>
                    <a:pt x="904932" y="0"/>
                    <a:pt x="959161" y="0"/>
                  </a:cubicBezTo>
                  <a:cubicBezTo>
                    <a:pt x="1001620" y="0"/>
                    <a:pt x="1039730" y="8186"/>
                    <a:pt x="1073488" y="24557"/>
                  </a:cubicBezTo>
                  <a:cubicBezTo>
                    <a:pt x="1107255" y="40923"/>
                    <a:pt x="1134491" y="63945"/>
                    <a:pt x="1155210" y="93617"/>
                  </a:cubicBezTo>
                  <a:cubicBezTo>
                    <a:pt x="1175929" y="123284"/>
                    <a:pt x="1188591" y="157304"/>
                    <a:pt x="1193191" y="195672"/>
                  </a:cubicBezTo>
                  <a:lnTo>
                    <a:pt x="1079628" y="195672"/>
                  </a:lnTo>
                  <a:cubicBezTo>
                    <a:pt x="1072462" y="165485"/>
                    <a:pt x="1058146" y="141572"/>
                    <a:pt x="1036655" y="123923"/>
                  </a:cubicBezTo>
                  <a:cubicBezTo>
                    <a:pt x="1015173" y="106274"/>
                    <a:pt x="988318" y="97455"/>
                    <a:pt x="956086" y="97455"/>
                  </a:cubicBezTo>
                  <a:cubicBezTo>
                    <a:pt x="926419" y="97455"/>
                    <a:pt x="900585" y="104868"/>
                    <a:pt x="878588" y="119704"/>
                  </a:cubicBezTo>
                  <a:cubicBezTo>
                    <a:pt x="856591" y="134540"/>
                    <a:pt x="839710" y="155259"/>
                    <a:pt x="827944" y="181856"/>
                  </a:cubicBezTo>
                  <a:cubicBezTo>
                    <a:pt x="816178" y="208458"/>
                    <a:pt x="810295" y="238898"/>
                    <a:pt x="810295" y="273170"/>
                  </a:cubicBezTo>
                  <a:cubicBezTo>
                    <a:pt x="810295" y="325859"/>
                    <a:pt x="823215" y="368317"/>
                    <a:pt x="849044" y="400545"/>
                  </a:cubicBezTo>
                  <a:cubicBezTo>
                    <a:pt x="874879" y="432772"/>
                    <a:pt x="910563" y="448886"/>
                    <a:pt x="956086" y="448886"/>
                  </a:cubicBezTo>
                  <a:cubicBezTo>
                    <a:pt x="989339" y="448886"/>
                    <a:pt x="1018753" y="439809"/>
                    <a:pt x="1044330" y="421650"/>
                  </a:cubicBezTo>
                  <a:cubicBezTo>
                    <a:pt x="1069912" y="403486"/>
                    <a:pt x="1085253" y="376756"/>
                    <a:pt x="1090374" y="341463"/>
                  </a:cubicBezTo>
                  <a:lnTo>
                    <a:pt x="1090374" y="334555"/>
                  </a:lnTo>
                  <a:lnTo>
                    <a:pt x="956854" y="334555"/>
                  </a:lnTo>
                  <a:lnTo>
                    <a:pt x="956854" y="243246"/>
                  </a:lnTo>
                  <a:lnTo>
                    <a:pt x="1197029" y="243246"/>
                  </a:lnTo>
                  <a:lnTo>
                    <a:pt x="1197029" y="541735"/>
                  </a:lnTo>
                  <a:lnTo>
                    <a:pt x="1117228" y="541735"/>
                  </a:lnTo>
                  <a:lnTo>
                    <a:pt x="1104947" y="474978"/>
                  </a:lnTo>
                  <a:cubicBezTo>
                    <a:pt x="1089096" y="495949"/>
                    <a:pt x="1067862" y="513088"/>
                    <a:pt x="1041265" y="526389"/>
                  </a:cubicBezTo>
                  <a:cubicBezTo>
                    <a:pt x="1014663" y="539690"/>
                    <a:pt x="983713" y="546341"/>
                    <a:pt x="948416" y="546341"/>
                  </a:cubicBezTo>
                  <a:cubicBezTo>
                    <a:pt x="897772" y="546341"/>
                    <a:pt x="853140" y="535085"/>
                    <a:pt x="814514" y="512578"/>
                  </a:cubicBezTo>
                  <a:cubicBezTo>
                    <a:pt x="775894" y="490066"/>
                    <a:pt x="745969" y="458097"/>
                    <a:pt x="724740" y="416663"/>
                  </a:cubicBezTo>
                  <a:cubicBezTo>
                    <a:pt x="703511" y="375225"/>
                    <a:pt x="692899" y="327394"/>
                    <a:pt x="692899" y="273170"/>
                  </a:cubicBezTo>
                  <a:cubicBezTo>
                    <a:pt x="692899" y="218436"/>
                    <a:pt x="703640" y="170476"/>
                    <a:pt x="725126" y="129296"/>
                  </a:cubicBezTo>
                  <a:cubicBezTo>
                    <a:pt x="746608" y="88115"/>
                    <a:pt x="777429" y="56269"/>
                    <a:pt x="817590" y="33763"/>
                  </a:cubicBezTo>
                  <a:close/>
                  <a:moveTo>
                    <a:pt x="633044" y="4605"/>
                  </a:moveTo>
                  <a:lnTo>
                    <a:pt x="633044" y="541735"/>
                  </a:lnTo>
                  <a:lnTo>
                    <a:pt x="517946" y="541735"/>
                  </a:lnTo>
                  <a:lnTo>
                    <a:pt x="517946" y="4605"/>
                  </a:lnTo>
                  <a:lnTo>
                    <a:pt x="633044" y="4605"/>
                  </a:lnTo>
                  <a:close/>
                  <a:moveTo>
                    <a:pt x="186466" y="4605"/>
                  </a:moveTo>
                  <a:cubicBezTo>
                    <a:pt x="240175" y="4605"/>
                    <a:pt x="287620" y="15985"/>
                    <a:pt x="328806" y="38754"/>
                  </a:cubicBezTo>
                  <a:cubicBezTo>
                    <a:pt x="369981" y="61513"/>
                    <a:pt x="401699" y="93231"/>
                    <a:pt x="423948" y="133901"/>
                  </a:cubicBezTo>
                  <a:cubicBezTo>
                    <a:pt x="446207" y="174567"/>
                    <a:pt x="457329" y="220991"/>
                    <a:pt x="457329" y="273170"/>
                  </a:cubicBezTo>
                  <a:cubicBezTo>
                    <a:pt x="457329" y="325349"/>
                    <a:pt x="446207" y="371769"/>
                    <a:pt x="423948" y="412439"/>
                  </a:cubicBezTo>
                  <a:cubicBezTo>
                    <a:pt x="401699" y="453110"/>
                    <a:pt x="369981" y="484822"/>
                    <a:pt x="328806" y="507586"/>
                  </a:cubicBezTo>
                  <a:cubicBezTo>
                    <a:pt x="287620" y="530351"/>
                    <a:pt x="240175" y="541735"/>
                    <a:pt x="186466" y="541735"/>
                  </a:cubicBezTo>
                  <a:lnTo>
                    <a:pt x="0" y="541735"/>
                  </a:lnTo>
                  <a:lnTo>
                    <a:pt x="0" y="4605"/>
                  </a:lnTo>
                  <a:lnTo>
                    <a:pt x="186466" y="4605"/>
                  </a:lnTo>
                  <a:close/>
                  <a:moveTo>
                    <a:pt x="299644" y="398628"/>
                  </a:moveTo>
                  <a:cubicBezTo>
                    <a:pt x="326498" y="367169"/>
                    <a:pt x="339928" y="325349"/>
                    <a:pt x="339928" y="273170"/>
                  </a:cubicBezTo>
                  <a:cubicBezTo>
                    <a:pt x="339928" y="220991"/>
                    <a:pt x="326498" y="179172"/>
                    <a:pt x="299644" y="147712"/>
                  </a:cubicBezTo>
                  <a:cubicBezTo>
                    <a:pt x="272789" y="116252"/>
                    <a:pt x="235060" y="100520"/>
                    <a:pt x="186466" y="100520"/>
                  </a:cubicBezTo>
                  <a:lnTo>
                    <a:pt x="115098" y="100520"/>
                  </a:lnTo>
                  <a:lnTo>
                    <a:pt x="115098" y="445816"/>
                  </a:lnTo>
                  <a:lnTo>
                    <a:pt x="186466" y="445816"/>
                  </a:lnTo>
                  <a:cubicBezTo>
                    <a:pt x="235060" y="445816"/>
                    <a:pt x="272789" y="430088"/>
                    <a:pt x="299644" y="398628"/>
                  </a:cubicBezTo>
                  <a:close/>
                </a:path>
              </a:pathLst>
            </a:custGeom>
            <a:solidFill>
              <a:srgbClr val="000000"/>
            </a:solidFill>
            <a:ln w="49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>
                <a:latin typeface="Arial" panose="020B0604020202020204" pitchFamily="34" charset="0"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0597553C-D75F-03E5-E51E-703E0B1B62F1}"/>
                </a:ext>
              </a:extLst>
            </p:cNvPr>
            <p:cNvSpPr/>
            <p:nvPr/>
          </p:nvSpPr>
          <p:spPr>
            <a:xfrm>
              <a:off x="3043994" y="-2581296"/>
              <a:ext cx="1782707" cy="1782707"/>
            </a:xfrm>
            <a:custGeom>
              <a:avLst/>
              <a:gdLst>
                <a:gd name="connsiteX0" fmla="*/ 1188472 w 1782707"/>
                <a:gd name="connsiteY0" fmla="*/ 1782708 h 1782707"/>
                <a:gd name="connsiteX1" fmla="*/ 1188472 w 1782707"/>
                <a:gd name="connsiteY1" fmla="*/ 1559870 h 1782707"/>
                <a:gd name="connsiteX2" fmla="*/ 1559870 w 1782707"/>
                <a:gd name="connsiteY2" fmla="*/ 1188472 h 1782707"/>
                <a:gd name="connsiteX3" fmla="*/ 1782708 w 1782707"/>
                <a:gd name="connsiteY3" fmla="*/ 1188472 h 1782707"/>
                <a:gd name="connsiteX4" fmla="*/ 1188472 w 1782707"/>
                <a:gd name="connsiteY4" fmla="*/ 1782708 h 1782707"/>
                <a:gd name="connsiteX5" fmla="*/ 1188472 w 1782707"/>
                <a:gd name="connsiteY5" fmla="*/ 0 h 1782707"/>
                <a:gd name="connsiteX6" fmla="*/ 1188472 w 1782707"/>
                <a:gd name="connsiteY6" fmla="*/ 222839 h 1782707"/>
                <a:gd name="connsiteX7" fmla="*/ 1559870 w 1782707"/>
                <a:gd name="connsiteY7" fmla="*/ 594236 h 1782707"/>
                <a:gd name="connsiteX8" fmla="*/ 1782708 w 1782707"/>
                <a:gd name="connsiteY8" fmla="*/ 594236 h 1782707"/>
                <a:gd name="connsiteX9" fmla="*/ 1188472 w 1782707"/>
                <a:gd name="connsiteY9" fmla="*/ 0 h 1782707"/>
                <a:gd name="connsiteX10" fmla="*/ 594236 w 1782707"/>
                <a:gd name="connsiteY10" fmla="*/ 1559870 h 1782707"/>
                <a:gd name="connsiteX11" fmla="*/ 222839 w 1782707"/>
                <a:gd name="connsiteY11" fmla="*/ 1559870 h 1782707"/>
                <a:gd name="connsiteX12" fmla="*/ 222839 w 1782707"/>
                <a:gd name="connsiteY12" fmla="*/ 1188472 h 1782707"/>
                <a:gd name="connsiteX13" fmla="*/ 0 w 1782707"/>
                <a:gd name="connsiteY13" fmla="*/ 1188472 h 1782707"/>
                <a:gd name="connsiteX14" fmla="*/ 0 w 1782707"/>
                <a:gd name="connsiteY14" fmla="*/ 1782708 h 1782707"/>
                <a:gd name="connsiteX15" fmla="*/ 594236 w 1782707"/>
                <a:gd name="connsiteY15" fmla="*/ 1782708 h 1782707"/>
                <a:gd name="connsiteX16" fmla="*/ 594236 w 1782707"/>
                <a:gd name="connsiteY16" fmla="*/ 1559870 h 1782707"/>
                <a:gd name="connsiteX17" fmla="*/ 222839 w 1782707"/>
                <a:gd name="connsiteY17" fmla="*/ 222839 h 1782707"/>
                <a:gd name="connsiteX18" fmla="*/ 594236 w 1782707"/>
                <a:gd name="connsiteY18" fmla="*/ 222839 h 1782707"/>
                <a:gd name="connsiteX19" fmla="*/ 594236 w 1782707"/>
                <a:gd name="connsiteY19" fmla="*/ 0 h 1782707"/>
                <a:gd name="connsiteX20" fmla="*/ 0 w 1782707"/>
                <a:gd name="connsiteY20" fmla="*/ 0 h 1782707"/>
                <a:gd name="connsiteX21" fmla="*/ 0 w 1782707"/>
                <a:gd name="connsiteY21" fmla="*/ 594236 h 1782707"/>
                <a:gd name="connsiteX22" fmla="*/ 222839 w 1782707"/>
                <a:gd name="connsiteY22" fmla="*/ 594236 h 1782707"/>
                <a:gd name="connsiteX23" fmla="*/ 222839 w 1782707"/>
                <a:gd name="connsiteY23" fmla="*/ 222839 h 17827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782707" h="1782707">
                  <a:moveTo>
                    <a:pt x="1188472" y="1782708"/>
                  </a:moveTo>
                  <a:lnTo>
                    <a:pt x="1188472" y="1559870"/>
                  </a:lnTo>
                  <a:cubicBezTo>
                    <a:pt x="1393261" y="1559870"/>
                    <a:pt x="1559870" y="1393261"/>
                    <a:pt x="1559870" y="1188472"/>
                  </a:cubicBezTo>
                  <a:lnTo>
                    <a:pt x="1782708" y="1188472"/>
                  </a:lnTo>
                  <a:cubicBezTo>
                    <a:pt x="1782708" y="1516134"/>
                    <a:pt x="1516134" y="1782708"/>
                    <a:pt x="1188472" y="1782708"/>
                  </a:cubicBezTo>
                  <a:close/>
                  <a:moveTo>
                    <a:pt x="1188472" y="0"/>
                  </a:moveTo>
                  <a:lnTo>
                    <a:pt x="1188472" y="222839"/>
                  </a:lnTo>
                  <a:cubicBezTo>
                    <a:pt x="1393261" y="222839"/>
                    <a:pt x="1559870" y="389447"/>
                    <a:pt x="1559870" y="594236"/>
                  </a:cubicBezTo>
                  <a:lnTo>
                    <a:pt x="1782708" y="594236"/>
                  </a:lnTo>
                  <a:cubicBezTo>
                    <a:pt x="1782708" y="266574"/>
                    <a:pt x="1516134" y="0"/>
                    <a:pt x="1188472" y="0"/>
                  </a:cubicBezTo>
                  <a:close/>
                  <a:moveTo>
                    <a:pt x="594236" y="1559870"/>
                  </a:moveTo>
                  <a:lnTo>
                    <a:pt x="222839" y="1559870"/>
                  </a:lnTo>
                  <a:lnTo>
                    <a:pt x="222839" y="1188472"/>
                  </a:lnTo>
                  <a:lnTo>
                    <a:pt x="0" y="1188472"/>
                  </a:lnTo>
                  <a:lnTo>
                    <a:pt x="0" y="1782708"/>
                  </a:lnTo>
                  <a:lnTo>
                    <a:pt x="594236" y="1782708"/>
                  </a:lnTo>
                  <a:lnTo>
                    <a:pt x="594236" y="1559870"/>
                  </a:lnTo>
                  <a:close/>
                  <a:moveTo>
                    <a:pt x="222839" y="222839"/>
                  </a:moveTo>
                  <a:lnTo>
                    <a:pt x="594236" y="222839"/>
                  </a:lnTo>
                  <a:lnTo>
                    <a:pt x="594236" y="0"/>
                  </a:lnTo>
                  <a:lnTo>
                    <a:pt x="0" y="0"/>
                  </a:lnTo>
                  <a:lnTo>
                    <a:pt x="0" y="594236"/>
                  </a:lnTo>
                  <a:lnTo>
                    <a:pt x="222839" y="594236"/>
                  </a:lnTo>
                  <a:lnTo>
                    <a:pt x="222839" y="222839"/>
                  </a:lnTo>
                  <a:close/>
                </a:path>
              </a:pathLst>
            </a:custGeom>
            <a:solidFill>
              <a:srgbClr val="000000"/>
            </a:solidFill>
            <a:ln w="49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>
                <a:latin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070920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231">
          <p15:clr>
            <a:srgbClr val="A4A3A4"/>
          </p15:clr>
        </p15:guide>
        <p15:guide id="3" pos="3493">
          <p15:clr>
            <a:srgbClr val="A4A3A4"/>
          </p15:clr>
        </p15:guide>
        <p15:guide id="5" orient="horz" pos="1461">
          <p15:clr>
            <a:srgbClr val="A4A3A4"/>
          </p15:clr>
        </p15:guide>
        <p15:guide id="6" orient="horz" pos="2454">
          <p15:clr>
            <a:srgbClr val="A4A3A4"/>
          </p15:clr>
        </p15:guide>
        <p15:guide id="7" orient="horz" pos="2592">
          <p15:clr>
            <a:srgbClr val="A4A3A4"/>
          </p15:clr>
        </p15:guide>
        <p15:guide id="8" orient="horz" pos="3096">
          <p15:clr>
            <a:srgbClr val="A4A3A4"/>
          </p15:clr>
        </p15:guide>
        <p15:guide id="9" orient="horz" pos="3600">
          <p15:clr>
            <a:srgbClr val="A4A3A4"/>
          </p15:clr>
        </p15:guide>
        <p15:guide id="10" orient="horz" pos="3888">
          <p15:clr>
            <a:srgbClr val="A4A3A4"/>
          </p15:clr>
        </p15:guide>
        <p15:guide id="11" pos="1786">
          <p15:clr>
            <a:srgbClr val="A4A3A4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79638358-344B-1B86-B841-B7518BC2FB3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2"/>
          </a:solidFill>
        </p:spPr>
        <p:txBody>
          <a:bodyPr wrap="square">
            <a:noAutofit/>
          </a:bodyPr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grpSp>
        <p:nvGrpSpPr>
          <p:cNvPr id="2" name="Graphic 11">
            <a:extLst>
              <a:ext uri="{FF2B5EF4-FFF2-40B4-BE49-F238E27FC236}">
                <a16:creationId xmlns:a16="http://schemas.microsoft.com/office/drawing/2014/main" id="{97E3C4F7-8583-366D-786E-FA51F9AB4CC3}"/>
              </a:ext>
            </a:extLst>
          </p:cNvPr>
          <p:cNvGrpSpPr/>
          <p:nvPr/>
        </p:nvGrpSpPr>
        <p:grpSpPr>
          <a:xfrm>
            <a:off x="508000" y="508000"/>
            <a:ext cx="1862137" cy="658147"/>
            <a:chOff x="3043994" y="-2581296"/>
            <a:chExt cx="5043924" cy="1782707"/>
          </a:xfrm>
          <a:solidFill>
            <a:srgbClr val="000000"/>
          </a:solidFill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70FA051D-7E2B-4A02-1F74-76B371F6A62A}"/>
                </a:ext>
              </a:extLst>
            </p:cNvPr>
            <p:cNvSpPr/>
            <p:nvPr/>
          </p:nvSpPr>
          <p:spPr>
            <a:xfrm>
              <a:off x="7939113" y="-1162329"/>
              <a:ext cx="148806" cy="67069"/>
            </a:xfrm>
            <a:custGeom>
              <a:avLst/>
              <a:gdLst>
                <a:gd name="connsiteX0" fmla="*/ 59324 w 148806"/>
                <a:gd name="connsiteY0" fmla="*/ 0 h 67069"/>
                <a:gd name="connsiteX1" fmla="*/ 59324 w 148806"/>
                <a:gd name="connsiteY1" fmla="*/ 8725 h 67069"/>
                <a:gd name="connsiteX2" fmla="*/ 34366 w 148806"/>
                <a:gd name="connsiteY2" fmla="*/ 8725 h 67069"/>
                <a:gd name="connsiteX3" fmla="*/ 34366 w 148806"/>
                <a:gd name="connsiteY3" fmla="*/ 67069 h 67069"/>
                <a:gd name="connsiteX4" fmla="*/ 24909 w 148806"/>
                <a:gd name="connsiteY4" fmla="*/ 67069 h 67069"/>
                <a:gd name="connsiteX5" fmla="*/ 24909 w 148806"/>
                <a:gd name="connsiteY5" fmla="*/ 8725 h 67069"/>
                <a:gd name="connsiteX6" fmla="*/ 0 w 148806"/>
                <a:gd name="connsiteY6" fmla="*/ 8725 h 67069"/>
                <a:gd name="connsiteX7" fmla="*/ 0 w 148806"/>
                <a:gd name="connsiteY7" fmla="*/ 0 h 67069"/>
                <a:gd name="connsiteX8" fmla="*/ 59324 w 148806"/>
                <a:gd name="connsiteY8" fmla="*/ 0 h 67069"/>
                <a:gd name="connsiteX9" fmla="*/ 82004 w 148806"/>
                <a:gd name="connsiteY9" fmla="*/ 0 h 67069"/>
                <a:gd name="connsiteX10" fmla="*/ 108695 w 148806"/>
                <a:gd name="connsiteY10" fmla="*/ 55348 h 67069"/>
                <a:gd name="connsiteX11" fmla="*/ 135634 w 148806"/>
                <a:gd name="connsiteY11" fmla="*/ 0 h 67069"/>
                <a:gd name="connsiteX12" fmla="*/ 148806 w 148806"/>
                <a:gd name="connsiteY12" fmla="*/ 0 h 67069"/>
                <a:gd name="connsiteX13" fmla="*/ 148806 w 148806"/>
                <a:gd name="connsiteY13" fmla="*/ 67069 h 67069"/>
                <a:gd name="connsiteX14" fmla="*/ 139843 w 148806"/>
                <a:gd name="connsiteY14" fmla="*/ 67069 h 67069"/>
                <a:gd name="connsiteX15" fmla="*/ 139843 w 148806"/>
                <a:gd name="connsiteY15" fmla="*/ 10721 h 67069"/>
                <a:gd name="connsiteX16" fmla="*/ 112409 w 148806"/>
                <a:gd name="connsiteY16" fmla="*/ 67069 h 67069"/>
                <a:gd name="connsiteX17" fmla="*/ 104685 w 148806"/>
                <a:gd name="connsiteY17" fmla="*/ 67069 h 67069"/>
                <a:gd name="connsiteX18" fmla="*/ 77795 w 148806"/>
                <a:gd name="connsiteY18" fmla="*/ 10721 h 67069"/>
                <a:gd name="connsiteX19" fmla="*/ 77795 w 148806"/>
                <a:gd name="connsiteY19" fmla="*/ 67069 h 67069"/>
                <a:gd name="connsiteX20" fmla="*/ 69030 w 148806"/>
                <a:gd name="connsiteY20" fmla="*/ 67069 h 67069"/>
                <a:gd name="connsiteX21" fmla="*/ 69030 w 148806"/>
                <a:gd name="connsiteY21" fmla="*/ 0 h 67069"/>
                <a:gd name="connsiteX22" fmla="*/ 82004 w 148806"/>
                <a:gd name="connsiteY22" fmla="*/ 0 h 67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48806" h="67069">
                  <a:moveTo>
                    <a:pt x="59324" y="0"/>
                  </a:moveTo>
                  <a:lnTo>
                    <a:pt x="59324" y="8725"/>
                  </a:lnTo>
                  <a:lnTo>
                    <a:pt x="34366" y="8725"/>
                  </a:lnTo>
                  <a:lnTo>
                    <a:pt x="34366" y="67069"/>
                  </a:lnTo>
                  <a:lnTo>
                    <a:pt x="24909" y="67069"/>
                  </a:lnTo>
                  <a:lnTo>
                    <a:pt x="24909" y="8725"/>
                  </a:lnTo>
                  <a:lnTo>
                    <a:pt x="0" y="8725"/>
                  </a:lnTo>
                  <a:lnTo>
                    <a:pt x="0" y="0"/>
                  </a:lnTo>
                  <a:lnTo>
                    <a:pt x="59324" y="0"/>
                  </a:lnTo>
                  <a:close/>
                  <a:moveTo>
                    <a:pt x="82004" y="0"/>
                  </a:moveTo>
                  <a:lnTo>
                    <a:pt x="108695" y="55348"/>
                  </a:lnTo>
                  <a:lnTo>
                    <a:pt x="135634" y="0"/>
                  </a:lnTo>
                  <a:lnTo>
                    <a:pt x="148806" y="0"/>
                  </a:lnTo>
                  <a:lnTo>
                    <a:pt x="148806" y="67069"/>
                  </a:lnTo>
                  <a:lnTo>
                    <a:pt x="139843" y="67069"/>
                  </a:lnTo>
                  <a:lnTo>
                    <a:pt x="139843" y="10721"/>
                  </a:lnTo>
                  <a:lnTo>
                    <a:pt x="112409" y="67069"/>
                  </a:lnTo>
                  <a:lnTo>
                    <a:pt x="104685" y="67069"/>
                  </a:lnTo>
                  <a:lnTo>
                    <a:pt x="77795" y="10721"/>
                  </a:lnTo>
                  <a:lnTo>
                    <a:pt x="77795" y="67069"/>
                  </a:lnTo>
                  <a:lnTo>
                    <a:pt x="69030" y="67069"/>
                  </a:lnTo>
                  <a:lnTo>
                    <a:pt x="69030" y="0"/>
                  </a:lnTo>
                  <a:lnTo>
                    <a:pt x="82004" y="0"/>
                  </a:lnTo>
                  <a:close/>
                </a:path>
              </a:pathLst>
            </a:custGeom>
            <a:solidFill>
              <a:srgbClr val="000000"/>
            </a:solidFill>
            <a:ln w="49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>
                <a:latin typeface="Arial" panose="020B0604020202020204" pitchFamily="34" charset="0"/>
              </a:endParaRPr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C5E16126-415D-4A83-4EC2-D676B32AD2AE}"/>
                </a:ext>
              </a:extLst>
            </p:cNvPr>
            <p:cNvSpPr/>
            <p:nvPr/>
          </p:nvSpPr>
          <p:spPr>
            <a:xfrm>
              <a:off x="5383799" y="-2289229"/>
              <a:ext cx="2704120" cy="1193968"/>
            </a:xfrm>
            <a:custGeom>
              <a:avLst/>
              <a:gdLst>
                <a:gd name="connsiteX0" fmla="*/ 2274092 w 2704120"/>
                <a:gd name="connsiteY0" fmla="*/ 656839 h 1193968"/>
                <a:gd name="connsiteX1" fmla="*/ 2394573 w 2704120"/>
                <a:gd name="connsiteY1" fmla="*/ 877063 h 1193968"/>
                <a:gd name="connsiteX2" fmla="*/ 2521145 w 2704120"/>
                <a:gd name="connsiteY2" fmla="*/ 656839 h 1193968"/>
                <a:gd name="connsiteX3" fmla="*/ 2649302 w 2704120"/>
                <a:gd name="connsiteY3" fmla="*/ 656839 h 1193968"/>
                <a:gd name="connsiteX4" fmla="*/ 2452115 w 2704120"/>
                <a:gd name="connsiteY4" fmla="*/ 994464 h 1193968"/>
                <a:gd name="connsiteX5" fmla="*/ 2452115 w 2704120"/>
                <a:gd name="connsiteY5" fmla="*/ 1193969 h 1193968"/>
                <a:gd name="connsiteX6" fmla="*/ 2336982 w 2704120"/>
                <a:gd name="connsiteY6" fmla="*/ 1193969 h 1193968"/>
                <a:gd name="connsiteX7" fmla="*/ 2336982 w 2704120"/>
                <a:gd name="connsiteY7" fmla="*/ 994464 h 1193968"/>
                <a:gd name="connsiteX8" fmla="*/ 2139794 w 2704120"/>
                <a:gd name="connsiteY8" fmla="*/ 656839 h 1193968"/>
                <a:gd name="connsiteX9" fmla="*/ 2274092 w 2704120"/>
                <a:gd name="connsiteY9" fmla="*/ 656839 h 1193968"/>
                <a:gd name="connsiteX10" fmla="*/ 2125681 w 2704120"/>
                <a:gd name="connsiteY10" fmla="*/ 656839 h 1193968"/>
                <a:gd name="connsiteX11" fmla="*/ 2125681 w 2704120"/>
                <a:gd name="connsiteY11" fmla="*/ 755824 h 1193968"/>
                <a:gd name="connsiteX12" fmla="*/ 1970700 w 2704120"/>
                <a:gd name="connsiteY12" fmla="*/ 755824 h 1193968"/>
                <a:gd name="connsiteX13" fmla="*/ 1970700 w 2704120"/>
                <a:gd name="connsiteY13" fmla="*/ 1193969 h 1193968"/>
                <a:gd name="connsiteX14" fmla="*/ 1855601 w 2704120"/>
                <a:gd name="connsiteY14" fmla="*/ 1193969 h 1193968"/>
                <a:gd name="connsiteX15" fmla="*/ 1855601 w 2704120"/>
                <a:gd name="connsiteY15" fmla="*/ 755824 h 1193968"/>
                <a:gd name="connsiteX16" fmla="*/ 1700604 w 2704120"/>
                <a:gd name="connsiteY16" fmla="*/ 755824 h 1193968"/>
                <a:gd name="connsiteX17" fmla="*/ 1700604 w 2704120"/>
                <a:gd name="connsiteY17" fmla="*/ 656839 h 1193968"/>
                <a:gd name="connsiteX18" fmla="*/ 2125681 w 2704120"/>
                <a:gd name="connsiteY18" fmla="*/ 656839 h 1193968"/>
                <a:gd name="connsiteX19" fmla="*/ 1564797 w 2704120"/>
                <a:gd name="connsiteY19" fmla="*/ 656839 h 1193968"/>
                <a:gd name="connsiteX20" fmla="*/ 1449703 w 2704120"/>
                <a:gd name="connsiteY20" fmla="*/ 656839 h 1193968"/>
                <a:gd name="connsiteX21" fmla="*/ 1449703 w 2704120"/>
                <a:gd name="connsiteY21" fmla="*/ 1193969 h 1193968"/>
                <a:gd name="connsiteX22" fmla="*/ 1793538 w 2704120"/>
                <a:gd name="connsiteY22" fmla="*/ 1193969 h 1193968"/>
                <a:gd name="connsiteX23" fmla="*/ 1793538 w 2704120"/>
                <a:gd name="connsiteY23" fmla="*/ 1094984 h 1193968"/>
                <a:gd name="connsiteX24" fmla="*/ 1564797 w 2704120"/>
                <a:gd name="connsiteY24" fmla="*/ 1094984 h 1193968"/>
                <a:gd name="connsiteX25" fmla="*/ 1564797 w 2704120"/>
                <a:gd name="connsiteY25" fmla="*/ 656839 h 1193968"/>
                <a:gd name="connsiteX26" fmla="*/ 1080603 w 2704120"/>
                <a:gd name="connsiteY26" fmla="*/ 656839 h 1193968"/>
                <a:gd name="connsiteX27" fmla="*/ 1218724 w 2704120"/>
                <a:gd name="connsiteY27" fmla="*/ 656839 h 1193968"/>
                <a:gd name="connsiteX28" fmla="*/ 1413623 w 2704120"/>
                <a:gd name="connsiteY28" fmla="*/ 1193969 h 1193968"/>
                <a:gd name="connsiteX29" fmla="*/ 1290087 w 2704120"/>
                <a:gd name="connsiteY29" fmla="*/ 1193969 h 1193968"/>
                <a:gd name="connsiteX30" fmla="*/ 1248648 w 2704120"/>
                <a:gd name="connsiteY30" fmla="*/ 1076567 h 1193968"/>
                <a:gd name="connsiteX31" fmla="*/ 1044543 w 2704120"/>
                <a:gd name="connsiteY31" fmla="*/ 1076567 h 1193968"/>
                <a:gd name="connsiteX32" fmla="*/ 1003105 w 2704120"/>
                <a:gd name="connsiteY32" fmla="*/ 1193969 h 1193968"/>
                <a:gd name="connsiteX33" fmla="*/ 884169 w 2704120"/>
                <a:gd name="connsiteY33" fmla="*/ 1193969 h 1193968"/>
                <a:gd name="connsiteX34" fmla="*/ 1080603 w 2704120"/>
                <a:gd name="connsiteY34" fmla="*/ 656839 h 1193968"/>
                <a:gd name="connsiteX35" fmla="*/ 1217189 w 2704120"/>
                <a:gd name="connsiteY35" fmla="*/ 983723 h 1193968"/>
                <a:gd name="connsiteX36" fmla="*/ 1145826 w 2704120"/>
                <a:gd name="connsiteY36" fmla="*/ 779613 h 1193968"/>
                <a:gd name="connsiteX37" fmla="*/ 1075235 w 2704120"/>
                <a:gd name="connsiteY37" fmla="*/ 983723 h 1193968"/>
                <a:gd name="connsiteX38" fmla="*/ 1217189 w 2704120"/>
                <a:gd name="connsiteY38" fmla="*/ 983723 h 1193968"/>
                <a:gd name="connsiteX39" fmla="*/ 844830 w 2704120"/>
                <a:gd name="connsiteY39" fmla="*/ 656839 h 1193968"/>
                <a:gd name="connsiteX40" fmla="*/ 844830 w 2704120"/>
                <a:gd name="connsiteY40" fmla="*/ 755824 h 1193968"/>
                <a:gd name="connsiteX41" fmla="*/ 599287 w 2704120"/>
                <a:gd name="connsiteY41" fmla="*/ 755824 h 1193968"/>
                <a:gd name="connsiteX42" fmla="*/ 599287 w 2704120"/>
                <a:gd name="connsiteY42" fmla="*/ 876295 h 1193968"/>
                <a:gd name="connsiteX43" fmla="*/ 798792 w 2704120"/>
                <a:gd name="connsiteY43" fmla="*/ 876295 h 1193968"/>
                <a:gd name="connsiteX44" fmla="*/ 798792 w 2704120"/>
                <a:gd name="connsiteY44" fmla="*/ 970675 h 1193968"/>
                <a:gd name="connsiteX45" fmla="*/ 599287 w 2704120"/>
                <a:gd name="connsiteY45" fmla="*/ 970675 h 1193968"/>
                <a:gd name="connsiteX46" fmla="*/ 599287 w 2704120"/>
                <a:gd name="connsiteY46" fmla="*/ 1094984 h 1193968"/>
                <a:gd name="connsiteX47" fmla="*/ 853273 w 2704120"/>
                <a:gd name="connsiteY47" fmla="*/ 1094984 h 1193968"/>
                <a:gd name="connsiteX48" fmla="*/ 853273 w 2704120"/>
                <a:gd name="connsiteY48" fmla="*/ 1193969 h 1193968"/>
                <a:gd name="connsiteX49" fmla="*/ 484188 w 2704120"/>
                <a:gd name="connsiteY49" fmla="*/ 1193969 h 1193968"/>
                <a:gd name="connsiteX50" fmla="*/ 484188 w 2704120"/>
                <a:gd name="connsiteY50" fmla="*/ 656839 h 1193968"/>
                <a:gd name="connsiteX51" fmla="*/ 844830 w 2704120"/>
                <a:gd name="connsiteY51" fmla="*/ 656839 h 1193968"/>
                <a:gd name="connsiteX52" fmla="*/ 321898 w 2704120"/>
                <a:gd name="connsiteY52" fmla="*/ 678707 h 1193968"/>
                <a:gd name="connsiteX53" fmla="*/ 391339 w 2704120"/>
                <a:gd name="connsiteY53" fmla="*/ 741245 h 1193968"/>
                <a:gd name="connsiteX54" fmla="*/ 415891 w 2704120"/>
                <a:gd name="connsiteY54" fmla="*/ 835630 h 1193968"/>
                <a:gd name="connsiteX55" fmla="*/ 391339 w 2704120"/>
                <a:gd name="connsiteY55" fmla="*/ 926553 h 1193968"/>
                <a:gd name="connsiteX56" fmla="*/ 323814 w 2704120"/>
                <a:gd name="connsiteY56" fmla="*/ 986788 h 1193968"/>
                <a:gd name="connsiteX57" fmla="*/ 429702 w 2704120"/>
                <a:gd name="connsiteY57" fmla="*/ 1193969 h 1193968"/>
                <a:gd name="connsiteX58" fmla="*/ 302327 w 2704120"/>
                <a:gd name="connsiteY58" fmla="*/ 1193969 h 1193968"/>
                <a:gd name="connsiteX59" fmla="*/ 212548 w 2704120"/>
                <a:gd name="connsiteY59" fmla="*/ 1013648 h 1193968"/>
                <a:gd name="connsiteX60" fmla="*/ 115098 w 2704120"/>
                <a:gd name="connsiteY60" fmla="*/ 1013648 h 1193968"/>
                <a:gd name="connsiteX61" fmla="*/ 115098 w 2704120"/>
                <a:gd name="connsiteY61" fmla="*/ 1193969 h 1193968"/>
                <a:gd name="connsiteX62" fmla="*/ 0 w 2704120"/>
                <a:gd name="connsiteY62" fmla="*/ 1193969 h 1193968"/>
                <a:gd name="connsiteX63" fmla="*/ 0 w 2704120"/>
                <a:gd name="connsiteY63" fmla="*/ 656839 h 1193968"/>
                <a:gd name="connsiteX64" fmla="*/ 218689 w 2704120"/>
                <a:gd name="connsiteY64" fmla="*/ 656839 h 1193968"/>
                <a:gd name="connsiteX65" fmla="*/ 321898 w 2704120"/>
                <a:gd name="connsiteY65" fmla="*/ 678707 h 1193968"/>
                <a:gd name="connsiteX66" fmla="*/ 209483 w 2704120"/>
                <a:gd name="connsiteY66" fmla="*/ 917728 h 1193968"/>
                <a:gd name="connsiteX67" fmla="*/ 274319 w 2704120"/>
                <a:gd name="connsiteY67" fmla="*/ 895479 h 1193968"/>
                <a:gd name="connsiteX68" fmla="*/ 298495 w 2704120"/>
                <a:gd name="connsiteY68" fmla="*/ 835630 h 1193968"/>
                <a:gd name="connsiteX69" fmla="*/ 274319 w 2704120"/>
                <a:gd name="connsiteY69" fmla="*/ 775008 h 1193968"/>
                <a:gd name="connsiteX70" fmla="*/ 209483 w 2704120"/>
                <a:gd name="connsiteY70" fmla="*/ 752753 h 1193968"/>
                <a:gd name="connsiteX71" fmla="*/ 115098 w 2704120"/>
                <a:gd name="connsiteY71" fmla="*/ 752753 h 1193968"/>
                <a:gd name="connsiteX72" fmla="*/ 115098 w 2704120"/>
                <a:gd name="connsiteY72" fmla="*/ 917728 h 1193968"/>
                <a:gd name="connsiteX73" fmla="*/ 209483 w 2704120"/>
                <a:gd name="connsiteY73" fmla="*/ 917728 h 1193968"/>
                <a:gd name="connsiteX74" fmla="*/ 2475389 w 2704120"/>
                <a:gd name="connsiteY74" fmla="*/ 442750 h 1193968"/>
                <a:gd name="connsiteX75" fmla="*/ 2475389 w 2704120"/>
                <a:gd name="connsiteY75" fmla="*/ 4605 h 1193968"/>
                <a:gd name="connsiteX76" fmla="*/ 2360306 w 2704120"/>
                <a:gd name="connsiteY76" fmla="*/ 4605 h 1193968"/>
                <a:gd name="connsiteX77" fmla="*/ 2360306 w 2704120"/>
                <a:gd name="connsiteY77" fmla="*/ 541735 h 1193968"/>
                <a:gd name="connsiteX78" fmla="*/ 2704120 w 2704120"/>
                <a:gd name="connsiteY78" fmla="*/ 541735 h 1193968"/>
                <a:gd name="connsiteX79" fmla="*/ 2704120 w 2704120"/>
                <a:gd name="connsiteY79" fmla="*/ 442750 h 1193968"/>
                <a:gd name="connsiteX80" fmla="*/ 2475389 w 2704120"/>
                <a:gd name="connsiteY80" fmla="*/ 442750 h 1193968"/>
                <a:gd name="connsiteX81" fmla="*/ 1991211 w 2704120"/>
                <a:gd name="connsiteY81" fmla="*/ 4605 h 1193968"/>
                <a:gd name="connsiteX82" fmla="*/ 2129346 w 2704120"/>
                <a:gd name="connsiteY82" fmla="*/ 4605 h 1193968"/>
                <a:gd name="connsiteX83" fmla="*/ 2324255 w 2704120"/>
                <a:gd name="connsiteY83" fmla="*/ 541735 h 1193968"/>
                <a:gd name="connsiteX84" fmla="*/ 2200704 w 2704120"/>
                <a:gd name="connsiteY84" fmla="*/ 541735 h 1193968"/>
                <a:gd name="connsiteX85" fmla="*/ 2159256 w 2704120"/>
                <a:gd name="connsiteY85" fmla="*/ 424334 h 1193968"/>
                <a:gd name="connsiteX86" fmla="*/ 1955150 w 2704120"/>
                <a:gd name="connsiteY86" fmla="*/ 424334 h 1193968"/>
                <a:gd name="connsiteX87" fmla="*/ 1913712 w 2704120"/>
                <a:gd name="connsiteY87" fmla="*/ 541735 h 1193968"/>
                <a:gd name="connsiteX88" fmla="*/ 1794776 w 2704120"/>
                <a:gd name="connsiteY88" fmla="*/ 541735 h 1193968"/>
                <a:gd name="connsiteX89" fmla="*/ 1991211 w 2704120"/>
                <a:gd name="connsiteY89" fmla="*/ 4605 h 1193968"/>
                <a:gd name="connsiteX90" fmla="*/ 2127811 w 2704120"/>
                <a:gd name="connsiteY90" fmla="*/ 331485 h 1193968"/>
                <a:gd name="connsiteX91" fmla="*/ 2056453 w 2704120"/>
                <a:gd name="connsiteY91" fmla="*/ 127379 h 1193968"/>
                <a:gd name="connsiteX92" fmla="*/ 1985843 w 2704120"/>
                <a:gd name="connsiteY92" fmla="*/ 331485 h 1193968"/>
                <a:gd name="connsiteX93" fmla="*/ 2127811 w 2704120"/>
                <a:gd name="connsiteY93" fmla="*/ 331485 h 1193968"/>
                <a:gd name="connsiteX94" fmla="*/ 1862306 w 2704120"/>
                <a:gd name="connsiteY94" fmla="*/ 4605 h 1193968"/>
                <a:gd name="connsiteX95" fmla="*/ 1862306 w 2704120"/>
                <a:gd name="connsiteY95" fmla="*/ 103590 h 1193968"/>
                <a:gd name="connsiteX96" fmla="*/ 1707305 w 2704120"/>
                <a:gd name="connsiteY96" fmla="*/ 103590 h 1193968"/>
                <a:gd name="connsiteX97" fmla="*/ 1707305 w 2704120"/>
                <a:gd name="connsiteY97" fmla="*/ 541735 h 1193968"/>
                <a:gd name="connsiteX98" fmla="*/ 1592206 w 2704120"/>
                <a:gd name="connsiteY98" fmla="*/ 541735 h 1193968"/>
                <a:gd name="connsiteX99" fmla="*/ 1592206 w 2704120"/>
                <a:gd name="connsiteY99" fmla="*/ 103590 h 1193968"/>
                <a:gd name="connsiteX100" fmla="*/ 1437204 w 2704120"/>
                <a:gd name="connsiteY100" fmla="*/ 103590 h 1193968"/>
                <a:gd name="connsiteX101" fmla="*/ 1437204 w 2704120"/>
                <a:gd name="connsiteY101" fmla="*/ 4605 h 1193968"/>
                <a:gd name="connsiteX102" fmla="*/ 1862306 w 2704120"/>
                <a:gd name="connsiteY102" fmla="*/ 4605 h 1193968"/>
                <a:gd name="connsiteX103" fmla="*/ 1390393 w 2704120"/>
                <a:gd name="connsiteY103" fmla="*/ 4605 h 1193968"/>
                <a:gd name="connsiteX104" fmla="*/ 1390393 w 2704120"/>
                <a:gd name="connsiteY104" fmla="*/ 541735 h 1193968"/>
                <a:gd name="connsiteX105" fmla="*/ 1275300 w 2704120"/>
                <a:gd name="connsiteY105" fmla="*/ 541735 h 1193968"/>
                <a:gd name="connsiteX106" fmla="*/ 1275300 w 2704120"/>
                <a:gd name="connsiteY106" fmla="*/ 4605 h 1193968"/>
                <a:gd name="connsiteX107" fmla="*/ 1390393 w 2704120"/>
                <a:gd name="connsiteY107" fmla="*/ 4605 h 1193968"/>
                <a:gd name="connsiteX108" fmla="*/ 817590 w 2704120"/>
                <a:gd name="connsiteY108" fmla="*/ 33763 h 1193968"/>
                <a:gd name="connsiteX109" fmla="*/ 959161 w 2704120"/>
                <a:gd name="connsiteY109" fmla="*/ 0 h 1193968"/>
                <a:gd name="connsiteX110" fmla="*/ 1073488 w 2704120"/>
                <a:gd name="connsiteY110" fmla="*/ 24557 h 1193968"/>
                <a:gd name="connsiteX111" fmla="*/ 1155210 w 2704120"/>
                <a:gd name="connsiteY111" fmla="*/ 93617 h 1193968"/>
                <a:gd name="connsiteX112" fmla="*/ 1193191 w 2704120"/>
                <a:gd name="connsiteY112" fmla="*/ 195672 h 1193968"/>
                <a:gd name="connsiteX113" fmla="*/ 1079628 w 2704120"/>
                <a:gd name="connsiteY113" fmla="*/ 195672 h 1193968"/>
                <a:gd name="connsiteX114" fmla="*/ 1036655 w 2704120"/>
                <a:gd name="connsiteY114" fmla="*/ 123923 h 1193968"/>
                <a:gd name="connsiteX115" fmla="*/ 956086 w 2704120"/>
                <a:gd name="connsiteY115" fmla="*/ 97455 h 1193968"/>
                <a:gd name="connsiteX116" fmla="*/ 878588 w 2704120"/>
                <a:gd name="connsiteY116" fmla="*/ 119704 h 1193968"/>
                <a:gd name="connsiteX117" fmla="*/ 827944 w 2704120"/>
                <a:gd name="connsiteY117" fmla="*/ 181856 h 1193968"/>
                <a:gd name="connsiteX118" fmla="*/ 810295 w 2704120"/>
                <a:gd name="connsiteY118" fmla="*/ 273170 h 1193968"/>
                <a:gd name="connsiteX119" fmla="*/ 849044 w 2704120"/>
                <a:gd name="connsiteY119" fmla="*/ 400545 h 1193968"/>
                <a:gd name="connsiteX120" fmla="*/ 956086 w 2704120"/>
                <a:gd name="connsiteY120" fmla="*/ 448886 h 1193968"/>
                <a:gd name="connsiteX121" fmla="*/ 1044330 w 2704120"/>
                <a:gd name="connsiteY121" fmla="*/ 421650 h 1193968"/>
                <a:gd name="connsiteX122" fmla="*/ 1090374 w 2704120"/>
                <a:gd name="connsiteY122" fmla="*/ 341463 h 1193968"/>
                <a:gd name="connsiteX123" fmla="*/ 1090374 w 2704120"/>
                <a:gd name="connsiteY123" fmla="*/ 334555 h 1193968"/>
                <a:gd name="connsiteX124" fmla="*/ 956854 w 2704120"/>
                <a:gd name="connsiteY124" fmla="*/ 334555 h 1193968"/>
                <a:gd name="connsiteX125" fmla="*/ 956854 w 2704120"/>
                <a:gd name="connsiteY125" fmla="*/ 243246 h 1193968"/>
                <a:gd name="connsiteX126" fmla="*/ 1197029 w 2704120"/>
                <a:gd name="connsiteY126" fmla="*/ 243246 h 1193968"/>
                <a:gd name="connsiteX127" fmla="*/ 1197029 w 2704120"/>
                <a:gd name="connsiteY127" fmla="*/ 541735 h 1193968"/>
                <a:gd name="connsiteX128" fmla="*/ 1117228 w 2704120"/>
                <a:gd name="connsiteY128" fmla="*/ 541735 h 1193968"/>
                <a:gd name="connsiteX129" fmla="*/ 1104947 w 2704120"/>
                <a:gd name="connsiteY129" fmla="*/ 474978 h 1193968"/>
                <a:gd name="connsiteX130" fmla="*/ 1041265 w 2704120"/>
                <a:gd name="connsiteY130" fmla="*/ 526389 h 1193968"/>
                <a:gd name="connsiteX131" fmla="*/ 948416 w 2704120"/>
                <a:gd name="connsiteY131" fmla="*/ 546341 h 1193968"/>
                <a:gd name="connsiteX132" fmla="*/ 814514 w 2704120"/>
                <a:gd name="connsiteY132" fmla="*/ 512578 h 1193968"/>
                <a:gd name="connsiteX133" fmla="*/ 724740 w 2704120"/>
                <a:gd name="connsiteY133" fmla="*/ 416663 h 1193968"/>
                <a:gd name="connsiteX134" fmla="*/ 692899 w 2704120"/>
                <a:gd name="connsiteY134" fmla="*/ 273170 h 1193968"/>
                <a:gd name="connsiteX135" fmla="*/ 725126 w 2704120"/>
                <a:gd name="connsiteY135" fmla="*/ 129296 h 1193968"/>
                <a:gd name="connsiteX136" fmla="*/ 817590 w 2704120"/>
                <a:gd name="connsiteY136" fmla="*/ 33763 h 1193968"/>
                <a:gd name="connsiteX137" fmla="*/ 633044 w 2704120"/>
                <a:gd name="connsiteY137" fmla="*/ 4605 h 1193968"/>
                <a:gd name="connsiteX138" fmla="*/ 633044 w 2704120"/>
                <a:gd name="connsiteY138" fmla="*/ 541735 h 1193968"/>
                <a:gd name="connsiteX139" fmla="*/ 517946 w 2704120"/>
                <a:gd name="connsiteY139" fmla="*/ 541735 h 1193968"/>
                <a:gd name="connsiteX140" fmla="*/ 517946 w 2704120"/>
                <a:gd name="connsiteY140" fmla="*/ 4605 h 1193968"/>
                <a:gd name="connsiteX141" fmla="*/ 633044 w 2704120"/>
                <a:gd name="connsiteY141" fmla="*/ 4605 h 1193968"/>
                <a:gd name="connsiteX142" fmla="*/ 186466 w 2704120"/>
                <a:gd name="connsiteY142" fmla="*/ 4605 h 1193968"/>
                <a:gd name="connsiteX143" fmla="*/ 328806 w 2704120"/>
                <a:gd name="connsiteY143" fmla="*/ 38754 h 1193968"/>
                <a:gd name="connsiteX144" fmla="*/ 423948 w 2704120"/>
                <a:gd name="connsiteY144" fmla="*/ 133901 h 1193968"/>
                <a:gd name="connsiteX145" fmla="*/ 457329 w 2704120"/>
                <a:gd name="connsiteY145" fmla="*/ 273170 h 1193968"/>
                <a:gd name="connsiteX146" fmla="*/ 423948 w 2704120"/>
                <a:gd name="connsiteY146" fmla="*/ 412439 h 1193968"/>
                <a:gd name="connsiteX147" fmla="*/ 328806 w 2704120"/>
                <a:gd name="connsiteY147" fmla="*/ 507586 h 1193968"/>
                <a:gd name="connsiteX148" fmla="*/ 186466 w 2704120"/>
                <a:gd name="connsiteY148" fmla="*/ 541735 h 1193968"/>
                <a:gd name="connsiteX149" fmla="*/ 0 w 2704120"/>
                <a:gd name="connsiteY149" fmla="*/ 541735 h 1193968"/>
                <a:gd name="connsiteX150" fmla="*/ 0 w 2704120"/>
                <a:gd name="connsiteY150" fmla="*/ 4605 h 1193968"/>
                <a:gd name="connsiteX151" fmla="*/ 186466 w 2704120"/>
                <a:gd name="connsiteY151" fmla="*/ 4605 h 1193968"/>
                <a:gd name="connsiteX152" fmla="*/ 299644 w 2704120"/>
                <a:gd name="connsiteY152" fmla="*/ 398628 h 1193968"/>
                <a:gd name="connsiteX153" fmla="*/ 339928 w 2704120"/>
                <a:gd name="connsiteY153" fmla="*/ 273170 h 1193968"/>
                <a:gd name="connsiteX154" fmla="*/ 299644 w 2704120"/>
                <a:gd name="connsiteY154" fmla="*/ 147712 h 1193968"/>
                <a:gd name="connsiteX155" fmla="*/ 186466 w 2704120"/>
                <a:gd name="connsiteY155" fmla="*/ 100520 h 1193968"/>
                <a:gd name="connsiteX156" fmla="*/ 115098 w 2704120"/>
                <a:gd name="connsiteY156" fmla="*/ 100520 h 1193968"/>
                <a:gd name="connsiteX157" fmla="*/ 115098 w 2704120"/>
                <a:gd name="connsiteY157" fmla="*/ 445816 h 1193968"/>
                <a:gd name="connsiteX158" fmla="*/ 186466 w 2704120"/>
                <a:gd name="connsiteY158" fmla="*/ 445816 h 1193968"/>
                <a:gd name="connsiteX159" fmla="*/ 299644 w 2704120"/>
                <a:gd name="connsiteY159" fmla="*/ 398628 h 1193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</a:cxnLst>
              <a:rect l="l" t="t" r="r" b="b"/>
              <a:pathLst>
                <a:path w="2704120" h="1193968">
                  <a:moveTo>
                    <a:pt x="2274092" y="656839"/>
                  </a:moveTo>
                  <a:lnTo>
                    <a:pt x="2394573" y="877063"/>
                  </a:lnTo>
                  <a:lnTo>
                    <a:pt x="2521145" y="656839"/>
                  </a:lnTo>
                  <a:lnTo>
                    <a:pt x="2649302" y="656839"/>
                  </a:lnTo>
                  <a:lnTo>
                    <a:pt x="2452115" y="994464"/>
                  </a:lnTo>
                  <a:lnTo>
                    <a:pt x="2452115" y="1193969"/>
                  </a:lnTo>
                  <a:lnTo>
                    <a:pt x="2336982" y="1193969"/>
                  </a:lnTo>
                  <a:lnTo>
                    <a:pt x="2336982" y="994464"/>
                  </a:lnTo>
                  <a:lnTo>
                    <a:pt x="2139794" y="656839"/>
                  </a:lnTo>
                  <a:lnTo>
                    <a:pt x="2274092" y="656839"/>
                  </a:lnTo>
                  <a:close/>
                  <a:moveTo>
                    <a:pt x="2125681" y="656839"/>
                  </a:moveTo>
                  <a:lnTo>
                    <a:pt x="2125681" y="755824"/>
                  </a:lnTo>
                  <a:lnTo>
                    <a:pt x="1970700" y="755824"/>
                  </a:lnTo>
                  <a:lnTo>
                    <a:pt x="1970700" y="1193969"/>
                  </a:lnTo>
                  <a:lnTo>
                    <a:pt x="1855601" y="1193969"/>
                  </a:lnTo>
                  <a:lnTo>
                    <a:pt x="1855601" y="755824"/>
                  </a:lnTo>
                  <a:lnTo>
                    <a:pt x="1700604" y="755824"/>
                  </a:lnTo>
                  <a:lnTo>
                    <a:pt x="1700604" y="656839"/>
                  </a:lnTo>
                  <a:lnTo>
                    <a:pt x="2125681" y="656839"/>
                  </a:lnTo>
                  <a:close/>
                  <a:moveTo>
                    <a:pt x="1564797" y="656839"/>
                  </a:moveTo>
                  <a:lnTo>
                    <a:pt x="1449703" y="656839"/>
                  </a:lnTo>
                  <a:lnTo>
                    <a:pt x="1449703" y="1193969"/>
                  </a:lnTo>
                  <a:lnTo>
                    <a:pt x="1793538" y="1193969"/>
                  </a:lnTo>
                  <a:lnTo>
                    <a:pt x="1793538" y="1094984"/>
                  </a:lnTo>
                  <a:lnTo>
                    <a:pt x="1564797" y="1094984"/>
                  </a:lnTo>
                  <a:lnTo>
                    <a:pt x="1564797" y="656839"/>
                  </a:lnTo>
                  <a:close/>
                  <a:moveTo>
                    <a:pt x="1080603" y="656839"/>
                  </a:moveTo>
                  <a:lnTo>
                    <a:pt x="1218724" y="656839"/>
                  </a:lnTo>
                  <a:lnTo>
                    <a:pt x="1413623" y="1193969"/>
                  </a:lnTo>
                  <a:lnTo>
                    <a:pt x="1290087" y="1193969"/>
                  </a:lnTo>
                  <a:lnTo>
                    <a:pt x="1248648" y="1076567"/>
                  </a:lnTo>
                  <a:lnTo>
                    <a:pt x="1044543" y="1076567"/>
                  </a:lnTo>
                  <a:lnTo>
                    <a:pt x="1003105" y="1193969"/>
                  </a:lnTo>
                  <a:lnTo>
                    <a:pt x="884169" y="1193969"/>
                  </a:lnTo>
                  <a:lnTo>
                    <a:pt x="1080603" y="656839"/>
                  </a:lnTo>
                  <a:close/>
                  <a:moveTo>
                    <a:pt x="1217189" y="983723"/>
                  </a:moveTo>
                  <a:lnTo>
                    <a:pt x="1145826" y="779613"/>
                  </a:lnTo>
                  <a:lnTo>
                    <a:pt x="1075235" y="983723"/>
                  </a:lnTo>
                  <a:lnTo>
                    <a:pt x="1217189" y="983723"/>
                  </a:lnTo>
                  <a:close/>
                  <a:moveTo>
                    <a:pt x="844830" y="656839"/>
                  </a:moveTo>
                  <a:lnTo>
                    <a:pt x="844830" y="755824"/>
                  </a:lnTo>
                  <a:lnTo>
                    <a:pt x="599287" y="755824"/>
                  </a:lnTo>
                  <a:lnTo>
                    <a:pt x="599287" y="876295"/>
                  </a:lnTo>
                  <a:lnTo>
                    <a:pt x="798792" y="876295"/>
                  </a:lnTo>
                  <a:lnTo>
                    <a:pt x="798792" y="970675"/>
                  </a:lnTo>
                  <a:lnTo>
                    <a:pt x="599287" y="970675"/>
                  </a:lnTo>
                  <a:lnTo>
                    <a:pt x="599287" y="1094984"/>
                  </a:lnTo>
                  <a:lnTo>
                    <a:pt x="853273" y="1094984"/>
                  </a:lnTo>
                  <a:lnTo>
                    <a:pt x="853273" y="1193969"/>
                  </a:lnTo>
                  <a:lnTo>
                    <a:pt x="484188" y="1193969"/>
                  </a:lnTo>
                  <a:lnTo>
                    <a:pt x="484188" y="656839"/>
                  </a:lnTo>
                  <a:lnTo>
                    <a:pt x="844830" y="656839"/>
                  </a:lnTo>
                  <a:close/>
                  <a:moveTo>
                    <a:pt x="321898" y="678707"/>
                  </a:moveTo>
                  <a:cubicBezTo>
                    <a:pt x="351822" y="693290"/>
                    <a:pt x="374968" y="714133"/>
                    <a:pt x="391339" y="741245"/>
                  </a:cubicBezTo>
                  <a:cubicBezTo>
                    <a:pt x="407710" y="768357"/>
                    <a:pt x="415891" y="799817"/>
                    <a:pt x="415891" y="835630"/>
                  </a:cubicBezTo>
                  <a:cubicBezTo>
                    <a:pt x="415891" y="869897"/>
                    <a:pt x="407710" y="900208"/>
                    <a:pt x="391339" y="926553"/>
                  </a:cubicBezTo>
                  <a:cubicBezTo>
                    <a:pt x="374968" y="952902"/>
                    <a:pt x="352461" y="972977"/>
                    <a:pt x="323814" y="986788"/>
                  </a:cubicBezTo>
                  <a:lnTo>
                    <a:pt x="429702" y="1193969"/>
                  </a:lnTo>
                  <a:lnTo>
                    <a:pt x="302327" y="1193969"/>
                  </a:lnTo>
                  <a:lnTo>
                    <a:pt x="212548" y="1013648"/>
                  </a:lnTo>
                  <a:lnTo>
                    <a:pt x="115098" y="1013648"/>
                  </a:lnTo>
                  <a:lnTo>
                    <a:pt x="115098" y="1193969"/>
                  </a:lnTo>
                  <a:lnTo>
                    <a:pt x="0" y="1193969"/>
                  </a:lnTo>
                  <a:lnTo>
                    <a:pt x="0" y="656839"/>
                  </a:lnTo>
                  <a:lnTo>
                    <a:pt x="218689" y="656839"/>
                  </a:lnTo>
                  <a:cubicBezTo>
                    <a:pt x="257567" y="656839"/>
                    <a:pt x="291973" y="664128"/>
                    <a:pt x="321898" y="678707"/>
                  </a:cubicBezTo>
                  <a:close/>
                  <a:moveTo>
                    <a:pt x="209483" y="917728"/>
                  </a:moveTo>
                  <a:cubicBezTo>
                    <a:pt x="236595" y="917728"/>
                    <a:pt x="258206" y="910315"/>
                    <a:pt x="274319" y="895479"/>
                  </a:cubicBezTo>
                  <a:cubicBezTo>
                    <a:pt x="290438" y="880643"/>
                    <a:pt x="298495" y="860691"/>
                    <a:pt x="298495" y="835630"/>
                  </a:cubicBezTo>
                  <a:cubicBezTo>
                    <a:pt x="298495" y="810048"/>
                    <a:pt x="290438" y="789844"/>
                    <a:pt x="274319" y="775008"/>
                  </a:cubicBezTo>
                  <a:cubicBezTo>
                    <a:pt x="258206" y="760172"/>
                    <a:pt x="236595" y="752753"/>
                    <a:pt x="209483" y="752753"/>
                  </a:cubicBezTo>
                  <a:lnTo>
                    <a:pt x="115098" y="752753"/>
                  </a:lnTo>
                  <a:lnTo>
                    <a:pt x="115098" y="917728"/>
                  </a:lnTo>
                  <a:lnTo>
                    <a:pt x="209483" y="917728"/>
                  </a:lnTo>
                  <a:close/>
                  <a:moveTo>
                    <a:pt x="2475389" y="442750"/>
                  </a:moveTo>
                  <a:lnTo>
                    <a:pt x="2475389" y="4605"/>
                  </a:lnTo>
                  <a:lnTo>
                    <a:pt x="2360306" y="4605"/>
                  </a:lnTo>
                  <a:lnTo>
                    <a:pt x="2360306" y="541735"/>
                  </a:lnTo>
                  <a:lnTo>
                    <a:pt x="2704120" y="541735"/>
                  </a:lnTo>
                  <a:lnTo>
                    <a:pt x="2704120" y="442750"/>
                  </a:lnTo>
                  <a:lnTo>
                    <a:pt x="2475389" y="442750"/>
                  </a:lnTo>
                  <a:close/>
                  <a:moveTo>
                    <a:pt x="1991211" y="4605"/>
                  </a:moveTo>
                  <a:lnTo>
                    <a:pt x="2129346" y="4605"/>
                  </a:lnTo>
                  <a:lnTo>
                    <a:pt x="2324255" y="541735"/>
                  </a:lnTo>
                  <a:lnTo>
                    <a:pt x="2200704" y="541735"/>
                  </a:lnTo>
                  <a:lnTo>
                    <a:pt x="2159256" y="424334"/>
                  </a:lnTo>
                  <a:lnTo>
                    <a:pt x="1955150" y="424334"/>
                  </a:lnTo>
                  <a:lnTo>
                    <a:pt x="1913712" y="541735"/>
                  </a:lnTo>
                  <a:lnTo>
                    <a:pt x="1794776" y="541735"/>
                  </a:lnTo>
                  <a:lnTo>
                    <a:pt x="1991211" y="4605"/>
                  </a:lnTo>
                  <a:close/>
                  <a:moveTo>
                    <a:pt x="2127811" y="331485"/>
                  </a:moveTo>
                  <a:lnTo>
                    <a:pt x="2056453" y="127379"/>
                  </a:lnTo>
                  <a:lnTo>
                    <a:pt x="1985843" y="331485"/>
                  </a:lnTo>
                  <a:lnTo>
                    <a:pt x="2127811" y="331485"/>
                  </a:lnTo>
                  <a:close/>
                  <a:moveTo>
                    <a:pt x="1862306" y="4605"/>
                  </a:moveTo>
                  <a:lnTo>
                    <a:pt x="1862306" y="103590"/>
                  </a:lnTo>
                  <a:lnTo>
                    <a:pt x="1707305" y="103590"/>
                  </a:lnTo>
                  <a:lnTo>
                    <a:pt x="1707305" y="541735"/>
                  </a:lnTo>
                  <a:lnTo>
                    <a:pt x="1592206" y="541735"/>
                  </a:lnTo>
                  <a:lnTo>
                    <a:pt x="1592206" y="103590"/>
                  </a:lnTo>
                  <a:lnTo>
                    <a:pt x="1437204" y="103590"/>
                  </a:lnTo>
                  <a:lnTo>
                    <a:pt x="1437204" y="4605"/>
                  </a:lnTo>
                  <a:lnTo>
                    <a:pt x="1862306" y="4605"/>
                  </a:lnTo>
                  <a:close/>
                  <a:moveTo>
                    <a:pt x="1390393" y="4605"/>
                  </a:moveTo>
                  <a:lnTo>
                    <a:pt x="1390393" y="541735"/>
                  </a:lnTo>
                  <a:lnTo>
                    <a:pt x="1275300" y="541735"/>
                  </a:lnTo>
                  <a:lnTo>
                    <a:pt x="1275300" y="4605"/>
                  </a:lnTo>
                  <a:lnTo>
                    <a:pt x="1390393" y="4605"/>
                  </a:lnTo>
                  <a:close/>
                  <a:moveTo>
                    <a:pt x="817590" y="33763"/>
                  </a:moveTo>
                  <a:cubicBezTo>
                    <a:pt x="857740" y="11256"/>
                    <a:pt x="904932" y="0"/>
                    <a:pt x="959161" y="0"/>
                  </a:cubicBezTo>
                  <a:cubicBezTo>
                    <a:pt x="1001620" y="0"/>
                    <a:pt x="1039730" y="8186"/>
                    <a:pt x="1073488" y="24557"/>
                  </a:cubicBezTo>
                  <a:cubicBezTo>
                    <a:pt x="1107255" y="40923"/>
                    <a:pt x="1134491" y="63945"/>
                    <a:pt x="1155210" y="93617"/>
                  </a:cubicBezTo>
                  <a:cubicBezTo>
                    <a:pt x="1175929" y="123284"/>
                    <a:pt x="1188591" y="157304"/>
                    <a:pt x="1193191" y="195672"/>
                  </a:cubicBezTo>
                  <a:lnTo>
                    <a:pt x="1079628" y="195672"/>
                  </a:lnTo>
                  <a:cubicBezTo>
                    <a:pt x="1072462" y="165485"/>
                    <a:pt x="1058146" y="141572"/>
                    <a:pt x="1036655" y="123923"/>
                  </a:cubicBezTo>
                  <a:cubicBezTo>
                    <a:pt x="1015173" y="106274"/>
                    <a:pt x="988318" y="97455"/>
                    <a:pt x="956086" y="97455"/>
                  </a:cubicBezTo>
                  <a:cubicBezTo>
                    <a:pt x="926419" y="97455"/>
                    <a:pt x="900585" y="104868"/>
                    <a:pt x="878588" y="119704"/>
                  </a:cubicBezTo>
                  <a:cubicBezTo>
                    <a:pt x="856591" y="134540"/>
                    <a:pt x="839710" y="155259"/>
                    <a:pt x="827944" y="181856"/>
                  </a:cubicBezTo>
                  <a:cubicBezTo>
                    <a:pt x="816178" y="208458"/>
                    <a:pt x="810295" y="238898"/>
                    <a:pt x="810295" y="273170"/>
                  </a:cubicBezTo>
                  <a:cubicBezTo>
                    <a:pt x="810295" y="325859"/>
                    <a:pt x="823215" y="368317"/>
                    <a:pt x="849044" y="400545"/>
                  </a:cubicBezTo>
                  <a:cubicBezTo>
                    <a:pt x="874879" y="432772"/>
                    <a:pt x="910563" y="448886"/>
                    <a:pt x="956086" y="448886"/>
                  </a:cubicBezTo>
                  <a:cubicBezTo>
                    <a:pt x="989339" y="448886"/>
                    <a:pt x="1018753" y="439809"/>
                    <a:pt x="1044330" y="421650"/>
                  </a:cubicBezTo>
                  <a:cubicBezTo>
                    <a:pt x="1069912" y="403486"/>
                    <a:pt x="1085253" y="376756"/>
                    <a:pt x="1090374" y="341463"/>
                  </a:cubicBezTo>
                  <a:lnTo>
                    <a:pt x="1090374" y="334555"/>
                  </a:lnTo>
                  <a:lnTo>
                    <a:pt x="956854" y="334555"/>
                  </a:lnTo>
                  <a:lnTo>
                    <a:pt x="956854" y="243246"/>
                  </a:lnTo>
                  <a:lnTo>
                    <a:pt x="1197029" y="243246"/>
                  </a:lnTo>
                  <a:lnTo>
                    <a:pt x="1197029" y="541735"/>
                  </a:lnTo>
                  <a:lnTo>
                    <a:pt x="1117228" y="541735"/>
                  </a:lnTo>
                  <a:lnTo>
                    <a:pt x="1104947" y="474978"/>
                  </a:lnTo>
                  <a:cubicBezTo>
                    <a:pt x="1089096" y="495949"/>
                    <a:pt x="1067862" y="513088"/>
                    <a:pt x="1041265" y="526389"/>
                  </a:cubicBezTo>
                  <a:cubicBezTo>
                    <a:pt x="1014663" y="539690"/>
                    <a:pt x="983713" y="546341"/>
                    <a:pt x="948416" y="546341"/>
                  </a:cubicBezTo>
                  <a:cubicBezTo>
                    <a:pt x="897772" y="546341"/>
                    <a:pt x="853140" y="535085"/>
                    <a:pt x="814514" y="512578"/>
                  </a:cubicBezTo>
                  <a:cubicBezTo>
                    <a:pt x="775894" y="490066"/>
                    <a:pt x="745969" y="458097"/>
                    <a:pt x="724740" y="416663"/>
                  </a:cubicBezTo>
                  <a:cubicBezTo>
                    <a:pt x="703511" y="375225"/>
                    <a:pt x="692899" y="327394"/>
                    <a:pt x="692899" y="273170"/>
                  </a:cubicBezTo>
                  <a:cubicBezTo>
                    <a:pt x="692899" y="218436"/>
                    <a:pt x="703640" y="170476"/>
                    <a:pt x="725126" y="129296"/>
                  </a:cubicBezTo>
                  <a:cubicBezTo>
                    <a:pt x="746608" y="88115"/>
                    <a:pt x="777429" y="56269"/>
                    <a:pt x="817590" y="33763"/>
                  </a:cubicBezTo>
                  <a:close/>
                  <a:moveTo>
                    <a:pt x="633044" y="4605"/>
                  </a:moveTo>
                  <a:lnTo>
                    <a:pt x="633044" y="541735"/>
                  </a:lnTo>
                  <a:lnTo>
                    <a:pt x="517946" y="541735"/>
                  </a:lnTo>
                  <a:lnTo>
                    <a:pt x="517946" y="4605"/>
                  </a:lnTo>
                  <a:lnTo>
                    <a:pt x="633044" y="4605"/>
                  </a:lnTo>
                  <a:close/>
                  <a:moveTo>
                    <a:pt x="186466" y="4605"/>
                  </a:moveTo>
                  <a:cubicBezTo>
                    <a:pt x="240175" y="4605"/>
                    <a:pt x="287620" y="15985"/>
                    <a:pt x="328806" y="38754"/>
                  </a:cubicBezTo>
                  <a:cubicBezTo>
                    <a:pt x="369981" y="61513"/>
                    <a:pt x="401699" y="93231"/>
                    <a:pt x="423948" y="133901"/>
                  </a:cubicBezTo>
                  <a:cubicBezTo>
                    <a:pt x="446207" y="174567"/>
                    <a:pt x="457329" y="220991"/>
                    <a:pt x="457329" y="273170"/>
                  </a:cubicBezTo>
                  <a:cubicBezTo>
                    <a:pt x="457329" y="325349"/>
                    <a:pt x="446207" y="371769"/>
                    <a:pt x="423948" y="412439"/>
                  </a:cubicBezTo>
                  <a:cubicBezTo>
                    <a:pt x="401699" y="453110"/>
                    <a:pt x="369981" y="484822"/>
                    <a:pt x="328806" y="507586"/>
                  </a:cubicBezTo>
                  <a:cubicBezTo>
                    <a:pt x="287620" y="530351"/>
                    <a:pt x="240175" y="541735"/>
                    <a:pt x="186466" y="541735"/>
                  </a:cubicBezTo>
                  <a:lnTo>
                    <a:pt x="0" y="541735"/>
                  </a:lnTo>
                  <a:lnTo>
                    <a:pt x="0" y="4605"/>
                  </a:lnTo>
                  <a:lnTo>
                    <a:pt x="186466" y="4605"/>
                  </a:lnTo>
                  <a:close/>
                  <a:moveTo>
                    <a:pt x="299644" y="398628"/>
                  </a:moveTo>
                  <a:cubicBezTo>
                    <a:pt x="326498" y="367169"/>
                    <a:pt x="339928" y="325349"/>
                    <a:pt x="339928" y="273170"/>
                  </a:cubicBezTo>
                  <a:cubicBezTo>
                    <a:pt x="339928" y="220991"/>
                    <a:pt x="326498" y="179172"/>
                    <a:pt x="299644" y="147712"/>
                  </a:cubicBezTo>
                  <a:cubicBezTo>
                    <a:pt x="272789" y="116252"/>
                    <a:pt x="235060" y="100520"/>
                    <a:pt x="186466" y="100520"/>
                  </a:cubicBezTo>
                  <a:lnTo>
                    <a:pt x="115098" y="100520"/>
                  </a:lnTo>
                  <a:lnTo>
                    <a:pt x="115098" y="445816"/>
                  </a:lnTo>
                  <a:lnTo>
                    <a:pt x="186466" y="445816"/>
                  </a:lnTo>
                  <a:cubicBezTo>
                    <a:pt x="235060" y="445816"/>
                    <a:pt x="272789" y="430088"/>
                    <a:pt x="299644" y="398628"/>
                  </a:cubicBezTo>
                  <a:close/>
                </a:path>
              </a:pathLst>
            </a:custGeom>
            <a:solidFill>
              <a:srgbClr val="000000"/>
            </a:solidFill>
            <a:ln w="49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>
                <a:latin typeface="Arial" panose="020B0604020202020204" pitchFamily="34" charset="0"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AAD6331C-9C16-129E-F1A5-B5CF5D172AFC}"/>
                </a:ext>
              </a:extLst>
            </p:cNvPr>
            <p:cNvSpPr/>
            <p:nvPr/>
          </p:nvSpPr>
          <p:spPr>
            <a:xfrm>
              <a:off x="3043994" y="-2581296"/>
              <a:ext cx="1782707" cy="1782707"/>
            </a:xfrm>
            <a:custGeom>
              <a:avLst/>
              <a:gdLst>
                <a:gd name="connsiteX0" fmla="*/ 1188472 w 1782707"/>
                <a:gd name="connsiteY0" fmla="*/ 1782708 h 1782707"/>
                <a:gd name="connsiteX1" fmla="*/ 1188472 w 1782707"/>
                <a:gd name="connsiteY1" fmla="*/ 1559870 h 1782707"/>
                <a:gd name="connsiteX2" fmla="*/ 1559870 w 1782707"/>
                <a:gd name="connsiteY2" fmla="*/ 1188472 h 1782707"/>
                <a:gd name="connsiteX3" fmla="*/ 1782708 w 1782707"/>
                <a:gd name="connsiteY3" fmla="*/ 1188472 h 1782707"/>
                <a:gd name="connsiteX4" fmla="*/ 1188472 w 1782707"/>
                <a:gd name="connsiteY4" fmla="*/ 1782708 h 1782707"/>
                <a:gd name="connsiteX5" fmla="*/ 1188472 w 1782707"/>
                <a:gd name="connsiteY5" fmla="*/ 0 h 1782707"/>
                <a:gd name="connsiteX6" fmla="*/ 1188472 w 1782707"/>
                <a:gd name="connsiteY6" fmla="*/ 222839 h 1782707"/>
                <a:gd name="connsiteX7" fmla="*/ 1559870 w 1782707"/>
                <a:gd name="connsiteY7" fmla="*/ 594236 h 1782707"/>
                <a:gd name="connsiteX8" fmla="*/ 1782708 w 1782707"/>
                <a:gd name="connsiteY8" fmla="*/ 594236 h 1782707"/>
                <a:gd name="connsiteX9" fmla="*/ 1188472 w 1782707"/>
                <a:gd name="connsiteY9" fmla="*/ 0 h 1782707"/>
                <a:gd name="connsiteX10" fmla="*/ 594236 w 1782707"/>
                <a:gd name="connsiteY10" fmla="*/ 1559870 h 1782707"/>
                <a:gd name="connsiteX11" fmla="*/ 222839 w 1782707"/>
                <a:gd name="connsiteY11" fmla="*/ 1559870 h 1782707"/>
                <a:gd name="connsiteX12" fmla="*/ 222839 w 1782707"/>
                <a:gd name="connsiteY12" fmla="*/ 1188472 h 1782707"/>
                <a:gd name="connsiteX13" fmla="*/ 0 w 1782707"/>
                <a:gd name="connsiteY13" fmla="*/ 1188472 h 1782707"/>
                <a:gd name="connsiteX14" fmla="*/ 0 w 1782707"/>
                <a:gd name="connsiteY14" fmla="*/ 1782708 h 1782707"/>
                <a:gd name="connsiteX15" fmla="*/ 594236 w 1782707"/>
                <a:gd name="connsiteY15" fmla="*/ 1782708 h 1782707"/>
                <a:gd name="connsiteX16" fmla="*/ 594236 w 1782707"/>
                <a:gd name="connsiteY16" fmla="*/ 1559870 h 1782707"/>
                <a:gd name="connsiteX17" fmla="*/ 222839 w 1782707"/>
                <a:gd name="connsiteY17" fmla="*/ 222839 h 1782707"/>
                <a:gd name="connsiteX18" fmla="*/ 594236 w 1782707"/>
                <a:gd name="connsiteY18" fmla="*/ 222839 h 1782707"/>
                <a:gd name="connsiteX19" fmla="*/ 594236 w 1782707"/>
                <a:gd name="connsiteY19" fmla="*/ 0 h 1782707"/>
                <a:gd name="connsiteX20" fmla="*/ 0 w 1782707"/>
                <a:gd name="connsiteY20" fmla="*/ 0 h 1782707"/>
                <a:gd name="connsiteX21" fmla="*/ 0 w 1782707"/>
                <a:gd name="connsiteY21" fmla="*/ 594236 h 1782707"/>
                <a:gd name="connsiteX22" fmla="*/ 222839 w 1782707"/>
                <a:gd name="connsiteY22" fmla="*/ 594236 h 1782707"/>
                <a:gd name="connsiteX23" fmla="*/ 222839 w 1782707"/>
                <a:gd name="connsiteY23" fmla="*/ 222839 h 17827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782707" h="1782707">
                  <a:moveTo>
                    <a:pt x="1188472" y="1782708"/>
                  </a:moveTo>
                  <a:lnTo>
                    <a:pt x="1188472" y="1559870"/>
                  </a:lnTo>
                  <a:cubicBezTo>
                    <a:pt x="1393261" y="1559870"/>
                    <a:pt x="1559870" y="1393261"/>
                    <a:pt x="1559870" y="1188472"/>
                  </a:cubicBezTo>
                  <a:lnTo>
                    <a:pt x="1782708" y="1188472"/>
                  </a:lnTo>
                  <a:cubicBezTo>
                    <a:pt x="1782708" y="1516134"/>
                    <a:pt x="1516134" y="1782708"/>
                    <a:pt x="1188472" y="1782708"/>
                  </a:cubicBezTo>
                  <a:close/>
                  <a:moveTo>
                    <a:pt x="1188472" y="0"/>
                  </a:moveTo>
                  <a:lnTo>
                    <a:pt x="1188472" y="222839"/>
                  </a:lnTo>
                  <a:cubicBezTo>
                    <a:pt x="1393261" y="222839"/>
                    <a:pt x="1559870" y="389447"/>
                    <a:pt x="1559870" y="594236"/>
                  </a:cubicBezTo>
                  <a:lnTo>
                    <a:pt x="1782708" y="594236"/>
                  </a:lnTo>
                  <a:cubicBezTo>
                    <a:pt x="1782708" y="266574"/>
                    <a:pt x="1516134" y="0"/>
                    <a:pt x="1188472" y="0"/>
                  </a:cubicBezTo>
                  <a:close/>
                  <a:moveTo>
                    <a:pt x="594236" y="1559870"/>
                  </a:moveTo>
                  <a:lnTo>
                    <a:pt x="222839" y="1559870"/>
                  </a:lnTo>
                  <a:lnTo>
                    <a:pt x="222839" y="1188472"/>
                  </a:lnTo>
                  <a:lnTo>
                    <a:pt x="0" y="1188472"/>
                  </a:lnTo>
                  <a:lnTo>
                    <a:pt x="0" y="1782708"/>
                  </a:lnTo>
                  <a:lnTo>
                    <a:pt x="594236" y="1782708"/>
                  </a:lnTo>
                  <a:lnTo>
                    <a:pt x="594236" y="1559870"/>
                  </a:lnTo>
                  <a:close/>
                  <a:moveTo>
                    <a:pt x="222839" y="222839"/>
                  </a:moveTo>
                  <a:lnTo>
                    <a:pt x="594236" y="222839"/>
                  </a:lnTo>
                  <a:lnTo>
                    <a:pt x="594236" y="0"/>
                  </a:lnTo>
                  <a:lnTo>
                    <a:pt x="0" y="0"/>
                  </a:lnTo>
                  <a:lnTo>
                    <a:pt x="0" y="594236"/>
                  </a:lnTo>
                  <a:lnTo>
                    <a:pt x="222839" y="594236"/>
                  </a:lnTo>
                  <a:lnTo>
                    <a:pt x="222839" y="222839"/>
                  </a:lnTo>
                  <a:close/>
                </a:path>
              </a:pathLst>
            </a:custGeom>
            <a:solidFill>
              <a:srgbClr val="000000"/>
            </a:solidFill>
            <a:ln w="49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>
                <a:latin typeface="Arial" panose="020B0604020202020204" pitchFamily="34" charset="0"/>
              </a:endParaRPr>
            </a:p>
          </p:txBody>
        </p:sp>
      </p:grpSp>
      <p:sp>
        <p:nvSpPr>
          <p:cNvPr id="9" name="Title 1">
            <a:extLst>
              <a:ext uri="{FF2B5EF4-FFF2-40B4-BE49-F238E27FC236}">
                <a16:creationId xmlns:a16="http://schemas.microsoft.com/office/drawing/2014/main" id="{B05EB5F5-A243-54F3-AC20-BC529018591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15390" y="2324101"/>
            <a:ext cx="5029200" cy="1572768"/>
          </a:xfrm>
          <a:prstGeom prst="rect">
            <a:avLst/>
          </a:prstGeom>
        </p:spPr>
        <p:txBody>
          <a:bodyPr lIns="0" anchor="t"/>
          <a:lstStyle>
            <a:lvl1pPr algn="l">
              <a:defRPr sz="4400">
                <a:latin typeface="Arial" panose="020B0604020202020204" pitchFamily="34" charset="0"/>
              </a:defRPr>
            </a:lvl1pPr>
          </a:lstStyle>
          <a:p>
            <a:r>
              <a:rPr lang="en-US"/>
              <a:t>Click to add title</a:t>
            </a:r>
            <a:endParaRPr lang="en-GB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E5EE1704-3293-8FE1-53AF-BC0DC12ECE5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15390" y="4119648"/>
            <a:ext cx="4610100" cy="795252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ct val="90000"/>
              </a:lnSpc>
              <a:buNone/>
              <a:defRPr sz="2100" b="1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subtitle</a:t>
            </a:r>
            <a:endParaRPr lang="en-GB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EC9B8FA0-2EC8-E801-6A61-49090D2E0C2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5390" y="5723313"/>
            <a:ext cx="2315787" cy="457200"/>
          </a:xfrm>
          <a:prstGeom prst="rect">
            <a:avLst/>
          </a:prstGeom>
        </p:spPr>
        <p:txBody>
          <a:bodyPr lIns="0" anchor="ctr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latin typeface="Arial" panose="020B0604020202020204" pitchFamily="34" charset="0"/>
              </a:defRPr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>
                <a:latin typeface="Arial" panose="020B0604020202020204" pitchFamily="34" charset="0"/>
              </a:defRPr>
            </a:lvl2pPr>
          </a:lstStyle>
          <a:p>
            <a:pPr lvl="0"/>
            <a:r>
              <a:rPr lang="en-US"/>
              <a:t>Presenter Name</a:t>
            </a:r>
          </a:p>
          <a:p>
            <a:pPr lvl="1"/>
            <a:r>
              <a:rPr lang="en-US"/>
              <a:t>Date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6771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231">
          <p15:clr>
            <a:srgbClr val="A4A3A4"/>
          </p15:clr>
        </p15:guide>
        <p15:guide id="3" pos="3493">
          <p15:clr>
            <a:srgbClr val="A4A3A4"/>
          </p15:clr>
        </p15:guide>
        <p15:guide id="4" pos="1786">
          <p15:clr>
            <a:srgbClr val="A4A3A4"/>
          </p15:clr>
        </p15:guide>
        <p15:guide id="5" orient="horz" pos="1461">
          <p15:clr>
            <a:srgbClr val="A4A3A4"/>
          </p15:clr>
        </p15:guide>
        <p15:guide id="6" orient="horz" pos="2454">
          <p15:clr>
            <a:srgbClr val="A4A3A4"/>
          </p15:clr>
        </p15:guide>
        <p15:guide id="7" orient="horz" pos="2592">
          <p15:clr>
            <a:srgbClr val="A4A3A4"/>
          </p15:clr>
        </p15:guide>
        <p15:guide id="8" orient="horz" pos="3096">
          <p15:clr>
            <a:srgbClr val="A4A3A4"/>
          </p15:clr>
        </p15:guide>
        <p15:guide id="9" orient="horz" pos="3600">
          <p15:clr>
            <a:srgbClr val="A4A3A4"/>
          </p15:clr>
        </p15:guide>
        <p15:guide id="10" orient="horz" pos="3888">
          <p15:clr>
            <a:srgbClr val="A4A3A4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s Page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804B950F-0547-D803-2C7D-BF91A6B3D23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508000" y="508000"/>
            <a:ext cx="11174516" cy="5353553"/>
            <a:chOff x="508000" y="508000"/>
            <a:chExt cx="11174516" cy="5353553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8F5D5F3E-8C23-F277-2463-6650F50964A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132195" y="5311233"/>
              <a:ext cx="550321" cy="550320"/>
            </a:xfrm>
            <a:custGeom>
              <a:avLst/>
              <a:gdLst>
                <a:gd name="connsiteX0" fmla="*/ 284 w 947568"/>
                <a:gd name="connsiteY0" fmla="*/ 947284 h 947567"/>
                <a:gd name="connsiteX1" fmla="*/ 284 w 947568"/>
                <a:gd name="connsiteY1" fmla="*/ 592088 h 947567"/>
                <a:gd name="connsiteX2" fmla="*/ 592372 w 947568"/>
                <a:gd name="connsiteY2" fmla="*/ 0 h 947567"/>
                <a:gd name="connsiteX3" fmla="*/ 947568 w 947568"/>
                <a:gd name="connsiteY3" fmla="*/ 0 h 947567"/>
                <a:gd name="connsiteX4" fmla="*/ 0 w 947568"/>
                <a:gd name="connsiteY4" fmla="*/ 947568 h 947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7568" h="947567">
                  <a:moveTo>
                    <a:pt x="284" y="947284"/>
                  </a:moveTo>
                  <a:lnTo>
                    <a:pt x="284" y="592088"/>
                  </a:lnTo>
                  <a:cubicBezTo>
                    <a:pt x="326826" y="592088"/>
                    <a:pt x="592372" y="326542"/>
                    <a:pt x="592372" y="0"/>
                  </a:cubicBezTo>
                  <a:lnTo>
                    <a:pt x="947568" y="0"/>
                  </a:lnTo>
                  <a:cubicBezTo>
                    <a:pt x="947568" y="522297"/>
                    <a:pt x="522581" y="947568"/>
                    <a:pt x="0" y="947568"/>
                  </a:cubicBezTo>
                  <a:close/>
                </a:path>
              </a:pathLst>
            </a:custGeom>
            <a:solidFill>
              <a:schemeClr val="tx1"/>
            </a:solidFill>
            <a:ln w="2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>
                <a:latin typeface="Arial" panose="020B0604020202020204" pitchFamily="34" charset="0"/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5B1B46D9-A198-3F8E-44D8-478B0CC4D93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132360" y="508000"/>
              <a:ext cx="550156" cy="550156"/>
            </a:xfrm>
            <a:custGeom>
              <a:avLst/>
              <a:gdLst>
                <a:gd name="connsiteX0" fmla="*/ 0 w 947284"/>
                <a:gd name="connsiteY0" fmla="*/ 0 h 947284"/>
                <a:gd name="connsiteX1" fmla="*/ 0 w 947284"/>
                <a:gd name="connsiteY1" fmla="*/ 355196 h 947284"/>
                <a:gd name="connsiteX2" fmla="*/ 592088 w 947284"/>
                <a:gd name="connsiteY2" fmla="*/ 947284 h 947284"/>
                <a:gd name="connsiteX3" fmla="*/ 947284 w 947284"/>
                <a:gd name="connsiteY3" fmla="*/ 947284 h 947284"/>
                <a:gd name="connsiteX4" fmla="*/ 0 w 947284"/>
                <a:gd name="connsiteY4" fmla="*/ 0 h 947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7284" h="947284">
                  <a:moveTo>
                    <a:pt x="0" y="0"/>
                  </a:moveTo>
                  <a:lnTo>
                    <a:pt x="0" y="355196"/>
                  </a:lnTo>
                  <a:cubicBezTo>
                    <a:pt x="326542" y="355196"/>
                    <a:pt x="592088" y="620742"/>
                    <a:pt x="592088" y="947284"/>
                  </a:cubicBezTo>
                  <a:lnTo>
                    <a:pt x="947284" y="947284"/>
                  </a:lnTo>
                  <a:cubicBezTo>
                    <a:pt x="947568" y="424987"/>
                    <a:pt x="522581" y="0"/>
                    <a:pt x="0" y="0"/>
                  </a:cubicBezTo>
                  <a:close/>
                </a:path>
              </a:pathLst>
            </a:custGeom>
            <a:solidFill>
              <a:schemeClr val="tx1"/>
            </a:solidFill>
            <a:ln w="2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>
                <a:latin typeface="Arial" panose="020B0604020202020204" pitchFamily="34" charset="0"/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111CB26E-FE46-4F6A-D3FE-038486E9864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08000" y="5311232"/>
              <a:ext cx="550321" cy="550321"/>
            </a:xfrm>
            <a:custGeom>
              <a:avLst/>
              <a:gdLst>
                <a:gd name="connsiteX0" fmla="*/ 947568 w 947568"/>
                <a:gd name="connsiteY0" fmla="*/ 592088 h 947568"/>
                <a:gd name="connsiteX1" fmla="*/ 355196 w 947568"/>
                <a:gd name="connsiteY1" fmla="*/ 592088 h 947568"/>
                <a:gd name="connsiteX2" fmla="*/ 355196 w 947568"/>
                <a:gd name="connsiteY2" fmla="*/ 0 h 947568"/>
                <a:gd name="connsiteX3" fmla="*/ 0 w 947568"/>
                <a:gd name="connsiteY3" fmla="*/ 0 h 947568"/>
                <a:gd name="connsiteX4" fmla="*/ 0 w 947568"/>
                <a:gd name="connsiteY4" fmla="*/ 947568 h 947568"/>
                <a:gd name="connsiteX5" fmla="*/ 947568 w 947568"/>
                <a:gd name="connsiteY5" fmla="*/ 947568 h 947568"/>
                <a:gd name="connsiteX6" fmla="*/ 947568 w 947568"/>
                <a:gd name="connsiteY6" fmla="*/ 592088 h 947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47568" h="947568">
                  <a:moveTo>
                    <a:pt x="947568" y="592088"/>
                  </a:moveTo>
                  <a:lnTo>
                    <a:pt x="355196" y="592088"/>
                  </a:lnTo>
                  <a:lnTo>
                    <a:pt x="355196" y="0"/>
                  </a:lnTo>
                  <a:lnTo>
                    <a:pt x="0" y="0"/>
                  </a:lnTo>
                  <a:lnTo>
                    <a:pt x="0" y="947568"/>
                  </a:lnTo>
                  <a:lnTo>
                    <a:pt x="947568" y="947568"/>
                  </a:lnTo>
                  <a:lnTo>
                    <a:pt x="947568" y="592088"/>
                  </a:lnTo>
                  <a:close/>
                </a:path>
              </a:pathLst>
            </a:custGeom>
            <a:solidFill>
              <a:schemeClr val="tx1"/>
            </a:solidFill>
            <a:ln w="2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>
                <a:latin typeface="Arial" panose="020B0604020202020204" pitchFamily="34" charset="0"/>
              </a:endParaRPr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A0C3EC74-8E7A-2D64-527E-D7662017813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08000" y="508000"/>
              <a:ext cx="550800" cy="550800"/>
            </a:xfrm>
            <a:custGeom>
              <a:avLst/>
              <a:gdLst>
                <a:gd name="connsiteX0" fmla="*/ 355196 w 947568"/>
                <a:gd name="connsiteY0" fmla="*/ 355196 h 947568"/>
                <a:gd name="connsiteX1" fmla="*/ 947568 w 947568"/>
                <a:gd name="connsiteY1" fmla="*/ 355196 h 947568"/>
                <a:gd name="connsiteX2" fmla="*/ 947568 w 947568"/>
                <a:gd name="connsiteY2" fmla="*/ 0 h 947568"/>
                <a:gd name="connsiteX3" fmla="*/ 0 w 947568"/>
                <a:gd name="connsiteY3" fmla="*/ 0 h 947568"/>
                <a:gd name="connsiteX4" fmla="*/ 0 w 947568"/>
                <a:gd name="connsiteY4" fmla="*/ 947568 h 947568"/>
                <a:gd name="connsiteX5" fmla="*/ 355196 w 947568"/>
                <a:gd name="connsiteY5" fmla="*/ 947568 h 947568"/>
                <a:gd name="connsiteX6" fmla="*/ 355196 w 947568"/>
                <a:gd name="connsiteY6" fmla="*/ 355196 h 947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47568" h="947568">
                  <a:moveTo>
                    <a:pt x="355196" y="355196"/>
                  </a:moveTo>
                  <a:lnTo>
                    <a:pt x="947568" y="355196"/>
                  </a:lnTo>
                  <a:lnTo>
                    <a:pt x="947568" y="0"/>
                  </a:lnTo>
                  <a:lnTo>
                    <a:pt x="0" y="0"/>
                  </a:lnTo>
                  <a:lnTo>
                    <a:pt x="0" y="947568"/>
                  </a:lnTo>
                  <a:lnTo>
                    <a:pt x="355196" y="947568"/>
                  </a:lnTo>
                  <a:lnTo>
                    <a:pt x="355196" y="355196"/>
                  </a:lnTo>
                  <a:close/>
                </a:path>
              </a:pathLst>
            </a:custGeom>
            <a:solidFill>
              <a:schemeClr val="tx1"/>
            </a:solidFill>
            <a:ln w="2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>
                <a:latin typeface="Arial" panose="020B0604020202020204" pitchFamily="34" charset="0"/>
              </a:endParaRP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F80E01A-8D58-82F6-7310-4452B62B8C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D602E07-C281-4409-A9EA-EC31ABE6903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B96C821-FC48-1B53-F423-99372CC0490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54741" y="1479927"/>
            <a:ext cx="9484709" cy="3898524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+mj-lt"/>
              <a:buNone/>
              <a:defRPr sz="2100">
                <a:solidFill>
                  <a:schemeClr val="tx1"/>
                </a:solidFill>
              </a:defRPr>
            </a:lvl1pPr>
            <a:lvl2pPr marL="36195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None/>
              <a:defRPr>
                <a:solidFill>
                  <a:schemeClr val="tx1"/>
                </a:solidFill>
              </a:defRPr>
            </a:lvl2pPr>
            <a:lvl3pPr marL="740664" indent="-740664">
              <a:buFont typeface="+mj-lt"/>
              <a:buAutoNum type="arabicPeriod"/>
              <a:defRPr sz="4400">
                <a:solidFill>
                  <a:schemeClr val="tx1"/>
                </a:solidFill>
              </a:defRPr>
            </a:lvl3pPr>
            <a:lvl4pPr marL="1327150" indent="0">
              <a:buFont typeface="+mj-lt"/>
              <a:buNone/>
              <a:defRPr>
                <a:solidFill>
                  <a:schemeClr val="tx1"/>
                </a:solidFill>
              </a:defRPr>
            </a:lvl4pPr>
            <a:lvl5pPr marL="1974850" indent="0">
              <a:buFont typeface="+mj-lt"/>
              <a:buNone/>
              <a:defRPr>
                <a:solidFill>
                  <a:schemeClr val="tx1"/>
                </a:solidFill>
              </a:defRPr>
            </a:lvl5pPr>
          </a:lstStyle>
          <a:p>
            <a:pPr lvl="2"/>
            <a:r>
              <a:rPr lang="en-US"/>
              <a:t>Click to add contents</a:t>
            </a:r>
          </a:p>
          <a:p>
            <a:pPr lvl="2"/>
            <a:r>
              <a:rPr lang="en-US"/>
              <a:t>Click to add contents</a:t>
            </a:r>
          </a:p>
        </p:txBody>
      </p:sp>
    </p:spTree>
    <p:extLst>
      <p:ext uri="{BB962C8B-B14F-4D97-AF65-F5344CB8AC3E}">
        <p14:creationId xmlns:p14="http://schemas.microsoft.com/office/powerpoint/2010/main" val="7108108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48">
          <p15:clr>
            <a:srgbClr val="A4A3A4"/>
          </p15:clr>
        </p15:guide>
        <p15:guide id="2" pos="6828">
          <p15:clr>
            <a:srgbClr val="A4A3A4"/>
          </p15:clr>
        </p15:guide>
        <p15:guide id="3" orient="horz" pos="927">
          <p15:clr>
            <a:srgbClr val="A4A3A4"/>
          </p15:clr>
        </p15:guide>
        <p15:guide id="4" orient="horz" pos="3388">
          <p15:clr>
            <a:srgbClr val="A4A3A4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s Page Extended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F5D5F3E-8C23-F277-2463-6650F50964A4}"/>
              </a:ext>
            </a:extLst>
          </p:cNvPr>
          <p:cNvSpPr/>
          <p:nvPr/>
        </p:nvSpPr>
        <p:spPr>
          <a:xfrm>
            <a:off x="11132195" y="5311233"/>
            <a:ext cx="550321" cy="550320"/>
          </a:xfrm>
          <a:custGeom>
            <a:avLst/>
            <a:gdLst>
              <a:gd name="connsiteX0" fmla="*/ 284 w 947568"/>
              <a:gd name="connsiteY0" fmla="*/ 947284 h 947567"/>
              <a:gd name="connsiteX1" fmla="*/ 284 w 947568"/>
              <a:gd name="connsiteY1" fmla="*/ 592088 h 947567"/>
              <a:gd name="connsiteX2" fmla="*/ 592372 w 947568"/>
              <a:gd name="connsiteY2" fmla="*/ 0 h 947567"/>
              <a:gd name="connsiteX3" fmla="*/ 947568 w 947568"/>
              <a:gd name="connsiteY3" fmla="*/ 0 h 947567"/>
              <a:gd name="connsiteX4" fmla="*/ 0 w 947568"/>
              <a:gd name="connsiteY4" fmla="*/ 947568 h 9475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47568" h="947567">
                <a:moveTo>
                  <a:pt x="284" y="947284"/>
                </a:moveTo>
                <a:lnTo>
                  <a:pt x="284" y="592088"/>
                </a:lnTo>
                <a:cubicBezTo>
                  <a:pt x="326826" y="592088"/>
                  <a:pt x="592372" y="326542"/>
                  <a:pt x="592372" y="0"/>
                </a:cubicBezTo>
                <a:lnTo>
                  <a:pt x="947568" y="0"/>
                </a:lnTo>
                <a:cubicBezTo>
                  <a:pt x="947568" y="522297"/>
                  <a:pt x="522581" y="947568"/>
                  <a:pt x="0" y="947568"/>
                </a:cubicBezTo>
                <a:close/>
              </a:path>
            </a:pathLst>
          </a:custGeom>
          <a:solidFill>
            <a:schemeClr val="tx1"/>
          </a:solidFill>
          <a:ln w="28289" cap="flat">
            <a:noFill/>
            <a:prstDash val="solid"/>
            <a:miter/>
          </a:ln>
        </p:spPr>
        <p:txBody>
          <a:bodyPr rtlCol="0" anchor="ctr"/>
          <a:lstStyle/>
          <a:p>
            <a:endParaRPr lang="en-GB">
              <a:latin typeface="Arial" panose="020B0604020202020204" pitchFamily="34" charset="0"/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5B1B46D9-A198-3F8E-44D8-478B0CC4D934}"/>
              </a:ext>
            </a:extLst>
          </p:cNvPr>
          <p:cNvSpPr/>
          <p:nvPr/>
        </p:nvSpPr>
        <p:spPr>
          <a:xfrm>
            <a:off x="11132360" y="508000"/>
            <a:ext cx="550156" cy="550156"/>
          </a:xfrm>
          <a:custGeom>
            <a:avLst/>
            <a:gdLst>
              <a:gd name="connsiteX0" fmla="*/ 0 w 947284"/>
              <a:gd name="connsiteY0" fmla="*/ 0 h 947284"/>
              <a:gd name="connsiteX1" fmla="*/ 0 w 947284"/>
              <a:gd name="connsiteY1" fmla="*/ 355196 h 947284"/>
              <a:gd name="connsiteX2" fmla="*/ 592088 w 947284"/>
              <a:gd name="connsiteY2" fmla="*/ 947284 h 947284"/>
              <a:gd name="connsiteX3" fmla="*/ 947284 w 947284"/>
              <a:gd name="connsiteY3" fmla="*/ 947284 h 947284"/>
              <a:gd name="connsiteX4" fmla="*/ 0 w 947284"/>
              <a:gd name="connsiteY4" fmla="*/ 0 h 947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47284" h="947284">
                <a:moveTo>
                  <a:pt x="0" y="0"/>
                </a:moveTo>
                <a:lnTo>
                  <a:pt x="0" y="355196"/>
                </a:lnTo>
                <a:cubicBezTo>
                  <a:pt x="326542" y="355196"/>
                  <a:pt x="592088" y="620742"/>
                  <a:pt x="592088" y="947284"/>
                </a:cubicBezTo>
                <a:lnTo>
                  <a:pt x="947284" y="947284"/>
                </a:lnTo>
                <a:cubicBezTo>
                  <a:pt x="947568" y="424987"/>
                  <a:pt x="522581" y="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28289" cap="flat">
            <a:noFill/>
            <a:prstDash val="solid"/>
            <a:miter/>
          </a:ln>
        </p:spPr>
        <p:txBody>
          <a:bodyPr rtlCol="0" anchor="ctr"/>
          <a:lstStyle/>
          <a:p>
            <a:endParaRPr lang="en-GB">
              <a:latin typeface="Arial" panose="020B0604020202020204" pitchFamily="34" charset="0"/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111CB26E-FE46-4F6A-D3FE-038486E9864A}"/>
              </a:ext>
            </a:extLst>
          </p:cNvPr>
          <p:cNvSpPr/>
          <p:nvPr/>
        </p:nvSpPr>
        <p:spPr>
          <a:xfrm>
            <a:off x="508000" y="5311232"/>
            <a:ext cx="550321" cy="550321"/>
          </a:xfrm>
          <a:custGeom>
            <a:avLst/>
            <a:gdLst>
              <a:gd name="connsiteX0" fmla="*/ 947568 w 947568"/>
              <a:gd name="connsiteY0" fmla="*/ 592088 h 947568"/>
              <a:gd name="connsiteX1" fmla="*/ 355196 w 947568"/>
              <a:gd name="connsiteY1" fmla="*/ 592088 h 947568"/>
              <a:gd name="connsiteX2" fmla="*/ 355196 w 947568"/>
              <a:gd name="connsiteY2" fmla="*/ 0 h 947568"/>
              <a:gd name="connsiteX3" fmla="*/ 0 w 947568"/>
              <a:gd name="connsiteY3" fmla="*/ 0 h 947568"/>
              <a:gd name="connsiteX4" fmla="*/ 0 w 947568"/>
              <a:gd name="connsiteY4" fmla="*/ 947568 h 947568"/>
              <a:gd name="connsiteX5" fmla="*/ 947568 w 947568"/>
              <a:gd name="connsiteY5" fmla="*/ 947568 h 947568"/>
              <a:gd name="connsiteX6" fmla="*/ 947568 w 947568"/>
              <a:gd name="connsiteY6" fmla="*/ 592088 h 947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47568" h="947568">
                <a:moveTo>
                  <a:pt x="947568" y="592088"/>
                </a:moveTo>
                <a:lnTo>
                  <a:pt x="355196" y="592088"/>
                </a:lnTo>
                <a:lnTo>
                  <a:pt x="355196" y="0"/>
                </a:lnTo>
                <a:lnTo>
                  <a:pt x="0" y="0"/>
                </a:lnTo>
                <a:lnTo>
                  <a:pt x="0" y="947568"/>
                </a:lnTo>
                <a:lnTo>
                  <a:pt x="947568" y="947568"/>
                </a:lnTo>
                <a:lnTo>
                  <a:pt x="947568" y="592088"/>
                </a:lnTo>
                <a:close/>
              </a:path>
            </a:pathLst>
          </a:custGeom>
          <a:solidFill>
            <a:schemeClr val="tx1"/>
          </a:solidFill>
          <a:ln w="28289" cap="flat">
            <a:noFill/>
            <a:prstDash val="solid"/>
            <a:miter/>
          </a:ln>
        </p:spPr>
        <p:txBody>
          <a:bodyPr rtlCol="0" anchor="ctr"/>
          <a:lstStyle/>
          <a:p>
            <a:endParaRPr lang="en-GB">
              <a:latin typeface="Arial" panose="020B0604020202020204" pitchFamily="34" charset="0"/>
            </a:endParaRP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A0C3EC74-8E7A-2D64-527E-D7662017813D}"/>
              </a:ext>
            </a:extLst>
          </p:cNvPr>
          <p:cNvSpPr/>
          <p:nvPr/>
        </p:nvSpPr>
        <p:spPr>
          <a:xfrm>
            <a:off x="508000" y="508000"/>
            <a:ext cx="550800" cy="550800"/>
          </a:xfrm>
          <a:custGeom>
            <a:avLst/>
            <a:gdLst>
              <a:gd name="connsiteX0" fmla="*/ 355196 w 947568"/>
              <a:gd name="connsiteY0" fmla="*/ 355196 h 947568"/>
              <a:gd name="connsiteX1" fmla="*/ 947568 w 947568"/>
              <a:gd name="connsiteY1" fmla="*/ 355196 h 947568"/>
              <a:gd name="connsiteX2" fmla="*/ 947568 w 947568"/>
              <a:gd name="connsiteY2" fmla="*/ 0 h 947568"/>
              <a:gd name="connsiteX3" fmla="*/ 0 w 947568"/>
              <a:gd name="connsiteY3" fmla="*/ 0 h 947568"/>
              <a:gd name="connsiteX4" fmla="*/ 0 w 947568"/>
              <a:gd name="connsiteY4" fmla="*/ 947568 h 947568"/>
              <a:gd name="connsiteX5" fmla="*/ 355196 w 947568"/>
              <a:gd name="connsiteY5" fmla="*/ 947568 h 947568"/>
              <a:gd name="connsiteX6" fmla="*/ 355196 w 947568"/>
              <a:gd name="connsiteY6" fmla="*/ 355196 h 947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47568" h="947568">
                <a:moveTo>
                  <a:pt x="355196" y="355196"/>
                </a:moveTo>
                <a:lnTo>
                  <a:pt x="947568" y="355196"/>
                </a:lnTo>
                <a:lnTo>
                  <a:pt x="947568" y="0"/>
                </a:lnTo>
                <a:lnTo>
                  <a:pt x="0" y="0"/>
                </a:lnTo>
                <a:lnTo>
                  <a:pt x="0" y="947568"/>
                </a:lnTo>
                <a:lnTo>
                  <a:pt x="355196" y="947568"/>
                </a:lnTo>
                <a:lnTo>
                  <a:pt x="355196" y="355196"/>
                </a:lnTo>
                <a:close/>
              </a:path>
            </a:pathLst>
          </a:custGeom>
          <a:solidFill>
            <a:schemeClr val="tx1"/>
          </a:solidFill>
          <a:ln w="28289" cap="flat">
            <a:noFill/>
            <a:prstDash val="solid"/>
            <a:miter/>
          </a:ln>
        </p:spPr>
        <p:txBody>
          <a:bodyPr rtlCol="0" anchor="ctr"/>
          <a:lstStyle/>
          <a:p>
            <a:endParaRPr lang="en-GB">
              <a:latin typeface="Arial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F80E01A-8D58-82F6-7310-4452B62B8C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D602E07-C281-4409-A9EA-EC31ABE6903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CFEA3AA0-C640-490B-CBE0-75D11913147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54741" y="1394619"/>
            <a:ext cx="4433587" cy="4068763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00000"/>
              </a:lnSpc>
              <a:spcAft>
                <a:spcPts val="0"/>
              </a:spcAft>
              <a:buFont typeface="+mj-lt"/>
              <a:buAutoNum type="arabicPeriod"/>
              <a:defRPr sz="2100">
                <a:solidFill>
                  <a:schemeClr val="tx1"/>
                </a:solidFill>
              </a:defRPr>
            </a:lvl1pPr>
            <a:lvl2pPr marL="36195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contents</a:t>
            </a:r>
          </a:p>
          <a:p>
            <a:pPr lvl="1"/>
            <a:r>
              <a:rPr lang="en-US"/>
              <a:t>Add detail here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A6C302-33DB-7470-BB2F-CCAE92B5470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13801" y="1396538"/>
            <a:ext cx="4433587" cy="4069080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00000"/>
              </a:lnSpc>
              <a:spcAft>
                <a:spcPts val="0"/>
              </a:spcAft>
              <a:buFont typeface="+mj-lt"/>
              <a:buAutoNum type="arabicPeriod"/>
              <a:defRPr sz="2100">
                <a:solidFill>
                  <a:schemeClr val="tx1"/>
                </a:solidFill>
              </a:defRPr>
            </a:lvl1pPr>
            <a:lvl2pPr marL="36195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contents</a:t>
            </a:r>
          </a:p>
          <a:p>
            <a:pPr lvl="1"/>
            <a:r>
              <a:rPr lang="en-US"/>
              <a:t>Add detail here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101816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48">
          <p15:clr>
            <a:srgbClr val="A4A3A4"/>
          </p15:clr>
        </p15:guide>
        <p15:guide id="2" pos="4032">
          <p15:clr>
            <a:srgbClr val="A4A3A4"/>
          </p15:clr>
        </p15:guide>
        <p15:guide id="3" orient="horz" pos="870">
          <p15:clr>
            <a:srgbClr val="A4A3A4"/>
          </p15:clr>
        </p15:guide>
        <p15:guide id="4" pos="846">
          <p15:clr>
            <a:srgbClr val="A4A3A4"/>
          </p15:clr>
        </p15:guide>
        <p15:guide id="5" pos="6840">
          <p15:clr>
            <a:srgbClr val="A4A3A4"/>
          </p15:clr>
        </p15:guide>
        <p15:guide id="6" orient="horz" pos="3444">
          <p15:clr>
            <a:srgbClr val="A4A3A4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Contents P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985F87A-13EF-A083-C774-0DF48381096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fld id="{CD602E07-C281-4409-A9EA-EC31ABE6903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F5D5F3E-8C23-F277-2463-6650F50964A4}"/>
              </a:ext>
            </a:extLst>
          </p:cNvPr>
          <p:cNvSpPr/>
          <p:nvPr/>
        </p:nvSpPr>
        <p:spPr>
          <a:xfrm>
            <a:off x="11132195" y="5311233"/>
            <a:ext cx="550321" cy="550320"/>
          </a:xfrm>
          <a:custGeom>
            <a:avLst/>
            <a:gdLst>
              <a:gd name="connsiteX0" fmla="*/ 284 w 947568"/>
              <a:gd name="connsiteY0" fmla="*/ 947284 h 947567"/>
              <a:gd name="connsiteX1" fmla="*/ 284 w 947568"/>
              <a:gd name="connsiteY1" fmla="*/ 592088 h 947567"/>
              <a:gd name="connsiteX2" fmla="*/ 592372 w 947568"/>
              <a:gd name="connsiteY2" fmla="*/ 0 h 947567"/>
              <a:gd name="connsiteX3" fmla="*/ 947568 w 947568"/>
              <a:gd name="connsiteY3" fmla="*/ 0 h 947567"/>
              <a:gd name="connsiteX4" fmla="*/ 0 w 947568"/>
              <a:gd name="connsiteY4" fmla="*/ 947568 h 9475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47568" h="947567">
                <a:moveTo>
                  <a:pt x="284" y="947284"/>
                </a:moveTo>
                <a:lnTo>
                  <a:pt x="284" y="592088"/>
                </a:lnTo>
                <a:cubicBezTo>
                  <a:pt x="326826" y="592088"/>
                  <a:pt x="592372" y="326542"/>
                  <a:pt x="592372" y="0"/>
                </a:cubicBezTo>
                <a:lnTo>
                  <a:pt x="947568" y="0"/>
                </a:lnTo>
                <a:cubicBezTo>
                  <a:pt x="947568" y="522297"/>
                  <a:pt x="522581" y="947568"/>
                  <a:pt x="0" y="947568"/>
                </a:cubicBezTo>
                <a:close/>
              </a:path>
            </a:pathLst>
          </a:custGeom>
          <a:solidFill>
            <a:schemeClr val="bg1"/>
          </a:solidFill>
          <a:ln w="28289" cap="flat">
            <a:noFill/>
            <a:prstDash val="solid"/>
            <a:miter/>
          </a:ln>
        </p:spPr>
        <p:txBody>
          <a:bodyPr rtlCol="0" anchor="ctr"/>
          <a:lstStyle/>
          <a:p>
            <a:endParaRPr lang="en-GB">
              <a:latin typeface="Arial" panose="020B0604020202020204" pitchFamily="34" charset="0"/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5B1B46D9-A198-3F8E-44D8-478B0CC4D934}"/>
              </a:ext>
            </a:extLst>
          </p:cNvPr>
          <p:cNvSpPr/>
          <p:nvPr/>
        </p:nvSpPr>
        <p:spPr>
          <a:xfrm>
            <a:off x="11132360" y="508000"/>
            <a:ext cx="550156" cy="550156"/>
          </a:xfrm>
          <a:custGeom>
            <a:avLst/>
            <a:gdLst>
              <a:gd name="connsiteX0" fmla="*/ 0 w 947284"/>
              <a:gd name="connsiteY0" fmla="*/ 0 h 947284"/>
              <a:gd name="connsiteX1" fmla="*/ 0 w 947284"/>
              <a:gd name="connsiteY1" fmla="*/ 355196 h 947284"/>
              <a:gd name="connsiteX2" fmla="*/ 592088 w 947284"/>
              <a:gd name="connsiteY2" fmla="*/ 947284 h 947284"/>
              <a:gd name="connsiteX3" fmla="*/ 947284 w 947284"/>
              <a:gd name="connsiteY3" fmla="*/ 947284 h 947284"/>
              <a:gd name="connsiteX4" fmla="*/ 0 w 947284"/>
              <a:gd name="connsiteY4" fmla="*/ 0 h 947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47284" h="947284">
                <a:moveTo>
                  <a:pt x="0" y="0"/>
                </a:moveTo>
                <a:lnTo>
                  <a:pt x="0" y="355196"/>
                </a:lnTo>
                <a:cubicBezTo>
                  <a:pt x="326542" y="355196"/>
                  <a:pt x="592088" y="620742"/>
                  <a:pt x="592088" y="947284"/>
                </a:cubicBezTo>
                <a:lnTo>
                  <a:pt x="947284" y="947284"/>
                </a:lnTo>
                <a:cubicBezTo>
                  <a:pt x="947568" y="424987"/>
                  <a:pt x="522581" y="0"/>
                  <a:pt x="0" y="0"/>
                </a:cubicBezTo>
                <a:close/>
              </a:path>
            </a:pathLst>
          </a:custGeom>
          <a:solidFill>
            <a:schemeClr val="bg1"/>
          </a:solidFill>
          <a:ln w="28289" cap="flat">
            <a:noFill/>
            <a:prstDash val="solid"/>
            <a:miter/>
          </a:ln>
        </p:spPr>
        <p:txBody>
          <a:bodyPr rtlCol="0" anchor="ctr"/>
          <a:lstStyle/>
          <a:p>
            <a:endParaRPr lang="en-GB">
              <a:latin typeface="Arial" panose="020B0604020202020204" pitchFamily="34" charset="0"/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111CB26E-FE46-4F6A-D3FE-038486E9864A}"/>
              </a:ext>
            </a:extLst>
          </p:cNvPr>
          <p:cNvSpPr/>
          <p:nvPr/>
        </p:nvSpPr>
        <p:spPr>
          <a:xfrm>
            <a:off x="508000" y="5311232"/>
            <a:ext cx="550321" cy="550321"/>
          </a:xfrm>
          <a:custGeom>
            <a:avLst/>
            <a:gdLst>
              <a:gd name="connsiteX0" fmla="*/ 947568 w 947568"/>
              <a:gd name="connsiteY0" fmla="*/ 592088 h 947568"/>
              <a:gd name="connsiteX1" fmla="*/ 355196 w 947568"/>
              <a:gd name="connsiteY1" fmla="*/ 592088 h 947568"/>
              <a:gd name="connsiteX2" fmla="*/ 355196 w 947568"/>
              <a:gd name="connsiteY2" fmla="*/ 0 h 947568"/>
              <a:gd name="connsiteX3" fmla="*/ 0 w 947568"/>
              <a:gd name="connsiteY3" fmla="*/ 0 h 947568"/>
              <a:gd name="connsiteX4" fmla="*/ 0 w 947568"/>
              <a:gd name="connsiteY4" fmla="*/ 947568 h 947568"/>
              <a:gd name="connsiteX5" fmla="*/ 947568 w 947568"/>
              <a:gd name="connsiteY5" fmla="*/ 947568 h 947568"/>
              <a:gd name="connsiteX6" fmla="*/ 947568 w 947568"/>
              <a:gd name="connsiteY6" fmla="*/ 592088 h 947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47568" h="947568">
                <a:moveTo>
                  <a:pt x="947568" y="592088"/>
                </a:moveTo>
                <a:lnTo>
                  <a:pt x="355196" y="592088"/>
                </a:lnTo>
                <a:lnTo>
                  <a:pt x="355196" y="0"/>
                </a:lnTo>
                <a:lnTo>
                  <a:pt x="0" y="0"/>
                </a:lnTo>
                <a:lnTo>
                  <a:pt x="0" y="947568"/>
                </a:lnTo>
                <a:lnTo>
                  <a:pt x="947568" y="947568"/>
                </a:lnTo>
                <a:lnTo>
                  <a:pt x="947568" y="592088"/>
                </a:lnTo>
                <a:close/>
              </a:path>
            </a:pathLst>
          </a:custGeom>
          <a:solidFill>
            <a:schemeClr val="bg1"/>
          </a:solidFill>
          <a:ln w="28289" cap="flat">
            <a:noFill/>
            <a:prstDash val="solid"/>
            <a:miter/>
          </a:ln>
        </p:spPr>
        <p:txBody>
          <a:bodyPr rtlCol="0" anchor="ctr"/>
          <a:lstStyle/>
          <a:p>
            <a:endParaRPr lang="en-GB">
              <a:latin typeface="Arial" panose="020B0604020202020204" pitchFamily="34" charset="0"/>
            </a:endParaRP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A0C3EC74-8E7A-2D64-527E-D7662017813D}"/>
              </a:ext>
            </a:extLst>
          </p:cNvPr>
          <p:cNvSpPr/>
          <p:nvPr/>
        </p:nvSpPr>
        <p:spPr>
          <a:xfrm>
            <a:off x="508000" y="508000"/>
            <a:ext cx="550800" cy="550800"/>
          </a:xfrm>
          <a:custGeom>
            <a:avLst/>
            <a:gdLst>
              <a:gd name="connsiteX0" fmla="*/ 355196 w 947568"/>
              <a:gd name="connsiteY0" fmla="*/ 355196 h 947568"/>
              <a:gd name="connsiteX1" fmla="*/ 947568 w 947568"/>
              <a:gd name="connsiteY1" fmla="*/ 355196 h 947568"/>
              <a:gd name="connsiteX2" fmla="*/ 947568 w 947568"/>
              <a:gd name="connsiteY2" fmla="*/ 0 h 947568"/>
              <a:gd name="connsiteX3" fmla="*/ 0 w 947568"/>
              <a:gd name="connsiteY3" fmla="*/ 0 h 947568"/>
              <a:gd name="connsiteX4" fmla="*/ 0 w 947568"/>
              <a:gd name="connsiteY4" fmla="*/ 947568 h 947568"/>
              <a:gd name="connsiteX5" fmla="*/ 355196 w 947568"/>
              <a:gd name="connsiteY5" fmla="*/ 947568 h 947568"/>
              <a:gd name="connsiteX6" fmla="*/ 355196 w 947568"/>
              <a:gd name="connsiteY6" fmla="*/ 355196 h 947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47568" h="947568">
                <a:moveTo>
                  <a:pt x="355196" y="355196"/>
                </a:moveTo>
                <a:lnTo>
                  <a:pt x="947568" y="355196"/>
                </a:lnTo>
                <a:lnTo>
                  <a:pt x="947568" y="0"/>
                </a:lnTo>
                <a:lnTo>
                  <a:pt x="0" y="0"/>
                </a:lnTo>
                <a:lnTo>
                  <a:pt x="0" y="947568"/>
                </a:lnTo>
                <a:lnTo>
                  <a:pt x="355196" y="947568"/>
                </a:lnTo>
                <a:lnTo>
                  <a:pt x="355196" y="355196"/>
                </a:lnTo>
                <a:close/>
              </a:path>
            </a:pathLst>
          </a:custGeom>
          <a:solidFill>
            <a:schemeClr val="bg1"/>
          </a:solidFill>
          <a:ln w="28289" cap="flat">
            <a:noFill/>
            <a:prstDash val="solid"/>
            <a:miter/>
          </a:ln>
        </p:spPr>
        <p:txBody>
          <a:bodyPr rtlCol="0" anchor="ctr"/>
          <a:lstStyle/>
          <a:p>
            <a:endParaRPr lang="en-GB">
              <a:latin typeface="Arial" panose="020B0604020202020204" pitchFamily="34" charset="0"/>
            </a:endParaRP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8918E8EF-C6AA-2D35-33E4-3E4F82BF7E6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54741" y="1479927"/>
            <a:ext cx="9484709" cy="3898524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+mj-lt"/>
              <a:buNone/>
              <a:defRPr sz="2100">
                <a:solidFill>
                  <a:schemeClr val="tx1"/>
                </a:solidFill>
              </a:defRPr>
            </a:lvl1pPr>
            <a:lvl2pPr marL="36195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None/>
              <a:defRPr>
                <a:solidFill>
                  <a:schemeClr val="tx1"/>
                </a:solidFill>
              </a:defRPr>
            </a:lvl2pPr>
            <a:lvl3pPr marL="740664" indent="-740664">
              <a:buFont typeface="+mj-lt"/>
              <a:buAutoNum type="arabicPeriod"/>
              <a:defRPr sz="4400">
                <a:solidFill>
                  <a:schemeClr val="bg1"/>
                </a:solidFill>
              </a:defRPr>
            </a:lvl3pPr>
            <a:lvl4pPr marL="1327150" indent="0">
              <a:buFont typeface="+mj-lt"/>
              <a:buNone/>
              <a:defRPr>
                <a:solidFill>
                  <a:schemeClr val="tx1"/>
                </a:solidFill>
              </a:defRPr>
            </a:lvl4pPr>
            <a:lvl5pPr marL="1974850" indent="0">
              <a:buFont typeface="+mj-lt"/>
              <a:buNone/>
              <a:defRPr>
                <a:solidFill>
                  <a:schemeClr val="tx1"/>
                </a:solidFill>
              </a:defRPr>
            </a:lvl5pPr>
          </a:lstStyle>
          <a:p>
            <a:pPr lvl="2"/>
            <a:r>
              <a:rPr lang="en-US"/>
              <a:t>Click to add contents</a:t>
            </a:r>
          </a:p>
          <a:p>
            <a:pPr lvl="2"/>
            <a:r>
              <a:rPr lang="en-US"/>
              <a:t>Click to add contents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E44C22C6-1761-6CFB-A7BD-E271E12F4DB6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8001" y="6420228"/>
            <a:ext cx="1268209" cy="189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91837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828">
          <p15:clr>
            <a:srgbClr val="A4A3A4"/>
          </p15:clr>
        </p15:guide>
        <p15:guide id="2" pos="846">
          <p15:clr>
            <a:srgbClr val="A4A3A4"/>
          </p15:clr>
        </p15:guide>
        <p15:guide id="3" orient="horz" pos="927">
          <p15:clr>
            <a:srgbClr val="A4A3A4"/>
          </p15:clr>
        </p15:guide>
        <p15:guide id="4" orient="horz" pos="3388">
          <p15:clr>
            <a:srgbClr val="A4A3A4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Contents Page Extende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F5D5F3E-8C23-F277-2463-6650F50964A4}"/>
              </a:ext>
            </a:extLst>
          </p:cNvPr>
          <p:cNvSpPr/>
          <p:nvPr/>
        </p:nvSpPr>
        <p:spPr>
          <a:xfrm>
            <a:off x="11132195" y="5311233"/>
            <a:ext cx="550321" cy="550320"/>
          </a:xfrm>
          <a:custGeom>
            <a:avLst/>
            <a:gdLst>
              <a:gd name="connsiteX0" fmla="*/ 284 w 947568"/>
              <a:gd name="connsiteY0" fmla="*/ 947284 h 947567"/>
              <a:gd name="connsiteX1" fmla="*/ 284 w 947568"/>
              <a:gd name="connsiteY1" fmla="*/ 592088 h 947567"/>
              <a:gd name="connsiteX2" fmla="*/ 592372 w 947568"/>
              <a:gd name="connsiteY2" fmla="*/ 0 h 947567"/>
              <a:gd name="connsiteX3" fmla="*/ 947568 w 947568"/>
              <a:gd name="connsiteY3" fmla="*/ 0 h 947567"/>
              <a:gd name="connsiteX4" fmla="*/ 0 w 947568"/>
              <a:gd name="connsiteY4" fmla="*/ 947568 h 9475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47568" h="947567">
                <a:moveTo>
                  <a:pt x="284" y="947284"/>
                </a:moveTo>
                <a:lnTo>
                  <a:pt x="284" y="592088"/>
                </a:lnTo>
                <a:cubicBezTo>
                  <a:pt x="326826" y="592088"/>
                  <a:pt x="592372" y="326542"/>
                  <a:pt x="592372" y="0"/>
                </a:cubicBezTo>
                <a:lnTo>
                  <a:pt x="947568" y="0"/>
                </a:lnTo>
                <a:cubicBezTo>
                  <a:pt x="947568" y="522297"/>
                  <a:pt x="522581" y="947568"/>
                  <a:pt x="0" y="947568"/>
                </a:cubicBezTo>
                <a:close/>
              </a:path>
            </a:pathLst>
          </a:custGeom>
          <a:solidFill>
            <a:schemeClr val="bg1"/>
          </a:solidFill>
          <a:ln w="28289" cap="flat">
            <a:noFill/>
            <a:prstDash val="solid"/>
            <a:miter/>
          </a:ln>
        </p:spPr>
        <p:txBody>
          <a:bodyPr rtlCol="0" anchor="ctr"/>
          <a:lstStyle/>
          <a:p>
            <a:endParaRPr lang="en-GB">
              <a:latin typeface="Arial" panose="020B0604020202020204" pitchFamily="34" charset="0"/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5B1B46D9-A198-3F8E-44D8-478B0CC4D934}"/>
              </a:ext>
            </a:extLst>
          </p:cNvPr>
          <p:cNvSpPr/>
          <p:nvPr/>
        </p:nvSpPr>
        <p:spPr>
          <a:xfrm>
            <a:off x="11132360" y="508000"/>
            <a:ext cx="550156" cy="550156"/>
          </a:xfrm>
          <a:custGeom>
            <a:avLst/>
            <a:gdLst>
              <a:gd name="connsiteX0" fmla="*/ 0 w 947284"/>
              <a:gd name="connsiteY0" fmla="*/ 0 h 947284"/>
              <a:gd name="connsiteX1" fmla="*/ 0 w 947284"/>
              <a:gd name="connsiteY1" fmla="*/ 355196 h 947284"/>
              <a:gd name="connsiteX2" fmla="*/ 592088 w 947284"/>
              <a:gd name="connsiteY2" fmla="*/ 947284 h 947284"/>
              <a:gd name="connsiteX3" fmla="*/ 947284 w 947284"/>
              <a:gd name="connsiteY3" fmla="*/ 947284 h 947284"/>
              <a:gd name="connsiteX4" fmla="*/ 0 w 947284"/>
              <a:gd name="connsiteY4" fmla="*/ 0 h 947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47284" h="947284">
                <a:moveTo>
                  <a:pt x="0" y="0"/>
                </a:moveTo>
                <a:lnTo>
                  <a:pt x="0" y="355196"/>
                </a:lnTo>
                <a:cubicBezTo>
                  <a:pt x="326542" y="355196"/>
                  <a:pt x="592088" y="620742"/>
                  <a:pt x="592088" y="947284"/>
                </a:cubicBezTo>
                <a:lnTo>
                  <a:pt x="947284" y="947284"/>
                </a:lnTo>
                <a:cubicBezTo>
                  <a:pt x="947568" y="424987"/>
                  <a:pt x="522581" y="0"/>
                  <a:pt x="0" y="0"/>
                </a:cubicBezTo>
                <a:close/>
              </a:path>
            </a:pathLst>
          </a:custGeom>
          <a:solidFill>
            <a:schemeClr val="bg1"/>
          </a:solidFill>
          <a:ln w="28289" cap="flat">
            <a:noFill/>
            <a:prstDash val="solid"/>
            <a:miter/>
          </a:ln>
        </p:spPr>
        <p:txBody>
          <a:bodyPr rtlCol="0" anchor="ctr"/>
          <a:lstStyle/>
          <a:p>
            <a:endParaRPr lang="en-GB">
              <a:latin typeface="Arial" panose="020B0604020202020204" pitchFamily="34" charset="0"/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111CB26E-FE46-4F6A-D3FE-038486E9864A}"/>
              </a:ext>
            </a:extLst>
          </p:cNvPr>
          <p:cNvSpPr/>
          <p:nvPr/>
        </p:nvSpPr>
        <p:spPr>
          <a:xfrm>
            <a:off x="508000" y="5311232"/>
            <a:ext cx="550321" cy="550321"/>
          </a:xfrm>
          <a:custGeom>
            <a:avLst/>
            <a:gdLst>
              <a:gd name="connsiteX0" fmla="*/ 947568 w 947568"/>
              <a:gd name="connsiteY0" fmla="*/ 592088 h 947568"/>
              <a:gd name="connsiteX1" fmla="*/ 355196 w 947568"/>
              <a:gd name="connsiteY1" fmla="*/ 592088 h 947568"/>
              <a:gd name="connsiteX2" fmla="*/ 355196 w 947568"/>
              <a:gd name="connsiteY2" fmla="*/ 0 h 947568"/>
              <a:gd name="connsiteX3" fmla="*/ 0 w 947568"/>
              <a:gd name="connsiteY3" fmla="*/ 0 h 947568"/>
              <a:gd name="connsiteX4" fmla="*/ 0 w 947568"/>
              <a:gd name="connsiteY4" fmla="*/ 947568 h 947568"/>
              <a:gd name="connsiteX5" fmla="*/ 947568 w 947568"/>
              <a:gd name="connsiteY5" fmla="*/ 947568 h 947568"/>
              <a:gd name="connsiteX6" fmla="*/ 947568 w 947568"/>
              <a:gd name="connsiteY6" fmla="*/ 592088 h 947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47568" h="947568">
                <a:moveTo>
                  <a:pt x="947568" y="592088"/>
                </a:moveTo>
                <a:lnTo>
                  <a:pt x="355196" y="592088"/>
                </a:lnTo>
                <a:lnTo>
                  <a:pt x="355196" y="0"/>
                </a:lnTo>
                <a:lnTo>
                  <a:pt x="0" y="0"/>
                </a:lnTo>
                <a:lnTo>
                  <a:pt x="0" y="947568"/>
                </a:lnTo>
                <a:lnTo>
                  <a:pt x="947568" y="947568"/>
                </a:lnTo>
                <a:lnTo>
                  <a:pt x="947568" y="592088"/>
                </a:lnTo>
                <a:close/>
              </a:path>
            </a:pathLst>
          </a:custGeom>
          <a:solidFill>
            <a:schemeClr val="bg1"/>
          </a:solidFill>
          <a:ln w="28289" cap="flat">
            <a:noFill/>
            <a:prstDash val="solid"/>
            <a:miter/>
          </a:ln>
        </p:spPr>
        <p:txBody>
          <a:bodyPr rtlCol="0" anchor="ctr"/>
          <a:lstStyle/>
          <a:p>
            <a:endParaRPr lang="en-GB">
              <a:latin typeface="Arial" panose="020B0604020202020204" pitchFamily="34" charset="0"/>
            </a:endParaRP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A0C3EC74-8E7A-2D64-527E-D7662017813D}"/>
              </a:ext>
            </a:extLst>
          </p:cNvPr>
          <p:cNvSpPr/>
          <p:nvPr/>
        </p:nvSpPr>
        <p:spPr>
          <a:xfrm>
            <a:off x="508000" y="508000"/>
            <a:ext cx="550800" cy="550800"/>
          </a:xfrm>
          <a:custGeom>
            <a:avLst/>
            <a:gdLst>
              <a:gd name="connsiteX0" fmla="*/ 355196 w 947568"/>
              <a:gd name="connsiteY0" fmla="*/ 355196 h 947568"/>
              <a:gd name="connsiteX1" fmla="*/ 947568 w 947568"/>
              <a:gd name="connsiteY1" fmla="*/ 355196 h 947568"/>
              <a:gd name="connsiteX2" fmla="*/ 947568 w 947568"/>
              <a:gd name="connsiteY2" fmla="*/ 0 h 947568"/>
              <a:gd name="connsiteX3" fmla="*/ 0 w 947568"/>
              <a:gd name="connsiteY3" fmla="*/ 0 h 947568"/>
              <a:gd name="connsiteX4" fmla="*/ 0 w 947568"/>
              <a:gd name="connsiteY4" fmla="*/ 947568 h 947568"/>
              <a:gd name="connsiteX5" fmla="*/ 355196 w 947568"/>
              <a:gd name="connsiteY5" fmla="*/ 947568 h 947568"/>
              <a:gd name="connsiteX6" fmla="*/ 355196 w 947568"/>
              <a:gd name="connsiteY6" fmla="*/ 355196 h 947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47568" h="947568">
                <a:moveTo>
                  <a:pt x="355196" y="355196"/>
                </a:moveTo>
                <a:lnTo>
                  <a:pt x="947568" y="355196"/>
                </a:lnTo>
                <a:lnTo>
                  <a:pt x="947568" y="0"/>
                </a:lnTo>
                <a:lnTo>
                  <a:pt x="0" y="0"/>
                </a:lnTo>
                <a:lnTo>
                  <a:pt x="0" y="947568"/>
                </a:lnTo>
                <a:lnTo>
                  <a:pt x="355196" y="947568"/>
                </a:lnTo>
                <a:lnTo>
                  <a:pt x="355196" y="355196"/>
                </a:lnTo>
                <a:close/>
              </a:path>
            </a:pathLst>
          </a:custGeom>
          <a:solidFill>
            <a:schemeClr val="bg1"/>
          </a:solidFill>
          <a:ln w="28289" cap="flat">
            <a:noFill/>
            <a:prstDash val="solid"/>
            <a:miter/>
          </a:ln>
        </p:spPr>
        <p:txBody>
          <a:bodyPr rtlCol="0" anchor="ctr"/>
          <a:lstStyle/>
          <a:p>
            <a:endParaRPr lang="en-GB">
              <a:latin typeface="Arial" panose="020B0604020202020204" pitchFamily="34" charset="0"/>
            </a:endParaRPr>
          </a:p>
        </p:txBody>
      </p:sp>
      <p:sp>
        <p:nvSpPr>
          <p:cNvPr id="12" name="Slide Number Placeholder 7">
            <a:extLst>
              <a:ext uri="{FF2B5EF4-FFF2-40B4-BE49-F238E27FC236}">
                <a16:creationId xmlns:a16="http://schemas.microsoft.com/office/drawing/2014/main" id="{C7D46DAF-CF06-4F01-80D9-D11A99C12AB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93938" y="6458114"/>
            <a:ext cx="381000" cy="135305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fld id="{CD602E07-C281-4409-A9EA-EC31ABE6903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E812001D-3C4F-F51F-61F3-4C8EFE54641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54741" y="1394619"/>
            <a:ext cx="4433587" cy="4068763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00000"/>
              </a:lnSpc>
              <a:spcAft>
                <a:spcPts val="0"/>
              </a:spcAft>
              <a:buFont typeface="+mj-lt"/>
              <a:buAutoNum type="arabicPeriod"/>
              <a:defRPr sz="2100">
                <a:solidFill>
                  <a:schemeClr val="bg1"/>
                </a:solidFill>
              </a:defRPr>
            </a:lvl1pPr>
            <a:lvl2pPr marL="36195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contents</a:t>
            </a:r>
          </a:p>
          <a:p>
            <a:pPr lvl="1"/>
            <a:r>
              <a:rPr lang="en-US"/>
              <a:t>Add detail here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1D56C309-CC68-2337-ECBC-1A6CA06357C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13801" y="1394619"/>
            <a:ext cx="4433587" cy="4069080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00000"/>
              </a:lnSpc>
              <a:spcAft>
                <a:spcPts val="0"/>
              </a:spcAft>
              <a:buFont typeface="+mj-lt"/>
              <a:buAutoNum type="arabicPeriod"/>
              <a:defRPr sz="2100">
                <a:solidFill>
                  <a:schemeClr val="bg1"/>
                </a:solidFill>
              </a:defRPr>
            </a:lvl1pPr>
            <a:lvl2pPr marL="36195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contents</a:t>
            </a:r>
          </a:p>
          <a:p>
            <a:pPr lvl="1"/>
            <a:r>
              <a:rPr lang="en-US"/>
              <a:t>Add detail here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A1C3149E-730E-7A82-40B1-0984F261DB0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8001" y="6420228"/>
            <a:ext cx="1268209" cy="189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0932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48">
          <p15:clr>
            <a:srgbClr val="A4A3A4"/>
          </p15:clr>
        </p15:guide>
        <p15:guide id="2" pos="4032">
          <p15:clr>
            <a:srgbClr val="A4A3A4"/>
          </p15:clr>
        </p15:guide>
        <p15:guide id="3" pos="6840">
          <p15:clr>
            <a:srgbClr val="A4A3A4"/>
          </p15:clr>
        </p15:guide>
        <p15:guide id="4" pos="846">
          <p15:clr>
            <a:srgbClr val="A4A3A4"/>
          </p15:clr>
        </p15:guide>
        <p15:guide id="5" orient="horz" pos="876">
          <p15:clr>
            <a:srgbClr val="A4A3A4"/>
          </p15:clr>
        </p15:guide>
        <p15:guide id="6" orient="horz" pos="3444">
          <p15:clr>
            <a:srgbClr val="A4A3A4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F5D5F3E-8C23-F277-2463-6650F50964A4}"/>
              </a:ext>
            </a:extLst>
          </p:cNvPr>
          <p:cNvSpPr/>
          <p:nvPr/>
        </p:nvSpPr>
        <p:spPr>
          <a:xfrm>
            <a:off x="11123882" y="5311233"/>
            <a:ext cx="550321" cy="550320"/>
          </a:xfrm>
          <a:custGeom>
            <a:avLst/>
            <a:gdLst>
              <a:gd name="connsiteX0" fmla="*/ 284 w 947568"/>
              <a:gd name="connsiteY0" fmla="*/ 947284 h 947567"/>
              <a:gd name="connsiteX1" fmla="*/ 284 w 947568"/>
              <a:gd name="connsiteY1" fmla="*/ 592088 h 947567"/>
              <a:gd name="connsiteX2" fmla="*/ 592372 w 947568"/>
              <a:gd name="connsiteY2" fmla="*/ 0 h 947567"/>
              <a:gd name="connsiteX3" fmla="*/ 947568 w 947568"/>
              <a:gd name="connsiteY3" fmla="*/ 0 h 947567"/>
              <a:gd name="connsiteX4" fmla="*/ 0 w 947568"/>
              <a:gd name="connsiteY4" fmla="*/ 947568 h 9475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47568" h="947567">
                <a:moveTo>
                  <a:pt x="284" y="947284"/>
                </a:moveTo>
                <a:lnTo>
                  <a:pt x="284" y="592088"/>
                </a:lnTo>
                <a:cubicBezTo>
                  <a:pt x="326826" y="592088"/>
                  <a:pt x="592372" y="326542"/>
                  <a:pt x="592372" y="0"/>
                </a:cubicBezTo>
                <a:lnTo>
                  <a:pt x="947568" y="0"/>
                </a:lnTo>
                <a:cubicBezTo>
                  <a:pt x="947568" y="522297"/>
                  <a:pt x="522581" y="947568"/>
                  <a:pt x="0" y="947568"/>
                </a:cubicBezTo>
                <a:close/>
              </a:path>
            </a:pathLst>
          </a:custGeom>
          <a:solidFill>
            <a:schemeClr val="bg1"/>
          </a:solidFill>
          <a:ln w="28289" cap="flat">
            <a:noFill/>
            <a:prstDash val="solid"/>
            <a:miter/>
          </a:ln>
        </p:spPr>
        <p:txBody>
          <a:bodyPr rtlCol="0" anchor="ctr"/>
          <a:lstStyle/>
          <a:p>
            <a:endParaRPr lang="en-GB">
              <a:latin typeface="Arial" panose="020B0604020202020204" pitchFamily="34" charset="0"/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5B1B46D9-A198-3F8E-44D8-478B0CC4D934}"/>
              </a:ext>
            </a:extLst>
          </p:cNvPr>
          <p:cNvSpPr/>
          <p:nvPr/>
        </p:nvSpPr>
        <p:spPr>
          <a:xfrm>
            <a:off x="11124047" y="508000"/>
            <a:ext cx="550156" cy="550156"/>
          </a:xfrm>
          <a:custGeom>
            <a:avLst/>
            <a:gdLst>
              <a:gd name="connsiteX0" fmla="*/ 0 w 947284"/>
              <a:gd name="connsiteY0" fmla="*/ 0 h 947284"/>
              <a:gd name="connsiteX1" fmla="*/ 0 w 947284"/>
              <a:gd name="connsiteY1" fmla="*/ 355196 h 947284"/>
              <a:gd name="connsiteX2" fmla="*/ 592088 w 947284"/>
              <a:gd name="connsiteY2" fmla="*/ 947284 h 947284"/>
              <a:gd name="connsiteX3" fmla="*/ 947284 w 947284"/>
              <a:gd name="connsiteY3" fmla="*/ 947284 h 947284"/>
              <a:gd name="connsiteX4" fmla="*/ 0 w 947284"/>
              <a:gd name="connsiteY4" fmla="*/ 0 h 947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47284" h="947284">
                <a:moveTo>
                  <a:pt x="0" y="0"/>
                </a:moveTo>
                <a:lnTo>
                  <a:pt x="0" y="355196"/>
                </a:lnTo>
                <a:cubicBezTo>
                  <a:pt x="326542" y="355196"/>
                  <a:pt x="592088" y="620742"/>
                  <a:pt x="592088" y="947284"/>
                </a:cubicBezTo>
                <a:lnTo>
                  <a:pt x="947284" y="947284"/>
                </a:lnTo>
                <a:cubicBezTo>
                  <a:pt x="947568" y="424987"/>
                  <a:pt x="522581" y="0"/>
                  <a:pt x="0" y="0"/>
                </a:cubicBezTo>
                <a:close/>
              </a:path>
            </a:pathLst>
          </a:custGeom>
          <a:solidFill>
            <a:schemeClr val="bg1"/>
          </a:solidFill>
          <a:ln w="28289" cap="flat">
            <a:noFill/>
            <a:prstDash val="solid"/>
            <a:miter/>
          </a:ln>
        </p:spPr>
        <p:txBody>
          <a:bodyPr rtlCol="0" anchor="ctr"/>
          <a:lstStyle/>
          <a:p>
            <a:endParaRPr lang="en-GB">
              <a:latin typeface="Arial" panose="020B0604020202020204" pitchFamily="34" charset="0"/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111CB26E-FE46-4F6A-D3FE-038486E9864A}"/>
              </a:ext>
            </a:extLst>
          </p:cNvPr>
          <p:cNvSpPr/>
          <p:nvPr/>
        </p:nvSpPr>
        <p:spPr>
          <a:xfrm>
            <a:off x="508000" y="5311232"/>
            <a:ext cx="550321" cy="550321"/>
          </a:xfrm>
          <a:custGeom>
            <a:avLst/>
            <a:gdLst>
              <a:gd name="connsiteX0" fmla="*/ 947568 w 947568"/>
              <a:gd name="connsiteY0" fmla="*/ 592088 h 947568"/>
              <a:gd name="connsiteX1" fmla="*/ 355196 w 947568"/>
              <a:gd name="connsiteY1" fmla="*/ 592088 h 947568"/>
              <a:gd name="connsiteX2" fmla="*/ 355196 w 947568"/>
              <a:gd name="connsiteY2" fmla="*/ 0 h 947568"/>
              <a:gd name="connsiteX3" fmla="*/ 0 w 947568"/>
              <a:gd name="connsiteY3" fmla="*/ 0 h 947568"/>
              <a:gd name="connsiteX4" fmla="*/ 0 w 947568"/>
              <a:gd name="connsiteY4" fmla="*/ 947568 h 947568"/>
              <a:gd name="connsiteX5" fmla="*/ 947568 w 947568"/>
              <a:gd name="connsiteY5" fmla="*/ 947568 h 947568"/>
              <a:gd name="connsiteX6" fmla="*/ 947568 w 947568"/>
              <a:gd name="connsiteY6" fmla="*/ 592088 h 947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47568" h="947568">
                <a:moveTo>
                  <a:pt x="947568" y="592088"/>
                </a:moveTo>
                <a:lnTo>
                  <a:pt x="355196" y="592088"/>
                </a:lnTo>
                <a:lnTo>
                  <a:pt x="355196" y="0"/>
                </a:lnTo>
                <a:lnTo>
                  <a:pt x="0" y="0"/>
                </a:lnTo>
                <a:lnTo>
                  <a:pt x="0" y="947568"/>
                </a:lnTo>
                <a:lnTo>
                  <a:pt x="947568" y="947568"/>
                </a:lnTo>
                <a:lnTo>
                  <a:pt x="947568" y="592088"/>
                </a:lnTo>
                <a:close/>
              </a:path>
            </a:pathLst>
          </a:custGeom>
          <a:solidFill>
            <a:schemeClr val="bg1"/>
          </a:solidFill>
          <a:ln w="28289" cap="flat">
            <a:noFill/>
            <a:prstDash val="solid"/>
            <a:miter/>
          </a:ln>
        </p:spPr>
        <p:txBody>
          <a:bodyPr rtlCol="0" anchor="ctr"/>
          <a:lstStyle/>
          <a:p>
            <a:endParaRPr lang="en-GB">
              <a:latin typeface="Arial" panose="020B0604020202020204" pitchFamily="34" charset="0"/>
            </a:endParaRP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A0C3EC74-8E7A-2D64-527E-D7662017813D}"/>
              </a:ext>
            </a:extLst>
          </p:cNvPr>
          <p:cNvSpPr/>
          <p:nvPr/>
        </p:nvSpPr>
        <p:spPr>
          <a:xfrm>
            <a:off x="508000" y="508000"/>
            <a:ext cx="550800" cy="550800"/>
          </a:xfrm>
          <a:custGeom>
            <a:avLst/>
            <a:gdLst>
              <a:gd name="connsiteX0" fmla="*/ 355196 w 947568"/>
              <a:gd name="connsiteY0" fmla="*/ 355196 h 947568"/>
              <a:gd name="connsiteX1" fmla="*/ 947568 w 947568"/>
              <a:gd name="connsiteY1" fmla="*/ 355196 h 947568"/>
              <a:gd name="connsiteX2" fmla="*/ 947568 w 947568"/>
              <a:gd name="connsiteY2" fmla="*/ 0 h 947568"/>
              <a:gd name="connsiteX3" fmla="*/ 0 w 947568"/>
              <a:gd name="connsiteY3" fmla="*/ 0 h 947568"/>
              <a:gd name="connsiteX4" fmla="*/ 0 w 947568"/>
              <a:gd name="connsiteY4" fmla="*/ 947568 h 947568"/>
              <a:gd name="connsiteX5" fmla="*/ 355196 w 947568"/>
              <a:gd name="connsiteY5" fmla="*/ 947568 h 947568"/>
              <a:gd name="connsiteX6" fmla="*/ 355196 w 947568"/>
              <a:gd name="connsiteY6" fmla="*/ 355196 h 947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47568" h="947568">
                <a:moveTo>
                  <a:pt x="355196" y="355196"/>
                </a:moveTo>
                <a:lnTo>
                  <a:pt x="947568" y="355196"/>
                </a:lnTo>
                <a:lnTo>
                  <a:pt x="947568" y="0"/>
                </a:lnTo>
                <a:lnTo>
                  <a:pt x="0" y="0"/>
                </a:lnTo>
                <a:lnTo>
                  <a:pt x="0" y="947568"/>
                </a:lnTo>
                <a:lnTo>
                  <a:pt x="355196" y="947568"/>
                </a:lnTo>
                <a:lnTo>
                  <a:pt x="355196" y="355196"/>
                </a:lnTo>
                <a:close/>
              </a:path>
            </a:pathLst>
          </a:custGeom>
          <a:solidFill>
            <a:schemeClr val="bg1"/>
          </a:solidFill>
          <a:ln w="28289" cap="flat">
            <a:noFill/>
            <a:prstDash val="solid"/>
            <a:miter/>
          </a:ln>
        </p:spPr>
        <p:txBody>
          <a:bodyPr rtlCol="0" anchor="ctr"/>
          <a:lstStyle/>
          <a:p>
            <a:endParaRPr lang="en-GB">
              <a:latin typeface="Arial" panose="020B0604020202020204" pitchFamily="34" charset="0"/>
            </a:endParaRPr>
          </a:p>
        </p:txBody>
      </p:sp>
      <p:sp>
        <p:nvSpPr>
          <p:cNvPr id="12" name="Slide Number Placeholder 7">
            <a:extLst>
              <a:ext uri="{FF2B5EF4-FFF2-40B4-BE49-F238E27FC236}">
                <a16:creationId xmlns:a16="http://schemas.microsoft.com/office/drawing/2014/main" id="{A10B826E-E24B-47B7-8A39-26E09A26807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93938" y="6458114"/>
            <a:ext cx="381000" cy="135305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fld id="{CD602E07-C281-4409-A9EA-EC31ABE6903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0A7023-46C6-2017-D693-96E78549DA3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4113" y="2146761"/>
            <a:ext cx="9173787" cy="1163089"/>
          </a:xfrm>
          <a:prstGeom prst="rect">
            <a:avLst/>
          </a:prstGeom>
          <a:noFill/>
        </p:spPr>
        <p:txBody>
          <a:bodyPr lIns="0" anchor="ctr"/>
          <a:lstStyle>
            <a:lvl1pPr algn="l"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to add title style</a:t>
            </a:r>
            <a:br>
              <a:rPr lang="en-US"/>
            </a:br>
            <a:r>
              <a:rPr lang="en-US"/>
              <a:t>Click to add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942C18-1400-2BD7-30E5-8F66D2AF373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94113" y="3549229"/>
            <a:ext cx="7315199" cy="487363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ct val="90000"/>
              </a:lnSpc>
              <a:buNone/>
              <a:defRPr sz="2100" b="1">
                <a:solidFill>
                  <a:schemeClr val="accent4"/>
                </a:solidFill>
                <a:latin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subtitle</a:t>
            </a:r>
            <a:endParaRPr lang="en-GB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D5FCE9B9-AF87-77F3-54ED-B8A4C7C97D25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8001" y="6420228"/>
            <a:ext cx="1268209" cy="189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92278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216">
          <p15:clr>
            <a:srgbClr val="A4A3A4"/>
          </p15:clr>
        </p15:guide>
        <p15:guide id="2" pos="432">
          <p15:clr>
            <a:srgbClr val="A4A3A4"/>
          </p15:clr>
        </p15:guide>
        <p15:guide id="3" pos="5040">
          <p15:clr>
            <a:srgbClr val="A4A3A4"/>
          </p15:clr>
        </p15:guide>
        <p15:guide id="4" orient="horz" pos="1344">
          <p15:clr>
            <a:srgbClr val="A4A3A4"/>
          </p15:clr>
        </p15:guide>
        <p15:guide id="5" orient="horz" pos="2088">
          <p15:clr>
            <a:srgbClr val="A4A3A4"/>
          </p15:clr>
        </p15:guide>
        <p15:guide id="6" orient="horz" pos="2232">
          <p15:clr>
            <a:srgbClr val="A4A3A4"/>
          </p15:clr>
        </p15:guide>
        <p15:guide id="7" orient="horz" pos="2544">
          <p15:clr>
            <a:srgbClr val="A4A3A4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985F87A-13EF-A083-C774-0DF48381096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CD602E07-C281-4409-A9EA-EC31ABE6903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F5D5F3E-8C23-F277-2463-6650F50964A4}"/>
              </a:ext>
            </a:extLst>
          </p:cNvPr>
          <p:cNvSpPr/>
          <p:nvPr/>
        </p:nvSpPr>
        <p:spPr>
          <a:xfrm>
            <a:off x="11123882" y="5311233"/>
            <a:ext cx="550321" cy="550320"/>
          </a:xfrm>
          <a:custGeom>
            <a:avLst/>
            <a:gdLst>
              <a:gd name="connsiteX0" fmla="*/ 284 w 947568"/>
              <a:gd name="connsiteY0" fmla="*/ 947284 h 947567"/>
              <a:gd name="connsiteX1" fmla="*/ 284 w 947568"/>
              <a:gd name="connsiteY1" fmla="*/ 592088 h 947567"/>
              <a:gd name="connsiteX2" fmla="*/ 592372 w 947568"/>
              <a:gd name="connsiteY2" fmla="*/ 0 h 947567"/>
              <a:gd name="connsiteX3" fmla="*/ 947568 w 947568"/>
              <a:gd name="connsiteY3" fmla="*/ 0 h 947567"/>
              <a:gd name="connsiteX4" fmla="*/ 0 w 947568"/>
              <a:gd name="connsiteY4" fmla="*/ 947568 h 9475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47568" h="947567">
                <a:moveTo>
                  <a:pt x="284" y="947284"/>
                </a:moveTo>
                <a:lnTo>
                  <a:pt x="284" y="592088"/>
                </a:lnTo>
                <a:cubicBezTo>
                  <a:pt x="326826" y="592088"/>
                  <a:pt x="592372" y="326542"/>
                  <a:pt x="592372" y="0"/>
                </a:cubicBezTo>
                <a:lnTo>
                  <a:pt x="947568" y="0"/>
                </a:lnTo>
                <a:cubicBezTo>
                  <a:pt x="947568" y="522297"/>
                  <a:pt x="522581" y="947568"/>
                  <a:pt x="0" y="947568"/>
                </a:cubicBezTo>
                <a:close/>
              </a:path>
            </a:pathLst>
          </a:custGeom>
          <a:solidFill>
            <a:srgbClr val="000000"/>
          </a:solidFill>
          <a:ln w="28289" cap="flat">
            <a:noFill/>
            <a:prstDash val="solid"/>
            <a:miter/>
          </a:ln>
        </p:spPr>
        <p:txBody>
          <a:bodyPr rtlCol="0" anchor="ctr"/>
          <a:lstStyle/>
          <a:p>
            <a:endParaRPr lang="en-GB">
              <a:latin typeface="Arial" panose="020B0604020202020204" pitchFamily="34" charset="0"/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5B1B46D9-A198-3F8E-44D8-478B0CC4D934}"/>
              </a:ext>
            </a:extLst>
          </p:cNvPr>
          <p:cNvSpPr/>
          <p:nvPr/>
        </p:nvSpPr>
        <p:spPr>
          <a:xfrm>
            <a:off x="11124047" y="508000"/>
            <a:ext cx="550156" cy="550156"/>
          </a:xfrm>
          <a:custGeom>
            <a:avLst/>
            <a:gdLst>
              <a:gd name="connsiteX0" fmla="*/ 0 w 947284"/>
              <a:gd name="connsiteY0" fmla="*/ 0 h 947284"/>
              <a:gd name="connsiteX1" fmla="*/ 0 w 947284"/>
              <a:gd name="connsiteY1" fmla="*/ 355196 h 947284"/>
              <a:gd name="connsiteX2" fmla="*/ 592088 w 947284"/>
              <a:gd name="connsiteY2" fmla="*/ 947284 h 947284"/>
              <a:gd name="connsiteX3" fmla="*/ 947284 w 947284"/>
              <a:gd name="connsiteY3" fmla="*/ 947284 h 947284"/>
              <a:gd name="connsiteX4" fmla="*/ 0 w 947284"/>
              <a:gd name="connsiteY4" fmla="*/ 0 h 947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47284" h="947284">
                <a:moveTo>
                  <a:pt x="0" y="0"/>
                </a:moveTo>
                <a:lnTo>
                  <a:pt x="0" y="355196"/>
                </a:lnTo>
                <a:cubicBezTo>
                  <a:pt x="326542" y="355196"/>
                  <a:pt x="592088" y="620742"/>
                  <a:pt x="592088" y="947284"/>
                </a:cubicBezTo>
                <a:lnTo>
                  <a:pt x="947284" y="947284"/>
                </a:lnTo>
                <a:cubicBezTo>
                  <a:pt x="947568" y="424987"/>
                  <a:pt x="522581" y="0"/>
                  <a:pt x="0" y="0"/>
                </a:cubicBezTo>
                <a:close/>
              </a:path>
            </a:pathLst>
          </a:custGeom>
          <a:solidFill>
            <a:srgbClr val="000000"/>
          </a:solidFill>
          <a:ln w="28289" cap="flat">
            <a:noFill/>
            <a:prstDash val="solid"/>
            <a:miter/>
          </a:ln>
        </p:spPr>
        <p:txBody>
          <a:bodyPr rtlCol="0" anchor="ctr"/>
          <a:lstStyle/>
          <a:p>
            <a:endParaRPr lang="en-GB">
              <a:latin typeface="Arial" panose="020B0604020202020204" pitchFamily="34" charset="0"/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111CB26E-FE46-4F6A-D3FE-038486E9864A}"/>
              </a:ext>
            </a:extLst>
          </p:cNvPr>
          <p:cNvSpPr/>
          <p:nvPr/>
        </p:nvSpPr>
        <p:spPr>
          <a:xfrm>
            <a:off x="508000" y="5311232"/>
            <a:ext cx="550321" cy="550321"/>
          </a:xfrm>
          <a:custGeom>
            <a:avLst/>
            <a:gdLst>
              <a:gd name="connsiteX0" fmla="*/ 947568 w 947568"/>
              <a:gd name="connsiteY0" fmla="*/ 592088 h 947568"/>
              <a:gd name="connsiteX1" fmla="*/ 355196 w 947568"/>
              <a:gd name="connsiteY1" fmla="*/ 592088 h 947568"/>
              <a:gd name="connsiteX2" fmla="*/ 355196 w 947568"/>
              <a:gd name="connsiteY2" fmla="*/ 0 h 947568"/>
              <a:gd name="connsiteX3" fmla="*/ 0 w 947568"/>
              <a:gd name="connsiteY3" fmla="*/ 0 h 947568"/>
              <a:gd name="connsiteX4" fmla="*/ 0 w 947568"/>
              <a:gd name="connsiteY4" fmla="*/ 947568 h 947568"/>
              <a:gd name="connsiteX5" fmla="*/ 947568 w 947568"/>
              <a:gd name="connsiteY5" fmla="*/ 947568 h 947568"/>
              <a:gd name="connsiteX6" fmla="*/ 947568 w 947568"/>
              <a:gd name="connsiteY6" fmla="*/ 592088 h 947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47568" h="947568">
                <a:moveTo>
                  <a:pt x="947568" y="592088"/>
                </a:moveTo>
                <a:lnTo>
                  <a:pt x="355196" y="592088"/>
                </a:lnTo>
                <a:lnTo>
                  <a:pt x="355196" y="0"/>
                </a:lnTo>
                <a:lnTo>
                  <a:pt x="0" y="0"/>
                </a:lnTo>
                <a:lnTo>
                  <a:pt x="0" y="947568"/>
                </a:lnTo>
                <a:lnTo>
                  <a:pt x="947568" y="947568"/>
                </a:lnTo>
                <a:lnTo>
                  <a:pt x="947568" y="592088"/>
                </a:lnTo>
                <a:close/>
              </a:path>
            </a:pathLst>
          </a:custGeom>
          <a:solidFill>
            <a:srgbClr val="000000"/>
          </a:solidFill>
          <a:ln w="28289" cap="flat">
            <a:noFill/>
            <a:prstDash val="solid"/>
            <a:miter/>
          </a:ln>
        </p:spPr>
        <p:txBody>
          <a:bodyPr rtlCol="0" anchor="ctr"/>
          <a:lstStyle/>
          <a:p>
            <a:endParaRPr lang="en-GB">
              <a:latin typeface="Arial" panose="020B0604020202020204" pitchFamily="34" charset="0"/>
            </a:endParaRP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A0C3EC74-8E7A-2D64-527E-D7662017813D}"/>
              </a:ext>
            </a:extLst>
          </p:cNvPr>
          <p:cNvSpPr/>
          <p:nvPr/>
        </p:nvSpPr>
        <p:spPr>
          <a:xfrm>
            <a:off x="508000" y="508000"/>
            <a:ext cx="550800" cy="550800"/>
          </a:xfrm>
          <a:custGeom>
            <a:avLst/>
            <a:gdLst>
              <a:gd name="connsiteX0" fmla="*/ 355196 w 947568"/>
              <a:gd name="connsiteY0" fmla="*/ 355196 h 947568"/>
              <a:gd name="connsiteX1" fmla="*/ 947568 w 947568"/>
              <a:gd name="connsiteY1" fmla="*/ 355196 h 947568"/>
              <a:gd name="connsiteX2" fmla="*/ 947568 w 947568"/>
              <a:gd name="connsiteY2" fmla="*/ 0 h 947568"/>
              <a:gd name="connsiteX3" fmla="*/ 0 w 947568"/>
              <a:gd name="connsiteY3" fmla="*/ 0 h 947568"/>
              <a:gd name="connsiteX4" fmla="*/ 0 w 947568"/>
              <a:gd name="connsiteY4" fmla="*/ 947568 h 947568"/>
              <a:gd name="connsiteX5" fmla="*/ 355196 w 947568"/>
              <a:gd name="connsiteY5" fmla="*/ 947568 h 947568"/>
              <a:gd name="connsiteX6" fmla="*/ 355196 w 947568"/>
              <a:gd name="connsiteY6" fmla="*/ 355196 h 947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47568" h="947568">
                <a:moveTo>
                  <a:pt x="355196" y="355196"/>
                </a:moveTo>
                <a:lnTo>
                  <a:pt x="947568" y="355196"/>
                </a:lnTo>
                <a:lnTo>
                  <a:pt x="947568" y="0"/>
                </a:lnTo>
                <a:lnTo>
                  <a:pt x="0" y="0"/>
                </a:lnTo>
                <a:lnTo>
                  <a:pt x="0" y="947568"/>
                </a:lnTo>
                <a:lnTo>
                  <a:pt x="355196" y="947568"/>
                </a:lnTo>
                <a:lnTo>
                  <a:pt x="355196" y="355196"/>
                </a:lnTo>
                <a:close/>
              </a:path>
            </a:pathLst>
          </a:custGeom>
          <a:solidFill>
            <a:srgbClr val="000000"/>
          </a:solidFill>
          <a:ln w="28289" cap="flat">
            <a:noFill/>
            <a:prstDash val="solid"/>
            <a:miter/>
          </a:ln>
        </p:spPr>
        <p:txBody>
          <a:bodyPr rtlCol="0" anchor="ctr"/>
          <a:lstStyle/>
          <a:p>
            <a:endParaRPr lang="en-GB">
              <a:latin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DBDFB1-6A50-2764-E6BC-F83FC05CCEA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4113" y="2146761"/>
            <a:ext cx="9173787" cy="1163089"/>
          </a:xfrm>
          <a:prstGeom prst="rect">
            <a:avLst/>
          </a:prstGeom>
          <a:noFill/>
        </p:spPr>
        <p:txBody>
          <a:bodyPr lIns="0" anchor="ctr"/>
          <a:lstStyle>
            <a:lvl1pPr algn="l"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to add title style</a:t>
            </a:r>
            <a:br>
              <a:rPr lang="en-US"/>
            </a:br>
            <a:r>
              <a:rPr lang="en-US"/>
              <a:t>Click to add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7DC70B-2EB7-CD2E-E527-99F85D599E2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94113" y="3549229"/>
            <a:ext cx="7315199" cy="487363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ct val="90000"/>
              </a:lnSpc>
              <a:buNone/>
              <a:defRPr sz="2100" b="1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subtitle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17342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216">
          <p15:clr>
            <a:srgbClr val="A4A3A4"/>
          </p15:clr>
        </p15:guide>
        <p15:guide id="2" pos="5040">
          <p15:clr>
            <a:srgbClr val="A4A3A4"/>
          </p15:clr>
        </p15:guide>
        <p15:guide id="3" pos="432">
          <p15:clr>
            <a:srgbClr val="A4A3A4"/>
          </p15:clr>
        </p15:guide>
        <p15:guide id="4" orient="horz" pos="1344">
          <p15:clr>
            <a:srgbClr val="A4A3A4"/>
          </p15:clr>
        </p15:guide>
        <p15:guide id="5" orient="horz" pos="2088">
          <p15:clr>
            <a:srgbClr val="A4A3A4"/>
          </p15:clr>
        </p15:guide>
        <p15:guide id="6" orient="horz" pos="2232">
          <p15:clr>
            <a:srgbClr val="A4A3A4"/>
          </p15:clr>
        </p15:guide>
        <p15:guide id="7" orient="horz" pos="2544">
          <p15:clr>
            <a:srgbClr val="A4A3A4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Light Colour">
    <p:bg>
      <p:bgPr>
        <a:solidFill>
          <a:srgbClr val="99F5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985F87A-13EF-A083-C774-0DF48381096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CD602E07-C281-4409-A9EA-EC31ABE6903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F5D5F3E-8C23-F277-2463-6650F50964A4}"/>
              </a:ext>
            </a:extLst>
          </p:cNvPr>
          <p:cNvSpPr/>
          <p:nvPr/>
        </p:nvSpPr>
        <p:spPr>
          <a:xfrm>
            <a:off x="11123882" y="5311233"/>
            <a:ext cx="550321" cy="550320"/>
          </a:xfrm>
          <a:custGeom>
            <a:avLst/>
            <a:gdLst>
              <a:gd name="connsiteX0" fmla="*/ 284 w 947568"/>
              <a:gd name="connsiteY0" fmla="*/ 947284 h 947567"/>
              <a:gd name="connsiteX1" fmla="*/ 284 w 947568"/>
              <a:gd name="connsiteY1" fmla="*/ 592088 h 947567"/>
              <a:gd name="connsiteX2" fmla="*/ 592372 w 947568"/>
              <a:gd name="connsiteY2" fmla="*/ 0 h 947567"/>
              <a:gd name="connsiteX3" fmla="*/ 947568 w 947568"/>
              <a:gd name="connsiteY3" fmla="*/ 0 h 947567"/>
              <a:gd name="connsiteX4" fmla="*/ 0 w 947568"/>
              <a:gd name="connsiteY4" fmla="*/ 947568 h 9475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47568" h="947567">
                <a:moveTo>
                  <a:pt x="284" y="947284"/>
                </a:moveTo>
                <a:lnTo>
                  <a:pt x="284" y="592088"/>
                </a:lnTo>
                <a:cubicBezTo>
                  <a:pt x="326826" y="592088"/>
                  <a:pt x="592372" y="326542"/>
                  <a:pt x="592372" y="0"/>
                </a:cubicBezTo>
                <a:lnTo>
                  <a:pt x="947568" y="0"/>
                </a:lnTo>
                <a:cubicBezTo>
                  <a:pt x="947568" y="522297"/>
                  <a:pt x="522581" y="947568"/>
                  <a:pt x="0" y="947568"/>
                </a:cubicBezTo>
                <a:close/>
              </a:path>
            </a:pathLst>
          </a:custGeom>
          <a:solidFill>
            <a:srgbClr val="000000"/>
          </a:solidFill>
          <a:ln w="28289" cap="flat">
            <a:noFill/>
            <a:prstDash val="solid"/>
            <a:miter/>
          </a:ln>
        </p:spPr>
        <p:txBody>
          <a:bodyPr rtlCol="0" anchor="ctr"/>
          <a:lstStyle/>
          <a:p>
            <a:endParaRPr lang="en-GB">
              <a:latin typeface="Arial" panose="020B0604020202020204" pitchFamily="34" charset="0"/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5B1B46D9-A198-3F8E-44D8-478B0CC4D934}"/>
              </a:ext>
            </a:extLst>
          </p:cNvPr>
          <p:cNvSpPr/>
          <p:nvPr/>
        </p:nvSpPr>
        <p:spPr>
          <a:xfrm>
            <a:off x="11124047" y="508000"/>
            <a:ext cx="550156" cy="550156"/>
          </a:xfrm>
          <a:custGeom>
            <a:avLst/>
            <a:gdLst>
              <a:gd name="connsiteX0" fmla="*/ 0 w 947284"/>
              <a:gd name="connsiteY0" fmla="*/ 0 h 947284"/>
              <a:gd name="connsiteX1" fmla="*/ 0 w 947284"/>
              <a:gd name="connsiteY1" fmla="*/ 355196 h 947284"/>
              <a:gd name="connsiteX2" fmla="*/ 592088 w 947284"/>
              <a:gd name="connsiteY2" fmla="*/ 947284 h 947284"/>
              <a:gd name="connsiteX3" fmla="*/ 947284 w 947284"/>
              <a:gd name="connsiteY3" fmla="*/ 947284 h 947284"/>
              <a:gd name="connsiteX4" fmla="*/ 0 w 947284"/>
              <a:gd name="connsiteY4" fmla="*/ 0 h 947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47284" h="947284">
                <a:moveTo>
                  <a:pt x="0" y="0"/>
                </a:moveTo>
                <a:lnTo>
                  <a:pt x="0" y="355196"/>
                </a:lnTo>
                <a:cubicBezTo>
                  <a:pt x="326542" y="355196"/>
                  <a:pt x="592088" y="620742"/>
                  <a:pt x="592088" y="947284"/>
                </a:cubicBezTo>
                <a:lnTo>
                  <a:pt x="947284" y="947284"/>
                </a:lnTo>
                <a:cubicBezTo>
                  <a:pt x="947568" y="424987"/>
                  <a:pt x="522581" y="0"/>
                  <a:pt x="0" y="0"/>
                </a:cubicBezTo>
                <a:close/>
              </a:path>
            </a:pathLst>
          </a:custGeom>
          <a:solidFill>
            <a:srgbClr val="000000"/>
          </a:solidFill>
          <a:ln w="28289" cap="flat">
            <a:noFill/>
            <a:prstDash val="solid"/>
            <a:miter/>
          </a:ln>
        </p:spPr>
        <p:txBody>
          <a:bodyPr rtlCol="0" anchor="ctr"/>
          <a:lstStyle/>
          <a:p>
            <a:endParaRPr lang="en-GB">
              <a:latin typeface="Arial" panose="020B0604020202020204" pitchFamily="34" charset="0"/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111CB26E-FE46-4F6A-D3FE-038486E9864A}"/>
              </a:ext>
            </a:extLst>
          </p:cNvPr>
          <p:cNvSpPr/>
          <p:nvPr/>
        </p:nvSpPr>
        <p:spPr>
          <a:xfrm>
            <a:off x="508000" y="5311232"/>
            <a:ext cx="550321" cy="550321"/>
          </a:xfrm>
          <a:custGeom>
            <a:avLst/>
            <a:gdLst>
              <a:gd name="connsiteX0" fmla="*/ 947568 w 947568"/>
              <a:gd name="connsiteY0" fmla="*/ 592088 h 947568"/>
              <a:gd name="connsiteX1" fmla="*/ 355196 w 947568"/>
              <a:gd name="connsiteY1" fmla="*/ 592088 h 947568"/>
              <a:gd name="connsiteX2" fmla="*/ 355196 w 947568"/>
              <a:gd name="connsiteY2" fmla="*/ 0 h 947568"/>
              <a:gd name="connsiteX3" fmla="*/ 0 w 947568"/>
              <a:gd name="connsiteY3" fmla="*/ 0 h 947568"/>
              <a:gd name="connsiteX4" fmla="*/ 0 w 947568"/>
              <a:gd name="connsiteY4" fmla="*/ 947568 h 947568"/>
              <a:gd name="connsiteX5" fmla="*/ 947568 w 947568"/>
              <a:gd name="connsiteY5" fmla="*/ 947568 h 947568"/>
              <a:gd name="connsiteX6" fmla="*/ 947568 w 947568"/>
              <a:gd name="connsiteY6" fmla="*/ 592088 h 947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47568" h="947568">
                <a:moveTo>
                  <a:pt x="947568" y="592088"/>
                </a:moveTo>
                <a:lnTo>
                  <a:pt x="355196" y="592088"/>
                </a:lnTo>
                <a:lnTo>
                  <a:pt x="355196" y="0"/>
                </a:lnTo>
                <a:lnTo>
                  <a:pt x="0" y="0"/>
                </a:lnTo>
                <a:lnTo>
                  <a:pt x="0" y="947568"/>
                </a:lnTo>
                <a:lnTo>
                  <a:pt x="947568" y="947568"/>
                </a:lnTo>
                <a:lnTo>
                  <a:pt x="947568" y="592088"/>
                </a:lnTo>
                <a:close/>
              </a:path>
            </a:pathLst>
          </a:custGeom>
          <a:solidFill>
            <a:srgbClr val="000000"/>
          </a:solidFill>
          <a:ln w="28289" cap="flat">
            <a:noFill/>
            <a:prstDash val="solid"/>
            <a:miter/>
          </a:ln>
        </p:spPr>
        <p:txBody>
          <a:bodyPr rtlCol="0" anchor="ctr"/>
          <a:lstStyle/>
          <a:p>
            <a:endParaRPr lang="en-GB">
              <a:latin typeface="Arial" panose="020B0604020202020204" pitchFamily="34" charset="0"/>
            </a:endParaRP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A0C3EC74-8E7A-2D64-527E-D7662017813D}"/>
              </a:ext>
            </a:extLst>
          </p:cNvPr>
          <p:cNvSpPr/>
          <p:nvPr/>
        </p:nvSpPr>
        <p:spPr>
          <a:xfrm>
            <a:off x="508000" y="508000"/>
            <a:ext cx="550800" cy="550800"/>
          </a:xfrm>
          <a:custGeom>
            <a:avLst/>
            <a:gdLst>
              <a:gd name="connsiteX0" fmla="*/ 355196 w 947568"/>
              <a:gd name="connsiteY0" fmla="*/ 355196 h 947568"/>
              <a:gd name="connsiteX1" fmla="*/ 947568 w 947568"/>
              <a:gd name="connsiteY1" fmla="*/ 355196 h 947568"/>
              <a:gd name="connsiteX2" fmla="*/ 947568 w 947568"/>
              <a:gd name="connsiteY2" fmla="*/ 0 h 947568"/>
              <a:gd name="connsiteX3" fmla="*/ 0 w 947568"/>
              <a:gd name="connsiteY3" fmla="*/ 0 h 947568"/>
              <a:gd name="connsiteX4" fmla="*/ 0 w 947568"/>
              <a:gd name="connsiteY4" fmla="*/ 947568 h 947568"/>
              <a:gd name="connsiteX5" fmla="*/ 355196 w 947568"/>
              <a:gd name="connsiteY5" fmla="*/ 947568 h 947568"/>
              <a:gd name="connsiteX6" fmla="*/ 355196 w 947568"/>
              <a:gd name="connsiteY6" fmla="*/ 355196 h 947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47568" h="947568">
                <a:moveTo>
                  <a:pt x="355196" y="355196"/>
                </a:moveTo>
                <a:lnTo>
                  <a:pt x="947568" y="355196"/>
                </a:lnTo>
                <a:lnTo>
                  <a:pt x="947568" y="0"/>
                </a:lnTo>
                <a:lnTo>
                  <a:pt x="0" y="0"/>
                </a:lnTo>
                <a:lnTo>
                  <a:pt x="0" y="947568"/>
                </a:lnTo>
                <a:lnTo>
                  <a:pt x="355196" y="947568"/>
                </a:lnTo>
                <a:lnTo>
                  <a:pt x="355196" y="355196"/>
                </a:lnTo>
                <a:close/>
              </a:path>
            </a:pathLst>
          </a:custGeom>
          <a:solidFill>
            <a:srgbClr val="000000"/>
          </a:solidFill>
          <a:ln w="28289" cap="flat">
            <a:noFill/>
            <a:prstDash val="solid"/>
            <a:miter/>
          </a:ln>
        </p:spPr>
        <p:txBody>
          <a:bodyPr rtlCol="0" anchor="ctr"/>
          <a:lstStyle/>
          <a:p>
            <a:endParaRPr lang="en-GB">
              <a:latin typeface="Arial" panose="020B0604020202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6E501EE-6A7B-3E11-486C-212A70DF247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4113" y="2146761"/>
            <a:ext cx="9173787" cy="1163089"/>
          </a:xfrm>
          <a:prstGeom prst="rect">
            <a:avLst/>
          </a:prstGeom>
          <a:noFill/>
        </p:spPr>
        <p:txBody>
          <a:bodyPr lIns="0" anchor="ctr"/>
          <a:lstStyle>
            <a:lvl1pPr algn="l"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to add title style</a:t>
            </a:r>
            <a:br>
              <a:rPr lang="en-US"/>
            </a:br>
            <a:r>
              <a:rPr lang="en-US"/>
              <a:t>Click to add title style</a:t>
            </a:r>
            <a:endParaRPr lang="en-GB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74E4FCD8-B6A1-9A83-DBA7-AC6615CDCFC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94113" y="3549229"/>
            <a:ext cx="7315199" cy="487363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ct val="90000"/>
              </a:lnSpc>
              <a:buNone/>
              <a:defRPr sz="21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subtitle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55459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216">
          <p15:clr>
            <a:srgbClr val="A4A3A4"/>
          </p15:clr>
        </p15:guide>
        <p15:guide id="2" pos="5040">
          <p15:clr>
            <a:srgbClr val="A4A3A4"/>
          </p15:clr>
        </p15:guide>
        <p15:guide id="3" pos="432">
          <p15:clr>
            <a:srgbClr val="A4A3A4"/>
          </p15:clr>
        </p15:guide>
        <p15:guide id="4" orient="horz" pos="1344">
          <p15:clr>
            <a:srgbClr val="A4A3A4"/>
          </p15:clr>
        </p15:guide>
        <p15:guide id="5" orient="horz" pos="2088">
          <p15:clr>
            <a:srgbClr val="A4A3A4"/>
          </p15:clr>
        </p15:guide>
        <p15:guide id="6" orient="horz" pos="2232">
          <p15:clr>
            <a:srgbClr val="A4A3A4"/>
          </p15:clr>
        </p15:guide>
        <p15:guide id="7" orient="horz" pos="2544">
          <p15:clr>
            <a:srgbClr val="A4A3A4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Colou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F5D5F3E-8C23-F277-2463-6650F50964A4}"/>
              </a:ext>
            </a:extLst>
          </p:cNvPr>
          <p:cNvSpPr/>
          <p:nvPr/>
        </p:nvSpPr>
        <p:spPr>
          <a:xfrm>
            <a:off x="11123882" y="5311233"/>
            <a:ext cx="550321" cy="550320"/>
          </a:xfrm>
          <a:custGeom>
            <a:avLst/>
            <a:gdLst>
              <a:gd name="connsiteX0" fmla="*/ 284 w 947568"/>
              <a:gd name="connsiteY0" fmla="*/ 947284 h 947567"/>
              <a:gd name="connsiteX1" fmla="*/ 284 w 947568"/>
              <a:gd name="connsiteY1" fmla="*/ 592088 h 947567"/>
              <a:gd name="connsiteX2" fmla="*/ 592372 w 947568"/>
              <a:gd name="connsiteY2" fmla="*/ 0 h 947567"/>
              <a:gd name="connsiteX3" fmla="*/ 947568 w 947568"/>
              <a:gd name="connsiteY3" fmla="*/ 0 h 947567"/>
              <a:gd name="connsiteX4" fmla="*/ 0 w 947568"/>
              <a:gd name="connsiteY4" fmla="*/ 947568 h 9475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47568" h="947567">
                <a:moveTo>
                  <a:pt x="284" y="947284"/>
                </a:moveTo>
                <a:lnTo>
                  <a:pt x="284" y="592088"/>
                </a:lnTo>
                <a:cubicBezTo>
                  <a:pt x="326826" y="592088"/>
                  <a:pt x="592372" y="326542"/>
                  <a:pt x="592372" y="0"/>
                </a:cubicBezTo>
                <a:lnTo>
                  <a:pt x="947568" y="0"/>
                </a:lnTo>
                <a:cubicBezTo>
                  <a:pt x="947568" y="522297"/>
                  <a:pt x="522581" y="947568"/>
                  <a:pt x="0" y="947568"/>
                </a:cubicBezTo>
                <a:close/>
              </a:path>
            </a:pathLst>
          </a:custGeom>
          <a:solidFill>
            <a:schemeClr val="bg1"/>
          </a:solidFill>
          <a:ln w="28289" cap="flat">
            <a:noFill/>
            <a:prstDash val="solid"/>
            <a:miter/>
          </a:ln>
        </p:spPr>
        <p:txBody>
          <a:bodyPr rtlCol="0" anchor="ctr"/>
          <a:lstStyle/>
          <a:p>
            <a:endParaRPr lang="en-GB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5B1B46D9-A198-3F8E-44D8-478B0CC4D934}"/>
              </a:ext>
            </a:extLst>
          </p:cNvPr>
          <p:cNvSpPr/>
          <p:nvPr/>
        </p:nvSpPr>
        <p:spPr>
          <a:xfrm>
            <a:off x="11124047" y="508000"/>
            <a:ext cx="550156" cy="550156"/>
          </a:xfrm>
          <a:custGeom>
            <a:avLst/>
            <a:gdLst>
              <a:gd name="connsiteX0" fmla="*/ 0 w 947284"/>
              <a:gd name="connsiteY0" fmla="*/ 0 h 947284"/>
              <a:gd name="connsiteX1" fmla="*/ 0 w 947284"/>
              <a:gd name="connsiteY1" fmla="*/ 355196 h 947284"/>
              <a:gd name="connsiteX2" fmla="*/ 592088 w 947284"/>
              <a:gd name="connsiteY2" fmla="*/ 947284 h 947284"/>
              <a:gd name="connsiteX3" fmla="*/ 947284 w 947284"/>
              <a:gd name="connsiteY3" fmla="*/ 947284 h 947284"/>
              <a:gd name="connsiteX4" fmla="*/ 0 w 947284"/>
              <a:gd name="connsiteY4" fmla="*/ 0 h 947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47284" h="947284">
                <a:moveTo>
                  <a:pt x="0" y="0"/>
                </a:moveTo>
                <a:lnTo>
                  <a:pt x="0" y="355196"/>
                </a:lnTo>
                <a:cubicBezTo>
                  <a:pt x="326542" y="355196"/>
                  <a:pt x="592088" y="620742"/>
                  <a:pt x="592088" y="947284"/>
                </a:cubicBezTo>
                <a:lnTo>
                  <a:pt x="947284" y="947284"/>
                </a:lnTo>
                <a:cubicBezTo>
                  <a:pt x="947568" y="424987"/>
                  <a:pt x="522581" y="0"/>
                  <a:pt x="0" y="0"/>
                </a:cubicBezTo>
                <a:close/>
              </a:path>
            </a:pathLst>
          </a:custGeom>
          <a:solidFill>
            <a:schemeClr val="bg1"/>
          </a:solidFill>
          <a:ln w="28289" cap="flat">
            <a:noFill/>
            <a:prstDash val="solid"/>
            <a:miter/>
          </a:ln>
        </p:spPr>
        <p:txBody>
          <a:bodyPr rtlCol="0" anchor="ctr"/>
          <a:lstStyle/>
          <a:p>
            <a:endParaRPr lang="en-GB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111CB26E-FE46-4F6A-D3FE-038486E9864A}"/>
              </a:ext>
            </a:extLst>
          </p:cNvPr>
          <p:cNvSpPr/>
          <p:nvPr/>
        </p:nvSpPr>
        <p:spPr>
          <a:xfrm>
            <a:off x="508000" y="5311232"/>
            <a:ext cx="550321" cy="550321"/>
          </a:xfrm>
          <a:custGeom>
            <a:avLst/>
            <a:gdLst>
              <a:gd name="connsiteX0" fmla="*/ 947568 w 947568"/>
              <a:gd name="connsiteY0" fmla="*/ 592088 h 947568"/>
              <a:gd name="connsiteX1" fmla="*/ 355196 w 947568"/>
              <a:gd name="connsiteY1" fmla="*/ 592088 h 947568"/>
              <a:gd name="connsiteX2" fmla="*/ 355196 w 947568"/>
              <a:gd name="connsiteY2" fmla="*/ 0 h 947568"/>
              <a:gd name="connsiteX3" fmla="*/ 0 w 947568"/>
              <a:gd name="connsiteY3" fmla="*/ 0 h 947568"/>
              <a:gd name="connsiteX4" fmla="*/ 0 w 947568"/>
              <a:gd name="connsiteY4" fmla="*/ 947568 h 947568"/>
              <a:gd name="connsiteX5" fmla="*/ 947568 w 947568"/>
              <a:gd name="connsiteY5" fmla="*/ 947568 h 947568"/>
              <a:gd name="connsiteX6" fmla="*/ 947568 w 947568"/>
              <a:gd name="connsiteY6" fmla="*/ 592088 h 947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47568" h="947568">
                <a:moveTo>
                  <a:pt x="947568" y="592088"/>
                </a:moveTo>
                <a:lnTo>
                  <a:pt x="355196" y="592088"/>
                </a:lnTo>
                <a:lnTo>
                  <a:pt x="355196" y="0"/>
                </a:lnTo>
                <a:lnTo>
                  <a:pt x="0" y="0"/>
                </a:lnTo>
                <a:lnTo>
                  <a:pt x="0" y="947568"/>
                </a:lnTo>
                <a:lnTo>
                  <a:pt x="947568" y="947568"/>
                </a:lnTo>
                <a:lnTo>
                  <a:pt x="947568" y="592088"/>
                </a:lnTo>
                <a:close/>
              </a:path>
            </a:pathLst>
          </a:custGeom>
          <a:solidFill>
            <a:schemeClr val="bg1"/>
          </a:solidFill>
          <a:ln w="28289" cap="flat">
            <a:noFill/>
            <a:prstDash val="solid"/>
            <a:miter/>
          </a:ln>
        </p:spPr>
        <p:txBody>
          <a:bodyPr rtlCol="0" anchor="ctr"/>
          <a:lstStyle/>
          <a:p>
            <a:endParaRPr lang="en-GB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A0C3EC74-8E7A-2D64-527E-D7662017813D}"/>
              </a:ext>
            </a:extLst>
          </p:cNvPr>
          <p:cNvSpPr/>
          <p:nvPr/>
        </p:nvSpPr>
        <p:spPr>
          <a:xfrm>
            <a:off x="508000" y="508000"/>
            <a:ext cx="550800" cy="550800"/>
          </a:xfrm>
          <a:custGeom>
            <a:avLst/>
            <a:gdLst>
              <a:gd name="connsiteX0" fmla="*/ 355196 w 947568"/>
              <a:gd name="connsiteY0" fmla="*/ 355196 h 947568"/>
              <a:gd name="connsiteX1" fmla="*/ 947568 w 947568"/>
              <a:gd name="connsiteY1" fmla="*/ 355196 h 947568"/>
              <a:gd name="connsiteX2" fmla="*/ 947568 w 947568"/>
              <a:gd name="connsiteY2" fmla="*/ 0 h 947568"/>
              <a:gd name="connsiteX3" fmla="*/ 0 w 947568"/>
              <a:gd name="connsiteY3" fmla="*/ 0 h 947568"/>
              <a:gd name="connsiteX4" fmla="*/ 0 w 947568"/>
              <a:gd name="connsiteY4" fmla="*/ 947568 h 947568"/>
              <a:gd name="connsiteX5" fmla="*/ 355196 w 947568"/>
              <a:gd name="connsiteY5" fmla="*/ 947568 h 947568"/>
              <a:gd name="connsiteX6" fmla="*/ 355196 w 947568"/>
              <a:gd name="connsiteY6" fmla="*/ 355196 h 947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47568" h="947568">
                <a:moveTo>
                  <a:pt x="355196" y="355196"/>
                </a:moveTo>
                <a:lnTo>
                  <a:pt x="947568" y="355196"/>
                </a:lnTo>
                <a:lnTo>
                  <a:pt x="947568" y="0"/>
                </a:lnTo>
                <a:lnTo>
                  <a:pt x="0" y="0"/>
                </a:lnTo>
                <a:lnTo>
                  <a:pt x="0" y="947568"/>
                </a:lnTo>
                <a:lnTo>
                  <a:pt x="355196" y="947568"/>
                </a:lnTo>
                <a:lnTo>
                  <a:pt x="355196" y="355196"/>
                </a:lnTo>
                <a:close/>
              </a:path>
            </a:pathLst>
          </a:custGeom>
          <a:solidFill>
            <a:schemeClr val="bg1"/>
          </a:solidFill>
          <a:ln w="28289" cap="flat">
            <a:noFill/>
            <a:prstDash val="solid"/>
            <a:miter/>
          </a:ln>
        </p:spPr>
        <p:txBody>
          <a:bodyPr rtlCol="0" anchor="ctr"/>
          <a:lstStyle/>
          <a:p>
            <a:endParaRPr lang="en-GB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3A4C52F9-ADFC-275F-A8D1-3AA35C70E5AE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8001" y="6420228"/>
            <a:ext cx="1280268" cy="190800"/>
          </a:xfrm>
          <a:prstGeom prst="rect">
            <a:avLst/>
          </a:prstGeom>
        </p:spPr>
      </p:pic>
      <p:sp>
        <p:nvSpPr>
          <p:cNvPr id="11" name="Slide Number Placeholder 7">
            <a:extLst>
              <a:ext uri="{FF2B5EF4-FFF2-40B4-BE49-F238E27FC236}">
                <a16:creationId xmlns:a16="http://schemas.microsoft.com/office/drawing/2014/main" id="{5C0BE58D-82B3-4471-9EC1-86B490FA477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93938" y="6458114"/>
            <a:ext cx="381000" cy="135305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fld id="{CD602E07-C281-4409-A9EA-EC31ABE6903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6EDE01-F3ED-767E-AB17-6605550D7C8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4113" y="2146761"/>
            <a:ext cx="9173787" cy="1163089"/>
          </a:xfrm>
          <a:prstGeom prst="rect">
            <a:avLst/>
          </a:prstGeom>
          <a:noFill/>
        </p:spPr>
        <p:txBody>
          <a:bodyPr lIns="0" anchor="ctr"/>
          <a:lstStyle>
            <a:lvl1pPr algn="l"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to add title style</a:t>
            </a:r>
            <a:br>
              <a:rPr lang="en-US"/>
            </a:br>
            <a:r>
              <a:rPr lang="en-US"/>
              <a:t>Click to add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FD3A7D-0E76-03A9-EF86-144A068E166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94113" y="3549229"/>
            <a:ext cx="7315199" cy="487363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ct val="90000"/>
              </a:lnSpc>
              <a:buNone/>
              <a:defRPr sz="21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subtitle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03861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040">
          <p15:clr>
            <a:srgbClr val="A4A3A4"/>
          </p15:clr>
        </p15:guide>
        <p15:guide id="2" pos="432">
          <p15:clr>
            <a:srgbClr val="A4A3A4"/>
          </p15:clr>
        </p15:guide>
        <p15:guide id="3" pos="6216">
          <p15:clr>
            <a:srgbClr val="A4A3A4"/>
          </p15:clr>
        </p15:guide>
        <p15:guide id="4" orient="horz" pos="1344">
          <p15:clr>
            <a:srgbClr val="A4A3A4"/>
          </p15:clr>
        </p15:guide>
        <p15:guide id="5" orient="horz" pos="2088">
          <p15:clr>
            <a:srgbClr val="A4A3A4"/>
          </p15:clr>
        </p15:guide>
        <p15:guide id="6" orient="horz" pos="2232">
          <p15:clr>
            <a:srgbClr val="A4A3A4"/>
          </p15:clr>
        </p15:guide>
        <p15:guide id="7" orient="horz" pos="2544">
          <p15:clr>
            <a:srgbClr val="A4A3A4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 1">
    <p:bg>
      <p:bgPr>
        <a:solidFill>
          <a:srgbClr val="9AB5B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3">
            <a:extLst>
              <a:ext uri="{FF2B5EF4-FFF2-40B4-BE49-F238E27FC236}">
                <a16:creationId xmlns:a16="http://schemas.microsoft.com/office/drawing/2014/main" id="{ECB38475-B39F-6E79-C385-063469C566EA}"/>
              </a:ext>
            </a:extLst>
          </p:cNvPr>
          <p:cNvSpPr/>
          <p:nvPr/>
        </p:nvSpPr>
        <p:spPr>
          <a:xfrm>
            <a:off x="2997187" y="0"/>
            <a:ext cx="3427729" cy="4594860"/>
          </a:xfrm>
          <a:custGeom>
            <a:avLst/>
            <a:gdLst/>
            <a:ahLst/>
            <a:cxnLst/>
            <a:rect l="l" t="t" r="r" b="b"/>
            <a:pathLst>
              <a:path w="3427729" h="4594860">
                <a:moveTo>
                  <a:pt x="2570657" y="0"/>
                </a:moveTo>
                <a:lnTo>
                  <a:pt x="1285328" y="0"/>
                </a:lnTo>
                <a:lnTo>
                  <a:pt x="1285328" y="1166926"/>
                </a:lnTo>
                <a:lnTo>
                  <a:pt x="2570657" y="1166926"/>
                </a:lnTo>
                <a:lnTo>
                  <a:pt x="2570657" y="0"/>
                </a:lnTo>
                <a:close/>
              </a:path>
              <a:path w="3427729" h="4594860">
                <a:moveTo>
                  <a:pt x="3427526" y="3309137"/>
                </a:moveTo>
                <a:lnTo>
                  <a:pt x="3379114" y="3308591"/>
                </a:lnTo>
                <a:lnTo>
                  <a:pt x="3330956" y="3306991"/>
                </a:lnTo>
                <a:lnTo>
                  <a:pt x="3283064" y="3304311"/>
                </a:lnTo>
                <a:lnTo>
                  <a:pt x="3235464" y="3300603"/>
                </a:lnTo>
                <a:lnTo>
                  <a:pt x="3188157" y="3295853"/>
                </a:lnTo>
                <a:lnTo>
                  <a:pt x="3141141" y="3290074"/>
                </a:lnTo>
                <a:lnTo>
                  <a:pt x="3094456" y="3283280"/>
                </a:lnTo>
                <a:lnTo>
                  <a:pt x="3048101" y="3275482"/>
                </a:lnTo>
                <a:lnTo>
                  <a:pt x="3002076" y="3266706"/>
                </a:lnTo>
                <a:lnTo>
                  <a:pt x="2956407" y="3256940"/>
                </a:lnTo>
                <a:lnTo>
                  <a:pt x="2911094" y="3246209"/>
                </a:lnTo>
                <a:lnTo>
                  <a:pt x="2866161" y="3234525"/>
                </a:lnTo>
                <a:lnTo>
                  <a:pt x="2821609" y="3221888"/>
                </a:lnTo>
                <a:lnTo>
                  <a:pt x="2777452" y="3208324"/>
                </a:lnTo>
                <a:lnTo>
                  <a:pt x="2733700" y="3193834"/>
                </a:lnTo>
                <a:lnTo>
                  <a:pt x="2690380" y="3178441"/>
                </a:lnTo>
                <a:lnTo>
                  <a:pt x="2647480" y="3162147"/>
                </a:lnTo>
                <a:lnTo>
                  <a:pt x="2605024" y="3144951"/>
                </a:lnTo>
                <a:lnTo>
                  <a:pt x="2563025" y="3126892"/>
                </a:lnTo>
                <a:lnTo>
                  <a:pt x="2521496" y="3107969"/>
                </a:lnTo>
                <a:lnTo>
                  <a:pt x="2480437" y="3088195"/>
                </a:lnTo>
                <a:lnTo>
                  <a:pt x="2439860" y="3067570"/>
                </a:lnTo>
                <a:lnTo>
                  <a:pt x="2399792" y="3046120"/>
                </a:lnTo>
                <a:lnTo>
                  <a:pt x="2360231" y="3023844"/>
                </a:lnTo>
                <a:lnTo>
                  <a:pt x="2321191" y="3000768"/>
                </a:lnTo>
                <a:lnTo>
                  <a:pt x="2282685" y="2976892"/>
                </a:lnTo>
                <a:lnTo>
                  <a:pt x="2244725" y="2952229"/>
                </a:lnTo>
                <a:lnTo>
                  <a:pt x="2207323" y="2926791"/>
                </a:lnTo>
                <a:lnTo>
                  <a:pt x="2170480" y="2900603"/>
                </a:lnTo>
                <a:lnTo>
                  <a:pt x="2134235" y="2873654"/>
                </a:lnTo>
                <a:lnTo>
                  <a:pt x="2098560" y="2845968"/>
                </a:lnTo>
                <a:lnTo>
                  <a:pt x="2063496" y="2817558"/>
                </a:lnTo>
                <a:lnTo>
                  <a:pt x="2029053" y="2788424"/>
                </a:lnTo>
                <a:lnTo>
                  <a:pt x="1995220" y="2758592"/>
                </a:lnTo>
                <a:lnTo>
                  <a:pt x="1962035" y="2728061"/>
                </a:lnTo>
                <a:lnTo>
                  <a:pt x="1929498" y="2696845"/>
                </a:lnTo>
                <a:lnTo>
                  <a:pt x="1897608" y="2664968"/>
                </a:lnTo>
                <a:lnTo>
                  <a:pt x="1866404" y="2632430"/>
                </a:lnTo>
                <a:lnTo>
                  <a:pt x="1835873" y="2599232"/>
                </a:lnTo>
                <a:lnTo>
                  <a:pt x="1806041" y="2565412"/>
                </a:lnTo>
                <a:lnTo>
                  <a:pt x="1776907" y="2530957"/>
                </a:lnTo>
                <a:lnTo>
                  <a:pt x="1748497" y="2495893"/>
                </a:lnTo>
                <a:lnTo>
                  <a:pt x="1720811" y="2460231"/>
                </a:lnTo>
                <a:lnTo>
                  <a:pt x="1693862" y="2423972"/>
                </a:lnTo>
                <a:lnTo>
                  <a:pt x="1667662" y="2387142"/>
                </a:lnTo>
                <a:lnTo>
                  <a:pt x="1642224" y="2349728"/>
                </a:lnTo>
                <a:lnTo>
                  <a:pt x="1617560" y="2311768"/>
                </a:lnTo>
                <a:lnTo>
                  <a:pt x="1593697" y="2273274"/>
                </a:lnTo>
                <a:lnTo>
                  <a:pt x="1570609" y="2234234"/>
                </a:lnTo>
                <a:lnTo>
                  <a:pt x="1548345" y="2194674"/>
                </a:lnTo>
                <a:lnTo>
                  <a:pt x="1526882" y="2154593"/>
                </a:lnTo>
                <a:lnTo>
                  <a:pt x="1506270" y="2114029"/>
                </a:lnTo>
                <a:lnTo>
                  <a:pt x="1486484" y="2072970"/>
                </a:lnTo>
                <a:lnTo>
                  <a:pt x="1467561" y="2031428"/>
                </a:lnTo>
                <a:lnTo>
                  <a:pt x="1449501" y="1989429"/>
                </a:lnTo>
                <a:lnTo>
                  <a:pt x="1432318" y="1946973"/>
                </a:lnTo>
                <a:lnTo>
                  <a:pt x="1416011" y="1904085"/>
                </a:lnTo>
                <a:lnTo>
                  <a:pt x="1400619" y="1860753"/>
                </a:lnTo>
                <a:lnTo>
                  <a:pt x="1386128" y="1817001"/>
                </a:lnTo>
                <a:lnTo>
                  <a:pt x="1372565" y="1772856"/>
                </a:lnTo>
                <a:lnTo>
                  <a:pt x="1359928" y="1728304"/>
                </a:lnTo>
                <a:lnTo>
                  <a:pt x="1348244" y="1683372"/>
                </a:lnTo>
                <a:lnTo>
                  <a:pt x="1337513" y="1638058"/>
                </a:lnTo>
                <a:lnTo>
                  <a:pt x="1327746" y="1592389"/>
                </a:lnTo>
                <a:lnTo>
                  <a:pt x="1318971" y="1546364"/>
                </a:lnTo>
                <a:lnTo>
                  <a:pt x="1311173" y="1499997"/>
                </a:lnTo>
                <a:lnTo>
                  <a:pt x="1304378" y="1453311"/>
                </a:lnTo>
                <a:lnTo>
                  <a:pt x="1298613" y="1406309"/>
                </a:lnTo>
                <a:lnTo>
                  <a:pt x="1293850" y="1358988"/>
                </a:lnTo>
                <a:lnTo>
                  <a:pt x="1290142" y="1311389"/>
                </a:lnTo>
                <a:lnTo>
                  <a:pt x="1287462" y="1263497"/>
                </a:lnTo>
                <a:lnTo>
                  <a:pt x="1285862" y="1215339"/>
                </a:lnTo>
                <a:lnTo>
                  <a:pt x="1285316" y="1166926"/>
                </a:lnTo>
                <a:lnTo>
                  <a:pt x="0" y="1166926"/>
                </a:lnTo>
                <a:lnTo>
                  <a:pt x="342" y="1215301"/>
                </a:lnTo>
                <a:lnTo>
                  <a:pt x="1346" y="1263535"/>
                </a:lnTo>
                <a:lnTo>
                  <a:pt x="3022" y="1311592"/>
                </a:lnTo>
                <a:lnTo>
                  <a:pt x="5346" y="1359484"/>
                </a:lnTo>
                <a:lnTo>
                  <a:pt x="8331" y="1407198"/>
                </a:lnTo>
                <a:lnTo>
                  <a:pt x="11976" y="1454746"/>
                </a:lnTo>
                <a:lnTo>
                  <a:pt x="16256" y="1502105"/>
                </a:lnTo>
                <a:lnTo>
                  <a:pt x="21196" y="1549285"/>
                </a:lnTo>
                <a:lnTo>
                  <a:pt x="26758" y="1596275"/>
                </a:lnTo>
                <a:lnTo>
                  <a:pt x="32956" y="1643062"/>
                </a:lnTo>
                <a:lnTo>
                  <a:pt x="39789" y="1689658"/>
                </a:lnTo>
                <a:lnTo>
                  <a:pt x="47244" y="1736039"/>
                </a:lnTo>
                <a:lnTo>
                  <a:pt x="55321" y="1782229"/>
                </a:lnTo>
                <a:lnTo>
                  <a:pt x="64020" y="1828203"/>
                </a:lnTo>
                <a:lnTo>
                  <a:pt x="73329" y="1873948"/>
                </a:lnTo>
                <a:lnTo>
                  <a:pt x="83235" y="1919478"/>
                </a:lnTo>
                <a:lnTo>
                  <a:pt x="93751" y="1964791"/>
                </a:lnTo>
                <a:lnTo>
                  <a:pt x="104863" y="2009863"/>
                </a:lnTo>
                <a:lnTo>
                  <a:pt x="116573" y="2054707"/>
                </a:lnTo>
                <a:lnTo>
                  <a:pt x="128866" y="2099310"/>
                </a:lnTo>
                <a:lnTo>
                  <a:pt x="141757" y="2143671"/>
                </a:lnTo>
                <a:lnTo>
                  <a:pt x="155219" y="2187791"/>
                </a:lnTo>
                <a:lnTo>
                  <a:pt x="169252" y="2231656"/>
                </a:lnTo>
                <a:lnTo>
                  <a:pt x="183870" y="2275255"/>
                </a:lnTo>
                <a:lnTo>
                  <a:pt x="199047" y="2318601"/>
                </a:lnTo>
                <a:lnTo>
                  <a:pt x="214782" y="2361679"/>
                </a:lnTo>
                <a:lnTo>
                  <a:pt x="231089" y="2404478"/>
                </a:lnTo>
                <a:lnTo>
                  <a:pt x="247942" y="2447023"/>
                </a:lnTo>
                <a:lnTo>
                  <a:pt x="265341" y="2489276"/>
                </a:lnTo>
                <a:lnTo>
                  <a:pt x="283298" y="2531249"/>
                </a:lnTo>
                <a:lnTo>
                  <a:pt x="301790" y="2572931"/>
                </a:lnTo>
                <a:lnTo>
                  <a:pt x="320814" y="2614320"/>
                </a:lnTo>
                <a:lnTo>
                  <a:pt x="340372" y="2655417"/>
                </a:lnTo>
                <a:lnTo>
                  <a:pt x="360451" y="2696210"/>
                </a:lnTo>
                <a:lnTo>
                  <a:pt x="381063" y="2736697"/>
                </a:lnTo>
                <a:lnTo>
                  <a:pt x="402183" y="2776880"/>
                </a:lnTo>
                <a:lnTo>
                  <a:pt x="423824" y="2816745"/>
                </a:lnTo>
                <a:lnTo>
                  <a:pt x="445985" y="2856293"/>
                </a:lnTo>
                <a:lnTo>
                  <a:pt x="468630" y="2895511"/>
                </a:lnTo>
                <a:lnTo>
                  <a:pt x="491794" y="2934411"/>
                </a:lnTo>
                <a:lnTo>
                  <a:pt x="515442" y="2972968"/>
                </a:lnTo>
                <a:lnTo>
                  <a:pt x="539584" y="3011195"/>
                </a:lnTo>
                <a:lnTo>
                  <a:pt x="564222" y="3049092"/>
                </a:lnTo>
                <a:lnTo>
                  <a:pt x="589330" y="3086633"/>
                </a:lnTo>
                <a:lnTo>
                  <a:pt x="614934" y="3123819"/>
                </a:lnTo>
                <a:lnTo>
                  <a:pt x="640994" y="3160661"/>
                </a:lnTo>
                <a:lnTo>
                  <a:pt x="667537" y="3197136"/>
                </a:lnTo>
                <a:lnTo>
                  <a:pt x="694537" y="3233242"/>
                </a:lnTo>
                <a:lnTo>
                  <a:pt x="722007" y="3268992"/>
                </a:lnTo>
                <a:lnTo>
                  <a:pt x="749922" y="3304375"/>
                </a:lnTo>
                <a:lnTo>
                  <a:pt x="778294" y="3339376"/>
                </a:lnTo>
                <a:lnTo>
                  <a:pt x="807110" y="3373983"/>
                </a:lnTo>
                <a:lnTo>
                  <a:pt x="836371" y="3408222"/>
                </a:lnTo>
                <a:lnTo>
                  <a:pt x="866076" y="3442068"/>
                </a:lnTo>
                <a:lnTo>
                  <a:pt x="896213" y="3475507"/>
                </a:lnTo>
                <a:lnTo>
                  <a:pt x="926782" y="3508565"/>
                </a:lnTo>
                <a:lnTo>
                  <a:pt x="957770" y="3541204"/>
                </a:lnTo>
                <a:lnTo>
                  <a:pt x="989177" y="3573449"/>
                </a:lnTo>
                <a:lnTo>
                  <a:pt x="1021003" y="3605276"/>
                </a:lnTo>
                <a:lnTo>
                  <a:pt x="1053249" y="3636683"/>
                </a:lnTo>
                <a:lnTo>
                  <a:pt x="1085888" y="3667683"/>
                </a:lnTo>
                <a:lnTo>
                  <a:pt x="1118946" y="3698240"/>
                </a:lnTo>
                <a:lnTo>
                  <a:pt x="1152385" y="3728377"/>
                </a:lnTo>
                <a:lnTo>
                  <a:pt x="1186230" y="3758082"/>
                </a:lnTo>
                <a:lnTo>
                  <a:pt x="1220470" y="3787343"/>
                </a:lnTo>
                <a:lnTo>
                  <a:pt x="1255090" y="3816159"/>
                </a:lnTo>
                <a:lnTo>
                  <a:pt x="1290078" y="3844531"/>
                </a:lnTo>
                <a:lnTo>
                  <a:pt x="1325460" y="3872458"/>
                </a:lnTo>
                <a:lnTo>
                  <a:pt x="1361211" y="3899916"/>
                </a:lnTo>
                <a:lnTo>
                  <a:pt x="1397317" y="3926916"/>
                </a:lnTo>
                <a:lnTo>
                  <a:pt x="1433804" y="3953459"/>
                </a:lnTo>
                <a:lnTo>
                  <a:pt x="1470634" y="3979519"/>
                </a:lnTo>
                <a:lnTo>
                  <a:pt x="1507832" y="4005122"/>
                </a:lnTo>
                <a:lnTo>
                  <a:pt x="1545374" y="4030230"/>
                </a:lnTo>
                <a:lnTo>
                  <a:pt x="1583258" y="4054868"/>
                </a:lnTo>
                <a:lnTo>
                  <a:pt x="1621485" y="4079011"/>
                </a:lnTo>
                <a:lnTo>
                  <a:pt x="1660042" y="4102658"/>
                </a:lnTo>
                <a:lnTo>
                  <a:pt x="1698942" y="4125823"/>
                </a:lnTo>
                <a:lnTo>
                  <a:pt x="1738160" y="4148480"/>
                </a:lnTo>
                <a:lnTo>
                  <a:pt x="1777707" y="4170629"/>
                </a:lnTo>
                <a:lnTo>
                  <a:pt x="1817573" y="4192270"/>
                </a:lnTo>
                <a:lnTo>
                  <a:pt x="1857756" y="4213390"/>
                </a:lnTo>
                <a:lnTo>
                  <a:pt x="1898243" y="4234002"/>
                </a:lnTo>
                <a:lnTo>
                  <a:pt x="1939036" y="4254081"/>
                </a:lnTo>
                <a:lnTo>
                  <a:pt x="1980133" y="4273639"/>
                </a:lnTo>
                <a:lnTo>
                  <a:pt x="2021522" y="4292676"/>
                </a:lnTo>
                <a:lnTo>
                  <a:pt x="2063203" y="4311154"/>
                </a:lnTo>
                <a:lnTo>
                  <a:pt x="2105177" y="4329112"/>
                </a:lnTo>
                <a:lnTo>
                  <a:pt x="2147443" y="4346511"/>
                </a:lnTo>
                <a:lnTo>
                  <a:pt x="2189975" y="4363364"/>
                </a:lnTo>
                <a:lnTo>
                  <a:pt x="2232774" y="4379671"/>
                </a:lnTo>
                <a:lnTo>
                  <a:pt x="2275852" y="4395406"/>
                </a:lnTo>
                <a:lnTo>
                  <a:pt x="2319197" y="4410583"/>
                </a:lnTo>
                <a:lnTo>
                  <a:pt x="2362809" y="4425200"/>
                </a:lnTo>
                <a:lnTo>
                  <a:pt x="2406662" y="4439234"/>
                </a:lnTo>
                <a:lnTo>
                  <a:pt x="2450782" y="4452696"/>
                </a:lnTo>
                <a:lnTo>
                  <a:pt x="2495143" y="4465586"/>
                </a:lnTo>
                <a:lnTo>
                  <a:pt x="2539746" y="4477880"/>
                </a:lnTo>
                <a:lnTo>
                  <a:pt x="2584589" y="4489589"/>
                </a:lnTo>
                <a:lnTo>
                  <a:pt x="2629662" y="4500702"/>
                </a:lnTo>
                <a:lnTo>
                  <a:pt x="2674975" y="4511218"/>
                </a:lnTo>
                <a:lnTo>
                  <a:pt x="2720505" y="4521136"/>
                </a:lnTo>
                <a:lnTo>
                  <a:pt x="2766263" y="4530433"/>
                </a:lnTo>
                <a:lnTo>
                  <a:pt x="2812224" y="4539132"/>
                </a:lnTo>
                <a:lnTo>
                  <a:pt x="2858414" y="4547209"/>
                </a:lnTo>
                <a:lnTo>
                  <a:pt x="2904794" y="4554664"/>
                </a:lnTo>
                <a:lnTo>
                  <a:pt x="2951391" y="4561497"/>
                </a:lnTo>
                <a:lnTo>
                  <a:pt x="2998190" y="4567694"/>
                </a:lnTo>
                <a:lnTo>
                  <a:pt x="3045168" y="4573270"/>
                </a:lnTo>
                <a:lnTo>
                  <a:pt x="3092348" y="4578197"/>
                </a:lnTo>
                <a:lnTo>
                  <a:pt x="3139706" y="4582477"/>
                </a:lnTo>
                <a:lnTo>
                  <a:pt x="3187255" y="4586122"/>
                </a:lnTo>
                <a:lnTo>
                  <a:pt x="3234969" y="4589107"/>
                </a:lnTo>
                <a:lnTo>
                  <a:pt x="3282861" y="4591443"/>
                </a:lnTo>
                <a:lnTo>
                  <a:pt x="3330930" y="4593107"/>
                </a:lnTo>
                <a:lnTo>
                  <a:pt x="3379152" y="4594110"/>
                </a:lnTo>
                <a:lnTo>
                  <a:pt x="3427526" y="4594453"/>
                </a:lnTo>
                <a:lnTo>
                  <a:pt x="3427526" y="3309137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>
            <a:endParaRPr>
              <a:latin typeface="Arial" panose="020B0604020202020204" pitchFamily="34" charset="0"/>
            </a:endParaRPr>
          </a:p>
        </p:txBody>
      </p:sp>
      <p:sp>
        <p:nvSpPr>
          <p:cNvPr id="12" name="object 4">
            <a:extLst>
              <a:ext uri="{FF2B5EF4-FFF2-40B4-BE49-F238E27FC236}">
                <a16:creationId xmlns:a16="http://schemas.microsoft.com/office/drawing/2014/main" id="{8C3AF563-CF91-A257-3686-F3DAC69B0226}"/>
              </a:ext>
            </a:extLst>
          </p:cNvPr>
          <p:cNvSpPr/>
          <p:nvPr/>
        </p:nvSpPr>
        <p:spPr>
          <a:xfrm>
            <a:off x="6427660" y="4594453"/>
            <a:ext cx="3427729" cy="2263140"/>
          </a:xfrm>
          <a:custGeom>
            <a:avLst/>
            <a:gdLst/>
            <a:ahLst/>
            <a:cxnLst/>
            <a:rect l="l" t="t" r="r" b="b"/>
            <a:pathLst>
              <a:path w="3427729" h="2263140">
                <a:moveTo>
                  <a:pt x="3427526" y="0"/>
                </a:moveTo>
                <a:lnTo>
                  <a:pt x="0" y="0"/>
                </a:lnTo>
                <a:lnTo>
                  <a:pt x="0" y="1285240"/>
                </a:lnTo>
                <a:lnTo>
                  <a:pt x="2142210" y="1285240"/>
                </a:lnTo>
                <a:lnTo>
                  <a:pt x="2142210" y="2263140"/>
                </a:lnTo>
                <a:lnTo>
                  <a:pt x="3427526" y="2263140"/>
                </a:lnTo>
                <a:lnTo>
                  <a:pt x="3427526" y="1285240"/>
                </a:lnTo>
                <a:lnTo>
                  <a:pt x="3427526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>
            <a:endParaRPr>
              <a:latin typeface="Arial" panose="020B0604020202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3BC0E08-CBAF-6DDA-318B-68C9D641FAB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38274" y="1880641"/>
            <a:ext cx="8429625" cy="1841409"/>
          </a:xfrm>
          <a:prstGeom prst="rect">
            <a:avLst/>
          </a:prstGeom>
          <a:noFill/>
        </p:spPr>
        <p:txBody>
          <a:bodyPr anchor="t"/>
          <a:lstStyle>
            <a:lvl1pPr algn="l"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to text</a:t>
            </a:r>
            <a:endParaRPr lang="en-GB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795F9E18-A6CE-8F5C-24FA-39BBE59E84E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38651" y="4645818"/>
            <a:ext cx="3702169" cy="487363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1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text</a:t>
            </a:r>
            <a:endParaRPr lang="en-GB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F1E60E06-FFC1-28B2-9840-C2A3038634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3938" y="6458114"/>
            <a:ext cx="381000" cy="1353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fld id="{CD602E07-C281-4409-A9EA-EC31ABE69032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985AA2F-078F-1FBD-0B6E-7A9DD456139A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8001" y="6420228"/>
            <a:ext cx="1268209" cy="189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806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366">
          <p15:clr>
            <a:srgbClr val="A4A3A4"/>
          </p15:clr>
        </p15:guide>
        <p15:guide id="3" pos="6216">
          <p15:clr>
            <a:srgbClr val="A4A3A4"/>
          </p15:clr>
        </p15:guide>
        <p15:guide id="4" orient="horz" pos="1176">
          <p15:clr>
            <a:srgbClr val="A4A3A4"/>
          </p15:clr>
        </p15:guide>
        <p15:guide id="5" orient="horz" pos="2346">
          <p15:clr>
            <a:srgbClr val="A4A3A4"/>
          </p15:clr>
        </p15:guide>
        <p15:guide id="6" orient="horz" pos="2922">
          <p15:clr>
            <a:srgbClr val="A4A3A4"/>
          </p15:clr>
        </p15:guide>
        <p15:guide id="7" orient="horz" pos="3236">
          <p15:clr>
            <a:srgbClr val="A4A3A4"/>
          </p15:clr>
        </p15:guide>
        <p15:guide id="8" pos="3236">
          <p15:clr>
            <a:srgbClr val="A4A3A4"/>
          </p15:clr>
        </p15:guide>
        <p15:guide id="9" pos="901">
          <p15:clr>
            <a:srgbClr val="A4A3A4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Statement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3">
            <a:extLst>
              <a:ext uri="{FF2B5EF4-FFF2-40B4-BE49-F238E27FC236}">
                <a16:creationId xmlns:a16="http://schemas.microsoft.com/office/drawing/2014/main" id="{ECB38475-B39F-6E79-C385-063469C566EA}"/>
              </a:ext>
            </a:extLst>
          </p:cNvPr>
          <p:cNvSpPr/>
          <p:nvPr/>
        </p:nvSpPr>
        <p:spPr>
          <a:xfrm>
            <a:off x="564538" y="0"/>
            <a:ext cx="3427729" cy="4594860"/>
          </a:xfrm>
          <a:custGeom>
            <a:avLst/>
            <a:gdLst/>
            <a:ahLst/>
            <a:cxnLst/>
            <a:rect l="l" t="t" r="r" b="b"/>
            <a:pathLst>
              <a:path w="3427729" h="4594860">
                <a:moveTo>
                  <a:pt x="2570657" y="0"/>
                </a:moveTo>
                <a:lnTo>
                  <a:pt x="1285328" y="0"/>
                </a:lnTo>
                <a:lnTo>
                  <a:pt x="1285328" y="1166926"/>
                </a:lnTo>
                <a:lnTo>
                  <a:pt x="2570657" y="1166926"/>
                </a:lnTo>
                <a:lnTo>
                  <a:pt x="2570657" y="0"/>
                </a:lnTo>
                <a:close/>
              </a:path>
              <a:path w="3427729" h="4594860">
                <a:moveTo>
                  <a:pt x="3427526" y="3309137"/>
                </a:moveTo>
                <a:lnTo>
                  <a:pt x="3379114" y="3308591"/>
                </a:lnTo>
                <a:lnTo>
                  <a:pt x="3330956" y="3306991"/>
                </a:lnTo>
                <a:lnTo>
                  <a:pt x="3283064" y="3304311"/>
                </a:lnTo>
                <a:lnTo>
                  <a:pt x="3235464" y="3300603"/>
                </a:lnTo>
                <a:lnTo>
                  <a:pt x="3188157" y="3295853"/>
                </a:lnTo>
                <a:lnTo>
                  <a:pt x="3141141" y="3290074"/>
                </a:lnTo>
                <a:lnTo>
                  <a:pt x="3094456" y="3283280"/>
                </a:lnTo>
                <a:lnTo>
                  <a:pt x="3048101" y="3275482"/>
                </a:lnTo>
                <a:lnTo>
                  <a:pt x="3002076" y="3266706"/>
                </a:lnTo>
                <a:lnTo>
                  <a:pt x="2956407" y="3256940"/>
                </a:lnTo>
                <a:lnTo>
                  <a:pt x="2911094" y="3246209"/>
                </a:lnTo>
                <a:lnTo>
                  <a:pt x="2866161" y="3234525"/>
                </a:lnTo>
                <a:lnTo>
                  <a:pt x="2821609" y="3221888"/>
                </a:lnTo>
                <a:lnTo>
                  <a:pt x="2777452" y="3208324"/>
                </a:lnTo>
                <a:lnTo>
                  <a:pt x="2733700" y="3193834"/>
                </a:lnTo>
                <a:lnTo>
                  <a:pt x="2690380" y="3178441"/>
                </a:lnTo>
                <a:lnTo>
                  <a:pt x="2647480" y="3162147"/>
                </a:lnTo>
                <a:lnTo>
                  <a:pt x="2605024" y="3144951"/>
                </a:lnTo>
                <a:lnTo>
                  <a:pt x="2563025" y="3126892"/>
                </a:lnTo>
                <a:lnTo>
                  <a:pt x="2521496" y="3107969"/>
                </a:lnTo>
                <a:lnTo>
                  <a:pt x="2480437" y="3088195"/>
                </a:lnTo>
                <a:lnTo>
                  <a:pt x="2439860" y="3067570"/>
                </a:lnTo>
                <a:lnTo>
                  <a:pt x="2399792" y="3046120"/>
                </a:lnTo>
                <a:lnTo>
                  <a:pt x="2360231" y="3023844"/>
                </a:lnTo>
                <a:lnTo>
                  <a:pt x="2321191" y="3000768"/>
                </a:lnTo>
                <a:lnTo>
                  <a:pt x="2282685" y="2976892"/>
                </a:lnTo>
                <a:lnTo>
                  <a:pt x="2244725" y="2952229"/>
                </a:lnTo>
                <a:lnTo>
                  <a:pt x="2207323" y="2926791"/>
                </a:lnTo>
                <a:lnTo>
                  <a:pt x="2170480" y="2900603"/>
                </a:lnTo>
                <a:lnTo>
                  <a:pt x="2134235" y="2873654"/>
                </a:lnTo>
                <a:lnTo>
                  <a:pt x="2098560" y="2845968"/>
                </a:lnTo>
                <a:lnTo>
                  <a:pt x="2063496" y="2817558"/>
                </a:lnTo>
                <a:lnTo>
                  <a:pt x="2029053" y="2788424"/>
                </a:lnTo>
                <a:lnTo>
                  <a:pt x="1995220" y="2758592"/>
                </a:lnTo>
                <a:lnTo>
                  <a:pt x="1962035" y="2728061"/>
                </a:lnTo>
                <a:lnTo>
                  <a:pt x="1929498" y="2696845"/>
                </a:lnTo>
                <a:lnTo>
                  <a:pt x="1897608" y="2664968"/>
                </a:lnTo>
                <a:lnTo>
                  <a:pt x="1866404" y="2632430"/>
                </a:lnTo>
                <a:lnTo>
                  <a:pt x="1835873" y="2599232"/>
                </a:lnTo>
                <a:lnTo>
                  <a:pt x="1806041" y="2565412"/>
                </a:lnTo>
                <a:lnTo>
                  <a:pt x="1776907" y="2530957"/>
                </a:lnTo>
                <a:lnTo>
                  <a:pt x="1748497" y="2495893"/>
                </a:lnTo>
                <a:lnTo>
                  <a:pt x="1720811" y="2460231"/>
                </a:lnTo>
                <a:lnTo>
                  <a:pt x="1693862" y="2423972"/>
                </a:lnTo>
                <a:lnTo>
                  <a:pt x="1667662" y="2387142"/>
                </a:lnTo>
                <a:lnTo>
                  <a:pt x="1642224" y="2349728"/>
                </a:lnTo>
                <a:lnTo>
                  <a:pt x="1617560" y="2311768"/>
                </a:lnTo>
                <a:lnTo>
                  <a:pt x="1593697" y="2273274"/>
                </a:lnTo>
                <a:lnTo>
                  <a:pt x="1570609" y="2234234"/>
                </a:lnTo>
                <a:lnTo>
                  <a:pt x="1548345" y="2194674"/>
                </a:lnTo>
                <a:lnTo>
                  <a:pt x="1526882" y="2154593"/>
                </a:lnTo>
                <a:lnTo>
                  <a:pt x="1506270" y="2114029"/>
                </a:lnTo>
                <a:lnTo>
                  <a:pt x="1486484" y="2072970"/>
                </a:lnTo>
                <a:lnTo>
                  <a:pt x="1467561" y="2031428"/>
                </a:lnTo>
                <a:lnTo>
                  <a:pt x="1449501" y="1989429"/>
                </a:lnTo>
                <a:lnTo>
                  <a:pt x="1432318" y="1946973"/>
                </a:lnTo>
                <a:lnTo>
                  <a:pt x="1416011" y="1904085"/>
                </a:lnTo>
                <a:lnTo>
                  <a:pt x="1400619" y="1860753"/>
                </a:lnTo>
                <a:lnTo>
                  <a:pt x="1386128" y="1817001"/>
                </a:lnTo>
                <a:lnTo>
                  <a:pt x="1372565" y="1772856"/>
                </a:lnTo>
                <a:lnTo>
                  <a:pt x="1359928" y="1728304"/>
                </a:lnTo>
                <a:lnTo>
                  <a:pt x="1348244" y="1683372"/>
                </a:lnTo>
                <a:lnTo>
                  <a:pt x="1337513" y="1638058"/>
                </a:lnTo>
                <a:lnTo>
                  <a:pt x="1327746" y="1592389"/>
                </a:lnTo>
                <a:lnTo>
                  <a:pt x="1318971" y="1546364"/>
                </a:lnTo>
                <a:lnTo>
                  <a:pt x="1311173" y="1499997"/>
                </a:lnTo>
                <a:lnTo>
                  <a:pt x="1304378" y="1453311"/>
                </a:lnTo>
                <a:lnTo>
                  <a:pt x="1298613" y="1406309"/>
                </a:lnTo>
                <a:lnTo>
                  <a:pt x="1293850" y="1358988"/>
                </a:lnTo>
                <a:lnTo>
                  <a:pt x="1290142" y="1311389"/>
                </a:lnTo>
                <a:lnTo>
                  <a:pt x="1287462" y="1263497"/>
                </a:lnTo>
                <a:lnTo>
                  <a:pt x="1285862" y="1215339"/>
                </a:lnTo>
                <a:lnTo>
                  <a:pt x="1285316" y="1166926"/>
                </a:lnTo>
                <a:lnTo>
                  <a:pt x="0" y="1166926"/>
                </a:lnTo>
                <a:lnTo>
                  <a:pt x="342" y="1215301"/>
                </a:lnTo>
                <a:lnTo>
                  <a:pt x="1346" y="1263535"/>
                </a:lnTo>
                <a:lnTo>
                  <a:pt x="3022" y="1311592"/>
                </a:lnTo>
                <a:lnTo>
                  <a:pt x="5346" y="1359484"/>
                </a:lnTo>
                <a:lnTo>
                  <a:pt x="8331" y="1407198"/>
                </a:lnTo>
                <a:lnTo>
                  <a:pt x="11976" y="1454746"/>
                </a:lnTo>
                <a:lnTo>
                  <a:pt x="16256" y="1502105"/>
                </a:lnTo>
                <a:lnTo>
                  <a:pt x="21196" y="1549285"/>
                </a:lnTo>
                <a:lnTo>
                  <a:pt x="26758" y="1596275"/>
                </a:lnTo>
                <a:lnTo>
                  <a:pt x="32956" y="1643062"/>
                </a:lnTo>
                <a:lnTo>
                  <a:pt x="39789" y="1689658"/>
                </a:lnTo>
                <a:lnTo>
                  <a:pt x="47244" y="1736039"/>
                </a:lnTo>
                <a:lnTo>
                  <a:pt x="55321" y="1782229"/>
                </a:lnTo>
                <a:lnTo>
                  <a:pt x="64020" y="1828203"/>
                </a:lnTo>
                <a:lnTo>
                  <a:pt x="73329" y="1873948"/>
                </a:lnTo>
                <a:lnTo>
                  <a:pt x="83235" y="1919478"/>
                </a:lnTo>
                <a:lnTo>
                  <a:pt x="93751" y="1964791"/>
                </a:lnTo>
                <a:lnTo>
                  <a:pt x="104863" y="2009863"/>
                </a:lnTo>
                <a:lnTo>
                  <a:pt x="116573" y="2054707"/>
                </a:lnTo>
                <a:lnTo>
                  <a:pt x="128866" y="2099310"/>
                </a:lnTo>
                <a:lnTo>
                  <a:pt x="141757" y="2143671"/>
                </a:lnTo>
                <a:lnTo>
                  <a:pt x="155219" y="2187791"/>
                </a:lnTo>
                <a:lnTo>
                  <a:pt x="169252" y="2231656"/>
                </a:lnTo>
                <a:lnTo>
                  <a:pt x="183870" y="2275255"/>
                </a:lnTo>
                <a:lnTo>
                  <a:pt x="199047" y="2318601"/>
                </a:lnTo>
                <a:lnTo>
                  <a:pt x="214782" y="2361679"/>
                </a:lnTo>
                <a:lnTo>
                  <a:pt x="231089" y="2404478"/>
                </a:lnTo>
                <a:lnTo>
                  <a:pt x="247942" y="2447023"/>
                </a:lnTo>
                <a:lnTo>
                  <a:pt x="265341" y="2489276"/>
                </a:lnTo>
                <a:lnTo>
                  <a:pt x="283298" y="2531249"/>
                </a:lnTo>
                <a:lnTo>
                  <a:pt x="301790" y="2572931"/>
                </a:lnTo>
                <a:lnTo>
                  <a:pt x="320814" y="2614320"/>
                </a:lnTo>
                <a:lnTo>
                  <a:pt x="340372" y="2655417"/>
                </a:lnTo>
                <a:lnTo>
                  <a:pt x="360451" y="2696210"/>
                </a:lnTo>
                <a:lnTo>
                  <a:pt x="381063" y="2736697"/>
                </a:lnTo>
                <a:lnTo>
                  <a:pt x="402183" y="2776880"/>
                </a:lnTo>
                <a:lnTo>
                  <a:pt x="423824" y="2816745"/>
                </a:lnTo>
                <a:lnTo>
                  <a:pt x="445985" y="2856293"/>
                </a:lnTo>
                <a:lnTo>
                  <a:pt x="468630" y="2895511"/>
                </a:lnTo>
                <a:lnTo>
                  <a:pt x="491794" y="2934411"/>
                </a:lnTo>
                <a:lnTo>
                  <a:pt x="515442" y="2972968"/>
                </a:lnTo>
                <a:lnTo>
                  <a:pt x="539584" y="3011195"/>
                </a:lnTo>
                <a:lnTo>
                  <a:pt x="564222" y="3049092"/>
                </a:lnTo>
                <a:lnTo>
                  <a:pt x="589330" y="3086633"/>
                </a:lnTo>
                <a:lnTo>
                  <a:pt x="614934" y="3123819"/>
                </a:lnTo>
                <a:lnTo>
                  <a:pt x="640994" y="3160661"/>
                </a:lnTo>
                <a:lnTo>
                  <a:pt x="667537" y="3197136"/>
                </a:lnTo>
                <a:lnTo>
                  <a:pt x="694537" y="3233242"/>
                </a:lnTo>
                <a:lnTo>
                  <a:pt x="722007" y="3268992"/>
                </a:lnTo>
                <a:lnTo>
                  <a:pt x="749922" y="3304375"/>
                </a:lnTo>
                <a:lnTo>
                  <a:pt x="778294" y="3339376"/>
                </a:lnTo>
                <a:lnTo>
                  <a:pt x="807110" y="3373983"/>
                </a:lnTo>
                <a:lnTo>
                  <a:pt x="836371" y="3408222"/>
                </a:lnTo>
                <a:lnTo>
                  <a:pt x="866076" y="3442068"/>
                </a:lnTo>
                <a:lnTo>
                  <a:pt x="896213" y="3475507"/>
                </a:lnTo>
                <a:lnTo>
                  <a:pt x="926782" y="3508565"/>
                </a:lnTo>
                <a:lnTo>
                  <a:pt x="957770" y="3541204"/>
                </a:lnTo>
                <a:lnTo>
                  <a:pt x="989177" y="3573449"/>
                </a:lnTo>
                <a:lnTo>
                  <a:pt x="1021003" y="3605276"/>
                </a:lnTo>
                <a:lnTo>
                  <a:pt x="1053249" y="3636683"/>
                </a:lnTo>
                <a:lnTo>
                  <a:pt x="1085888" y="3667683"/>
                </a:lnTo>
                <a:lnTo>
                  <a:pt x="1118946" y="3698240"/>
                </a:lnTo>
                <a:lnTo>
                  <a:pt x="1152385" y="3728377"/>
                </a:lnTo>
                <a:lnTo>
                  <a:pt x="1186230" y="3758082"/>
                </a:lnTo>
                <a:lnTo>
                  <a:pt x="1220470" y="3787343"/>
                </a:lnTo>
                <a:lnTo>
                  <a:pt x="1255090" y="3816159"/>
                </a:lnTo>
                <a:lnTo>
                  <a:pt x="1290078" y="3844531"/>
                </a:lnTo>
                <a:lnTo>
                  <a:pt x="1325460" y="3872458"/>
                </a:lnTo>
                <a:lnTo>
                  <a:pt x="1361211" y="3899916"/>
                </a:lnTo>
                <a:lnTo>
                  <a:pt x="1397317" y="3926916"/>
                </a:lnTo>
                <a:lnTo>
                  <a:pt x="1433804" y="3953459"/>
                </a:lnTo>
                <a:lnTo>
                  <a:pt x="1470634" y="3979519"/>
                </a:lnTo>
                <a:lnTo>
                  <a:pt x="1507832" y="4005122"/>
                </a:lnTo>
                <a:lnTo>
                  <a:pt x="1545374" y="4030230"/>
                </a:lnTo>
                <a:lnTo>
                  <a:pt x="1583258" y="4054868"/>
                </a:lnTo>
                <a:lnTo>
                  <a:pt x="1621485" y="4079011"/>
                </a:lnTo>
                <a:lnTo>
                  <a:pt x="1660042" y="4102658"/>
                </a:lnTo>
                <a:lnTo>
                  <a:pt x="1698942" y="4125823"/>
                </a:lnTo>
                <a:lnTo>
                  <a:pt x="1738160" y="4148480"/>
                </a:lnTo>
                <a:lnTo>
                  <a:pt x="1777707" y="4170629"/>
                </a:lnTo>
                <a:lnTo>
                  <a:pt x="1817573" y="4192270"/>
                </a:lnTo>
                <a:lnTo>
                  <a:pt x="1857756" y="4213390"/>
                </a:lnTo>
                <a:lnTo>
                  <a:pt x="1898243" y="4234002"/>
                </a:lnTo>
                <a:lnTo>
                  <a:pt x="1939036" y="4254081"/>
                </a:lnTo>
                <a:lnTo>
                  <a:pt x="1980133" y="4273639"/>
                </a:lnTo>
                <a:lnTo>
                  <a:pt x="2021522" y="4292676"/>
                </a:lnTo>
                <a:lnTo>
                  <a:pt x="2063203" y="4311154"/>
                </a:lnTo>
                <a:lnTo>
                  <a:pt x="2105177" y="4329112"/>
                </a:lnTo>
                <a:lnTo>
                  <a:pt x="2147443" y="4346511"/>
                </a:lnTo>
                <a:lnTo>
                  <a:pt x="2189975" y="4363364"/>
                </a:lnTo>
                <a:lnTo>
                  <a:pt x="2232774" y="4379671"/>
                </a:lnTo>
                <a:lnTo>
                  <a:pt x="2275852" y="4395406"/>
                </a:lnTo>
                <a:lnTo>
                  <a:pt x="2319197" y="4410583"/>
                </a:lnTo>
                <a:lnTo>
                  <a:pt x="2362809" y="4425200"/>
                </a:lnTo>
                <a:lnTo>
                  <a:pt x="2406662" y="4439234"/>
                </a:lnTo>
                <a:lnTo>
                  <a:pt x="2450782" y="4452696"/>
                </a:lnTo>
                <a:lnTo>
                  <a:pt x="2495143" y="4465586"/>
                </a:lnTo>
                <a:lnTo>
                  <a:pt x="2539746" y="4477880"/>
                </a:lnTo>
                <a:lnTo>
                  <a:pt x="2584589" y="4489589"/>
                </a:lnTo>
                <a:lnTo>
                  <a:pt x="2629662" y="4500702"/>
                </a:lnTo>
                <a:lnTo>
                  <a:pt x="2674975" y="4511218"/>
                </a:lnTo>
                <a:lnTo>
                  <a:pt x="2720505" y="4521136"/>
                </a:lnTo>
                <a:lnTo>
                  <a:pt x="2766263" y="4530433"/>
                </a:lnTo>
                <a:lnTo>
                  <a:pt x="2812224" y="4539132"/>
                </a:lnTo>
                <a:lnTo>
                  <a:pt x="2858414" y="4547209"/>
                </a:lnTo>
                <a:lnTo>
                  <a:pt x="2904794" y="4554664"/>
                </a:lnTo>
                <a:lnTo>
                  <a:pt x="2951391" y="4561497"/>
                </a:lnTo>
                <a:lnTo>
                  <a:pt x="2998190" y="4567694"/>
                </a:lnTo>
                <a:lnTo>
                  <a:pt x="3045168" y="4573270"/>
                </a:lnTo>
                <a:lnTo>
                  <a:pt x="3092348" y="4578197"/>
                </a:lnTo>
                <a:lnTo>
                  <a:pt x="3139706" y="4582477"/>
                </a:lnTo>
                <a:lnTo>
                  <a:pt x="3187255" y="4586122"/>
                </a:lnTo>
                <a:lnTo>
                  <a:pt x="3234969" y="4589107"/>
                </a:lnTo>
                <a:lnTo>
                  <a:pt x="3282861" y="4591443"/>
                </a:lnTo>
                <a:lnTo>
                  <a:pt x="3330930" y="4593107"/>
                </a:lnTo>
                <a:lnTo>
                  <a:pt x="3379152" y="4594110"/>
                </a:lnTo>
                <a:lnTo>
                  <a:pt x="3427526" y="4594453"/>
                </a:lnTo>
                <a:lnTo>
                  <a:pt x="3427526" y="3309137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lIns="0" tIns="0" rIns="0" bIns="0" rtlCol="0"/>
          <a:lstStyle/>
          <a:p>
            <a:endParaRPr>
              <a:latin typeface="Arial" panose="020B0604020202020204" pitchFamily="34" charset="0"/>
            </a:endParaRPr>
          </a:p>
        </p:txBody>
      </p:sp>
      <p:sp>
        <p:nvSpPr>
          <p:cNvPr id="12" name="object 4">
            <a:extLst>
              <a:ext uri="{FF2B5EF4-FFF2-40B4-BE49-F238E27FC236}">
                <a16:creationId xmlns:a16="http://schemas.microsoft.com/office/drawing/2014/main" id="{8C3AF563-CF91-A257-3686-F3DAC69B0226}"/>
              </a:ext>
            </a:extLst>
          </p:cNvPr>
          <p:cNvSpPr/>
          <p:nvPr/>
        </p:nvSpPr>
        <p:spPr>
          <a:xfrm>
            <a:off x="3995011" y="4645411"/>
            <a:ext cx="3427729" cy="2263140"/>
          </a:xfrm>
          <a:custGeom>
            <a:avLst/>
            <a:gdLst/>
            <a:ahLst/>
            <a:cxnLst/>
            <a:rect l="l" t="t" r="r" b="b"/>
            <a:pathLst>
              <a:path w="3427729" h="2263140">
                <a:moveTo>
                  <a:pt x="3427526" y="0"/>
                </a:moveTo>
                <a:lnTo>
                  <a:pt x="0" y="0"/>
                </a:lnTo>
                <a:lnTo>
                  <a:pt x="0" y="1285240"/>
                </a:lnTo>
                <a:lnTo>
                  <a:pt x="2142210" y="1285240"/>
                </a:lnTo>
                <a:lnTo>
                  <a:pt x="2142210" y="2263140"/>
                </a:lnTo>
                <a:lnTo>
                  <a:pt x="3427526" y="2263140"/>
                </a:lnTo>
                <a:lnTo>
                  <a:pt x="3427526" y="1285240"/>
                </a:lnTo>
                <a:lnTo>
                  <a:pt x="3427526" y="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lIns="0" tIns="0" rIns="0" bIns="0" rtlCol="0"/>
          <a:lstStyle/>
          <a:p>
            <a:endParaRPr>
              <a:latin typeface="Arial" panose="020B0604020202020204" pitchFamily="34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985F87A-13EF-A083-C774-0DF48381096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fld id="{CD602E07-C281-4409-A9EA-EC31ABE6903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BD5595C-EFB8-CE8F-4DF7-10C0BA6606B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32275" y="1878115"/>
            <a:ext cx="6759872" cy="1841409"/>
          </a:xfrm>
          <a:prstGeom prst="rect">
            <a:avLst/>
          </a:prstGeom>
          <a:noFill/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to add text</a:t>
            </a:r>
            <a:endParaRPr lang="en-GB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4D9471A7-C92A-494C-311F-BE6E7236C9C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32275" y="3910626"/>
            <a:ext cx="2574120" cy="487363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100" b="1">
                <a:solidFill>
                  <a:schemeClr val="accent4"/>
                </a:solidFill>
                <a:latin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text</a:t>
            </a:r>
            <a:endParaRPr lang="en-GB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AB6F9D7D-F57F-6B53-E1C1-A3C01B02254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8001" y="6420228"/>
            <a:ext cx="1268209" cy="189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99381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660">
          <p15:clr>
            <a:srgbClr val="A4A3A4"/>
          </p15:clr>
        </p15:guide>
        <p15:guide id="2" orient="horz" pos="1178">
          <p15:clr>
            <a:srgbClr val="A4A3A4"/>
          </p15:clr>
        </p15:guide>
        <p15:guide id="3" pos="6922">
          <p15:clr>
            <a:srgbClr val="A4A3A4"/>
          </p15:clr>
        </p15:guide>
        <p15:guide id="4" orient="horz" pos="2341">
          <p15:clr>
            <a:srgbClr val="A4A3A4"/>
          </p15:clr>
        </p15:guide>
        <p15:guide id="5" orient="horz" pos="2456">
          <p15:clr>
            <a:srgbClr val="A4A3A4"/>
          </p15:clr>
        </p15:guide>
        <p15:guide id="6" orient="horz" pos="2770">
          <p15:clr>
            <a:srgbClr val="A4A3A4"/>
          </p15:clr>
        </p15:guide>
        <p15:guide id="7" pos="4289">
          <p15:clr>
            <a:srgbClr val="A4A3A4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84AE2E5-313F-8ADE-BDDC-06E38B7E94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CD602E07-C281-4409-A9EA-EC31ABE6903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7BFBCD6C-1DC1-38B0-E073-C1E0E2576F4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6879" y="1714500"/>
            <a:ext cx="11159184" cy="4457700"/>
          </a:xfrm>
          <a:prstGeom prst="rect">
            <a:avLst/>
          </a:prstGeom>
        </p:spPr>
        <p:txBody>
          <a:bodyPr lIns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65225" indent="-266700" defTabSz="107632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□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27175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−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5265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F94783B8-6AF2-4E06-D32A-C65B547117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6879" y="514090"/>
            <a:ext cx="11159184" cy="957523"/>
          </a:xfrm>
          <a:prstGeom prst="rect">
            <a:avLst/>
          </a:prstGeom>
        </p:spPr>
        <p:txBody>
          <a:bodyPr lIns="0" tIns="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3000"/>
            </a:lvl1pPr>
          </a:lstStyle>
          <a:p>
            <a:r>
              <a:rPr lang="en-US"/>
              <a:t>Click to add title (Font size 30)</a:t>
            </a:r>
          </a:p>
        </p:txBody>
      </p:sp>
    </p:spTree>
    <p:extLst>
      <p:ext uri="{BB962C8B-B14F-4D97-AF65-F5344CB8AC3E}">
        <p14:creationId xmlns:p14="http://schemas.microsoft.com/office/powerpoint/2010/main" val="12999379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927">
          <p15:clr>
            <a:srgbClr val="A4A3A4"/>
          </p15:clr>
        </p15:guide>
        <p15:guide id="5" orient="horz" pos="1073">
          <p15:clr>
            <a:srgbClr val="A4A3A4"/>
          </p15:clr>
        </p15:guide>
        <p15:guide id="6" orient="horz" pos="3888">
          <p15:clr>
            <a:srgbClr val="A4A3A4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Content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4AC3E9A-59DC-4589-8C75-5A49AB5316A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93938" y="6458114"/>
            <a:ext cx="381000" cy="135305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fld id="{CD602E07-C281-4409-A9EA-EC31ABE6903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62F718-DA4E-DF7F-6F61-F9E97EF414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6879" y="508000"/>
            <a:ext cx="11159184" cy="963613"/>
          </a:xfrm>
          <a:prstGeom prst="rect">
            <a:avLst/>
          </a:prstGeom>
        </p:spPr>
        <p:txBody>
          <a:bodyPr lIns="0" tIns="0"/>
          <a:lstStyle>
            <a:lvl1pPr>
              <a:lnSpc>
                <a:spcPct val="100000"/>
              </a:lnSpc>
              <a:defRPr b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to add title</a:t>
            </a:r>
            <a:endParaRPr lang="en-GB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1D8E74C-B825-28F4-514C-8BA7693D120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6879" y="1714500"/>
            <a:ext cx="11159184" cy="4457700"/>
          </a:xfrm>
          <a:prstGeom prst="rect">
            <a:avLst/>
          </a:prstGeom>
        </p:spPr>
        <p:txBody>
          <a:bodyPr lIns="0"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65225" indent="-266700" defTabSz="107632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□"/>
              <a:defRPr sz="1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527175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−"/>
              <a:defRPr sz="14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15265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  <a:defRPr sz="1200">
                <a:solidFill>
                  <a:schemeClr val="bg1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DFC38FCA-4EB2-2E3D-A206-15787B7425AE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8001" y="6420228"/>
            <a:ext cx="1268209" cy="189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25188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927">
          <p15:clr>
            <a:srgbClr val="A4A3A4"/>
          </p15:clr>
        </p15:guide>
        <p15:guide id="5" orient="horz" pos="1073">
          <p15:clr>
            <a:srgbClr val="A4A3A4"/>
          </p15:clr>
        </p15:guide>
        <p15:guide id="6" orient="horz" pos="3888">
          <p15:clr>
            <a:srgbClr val="A4A3A4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84AE2E5-313F-8ADE-BDDC-06E38B7E94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CD602E07-C281-4409-A9EA-EC31ABE6903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C7D85867-D0BC-7303-9F80-9F59D2CC9F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6879" y="516878"/>
            <a:ext cx="11159184" cy="954735"/>
          </a:xfrm>
          <a:prstGeom prst="rect">
            <a:avLst/>
          </a:prstGeom>
        </p:spPr>
        <p:txBody>
          <a:bodyPr lIns="0" tIns="0"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7C5A360-17EC-32B3-C5DB-D59024FF8BF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6879" y="1714500"/>
            <a:ext cx="5198121" cy="4457700"/>
          </a:xfrm>
          <a:prstGeom prst="rect">
            <a:avLst/>
          </a:prstGeom>
        </p:spPr>
        <p:txBody>
          <a:bodyPr lIns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65225" indent="-266700" defTabSz="107632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□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27175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−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5265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44D1672-12C9-2A9F-AE6D-40205241971B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6485878" y="1714500"/>
            <a:ext cx="5190186" cy="4457700"/>
          </a:xfrm>
          <a:prstGeom prst="rect">
            <a:avLst/>
          </a:prstGeom>
        </p:spPr>
        <p:txBody>
          <a:bodyPr lIns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65225" indent="-266700" defTabSz="107632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□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27175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−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5265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0173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pos="4080">
          <p15:clr>
            <a:srgbClr val="A4A3A4"/>
          </p15:clr>
        </p15:guide>
        <p15:guide id="5" pos="3600">
          <p15:clr>
            <a:srgbClr val="A4A3A4"/>
          </p15:clr>
        </p15:guide>
        <p15:guide id="6" orient="horz" pos="3888">
          <p15:clr>
            <a:srgbClr val="A4A3A4"/>
          </p15:clr>
        </p15:guide>
        <p15:guide id="7" orient="horz" pos="927">
          <p15:clr>
            <a:srgbClr val="A4A3A4"/>
          </p15:clr>
        </p15:guide>
        <p15:guide id="8" orient="horz" pos="1073">
          <p15:clr>
            <a:srgbClr val="A4A3A4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lumn Content- With 2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84AE2E5-313F-8ADE-BDDC-06E38B7E94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CD602E07-C281-4409-A9EA-EC31ABE6903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7C5A360-17EC-32B3-C5DB-D59024FF8BF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6879" y="1714500"/>
            <a:ext cx="5198121" cy="4457700"/>
          </a:xfrm>
          <a:prstGeom prst="rect">
            <a:avLst/>
          </a:prstGeom>
        </p:spPr>
        <p:txBody>
          <a:bodyPr lIns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65225" indent="-266700" defTabSz="107632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□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27175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−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5265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44D1672-12C9-2A9F-AE6D-40205241971B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6485878" y="1714500"/>
            <a:ext cx="5190186" cy="4457700"/>
          </a:xfrm>
          <a:prstGeom prst="rect">
            <a:avLst/>
          </a:prstGeom>
        </p:spPr>
        <p:txBody>
          <a:bodyPr lIns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65225" indent="-266700" defTabSz="107632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□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27175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−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5265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83E589A-1D63-1929-AFF4-799FC896C9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6879" y="514090"/>
            <a:ext cx="11159184" cy="487911"/>
          </a:xfrm>
          <a:prstGeom prst="rect">
            <a:avLst/>
          </a:prstGeom>
        </p:spPr>
        <p:txBody>
          <a:bodyPr lIns="0" tIns="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3000"/>
            </a:lvl1pPr>
          </a:lstStyle>
          <a:p>
            <a:r>
              <a:rPr lang="en-US"/>
              <a:t>Click to add title (Font size 30)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F0B84CA-7574-2DD0-6090-C08FAB341B89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516313" y="1018627"/>
            <a:ext cx="11159186" cy="452986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000">
                <a:latin typeface="Arial" panose="020B0604020202020204" pitchFamily="34" charset="0"/>
              </a:defRPr>
            </a:lvl1pPr>
            <a:lvl2pPr marL="268288" indent="0">
              <a:buNone/>
              <a:defRPr sz="2000">
                <a:latin typeface="Arial" panose="020B0604020202020204" pitchFamily="34" charset="0"/>
              </a:defRPr>
            </a:lvl2pPr>
            <a:lvl3pPr marL="879475" indent="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2000">
                <a:latin typeface="Arial" panose="020B0604020202020204" pitchFamily="34" charset="0"/>
              </a:defRPr>
            </a:lvl3pPr>
            <a:lvl4pPr marL="1327150" indent="0">
              <a:buNone/>
              <a:defRPr sz="2000">
                <a:latin typeface="Arial" panose="020B0604020202020204" pitchFamily="34" charset="0"/>
              </a:defRPr>
            </a:lvl4pPr>
            <a:lvl5pPr marL="1700213" indent="0">
              <a:buFont typeface="Courier New" panose="02070309020205020404" pitchFamily="49" charset="0"/>
              <a:buNone/>
              <a:defRPr sz="2000">
                <a:latin typeface="Arial" panose="020B0604020202020204" pitchFamily="34" charset="0"/>
              </a:defRPr>
            </a:lvl5pPr>
            <a:lvl6pPr>
              <a:defRPr>
                <a:latin typeface="Arial" panose="020B0604020202020204" pitchFamily="34" charset="0"/>
              </a:defRPr>
            </a:lvl6pPr>
            <a:lvl7pPr>
              <a:defRPr>
                <a:latin typeface="Arial" panose="020B0604020202020204" pitchFamily="34" charset="0"/>
              </a:defRPr>
            </a:lvl7pPr>
            <a:lvl8pPr>
              <a:defRPr>
                <a:latin typeface="Arial" panose="020B0604020202020204" pitchFamily="34" charset="0"/>
              </a:defRPr>
            </a:lvl8pPr>
            <a:lvl9pPr>
              <a:defRPr>
                <a:latin typeface="Arial" panose="020B0604020202020204" pitchFamily="34" charset="0"/>
              </a:defRPr>
            </a:lvl9pPr>
          </a:lstStyle>
          <a:p>
            <a:pPr lvl="0"/>
            <a:r>
              <a:rPr lang="en-GB"/>
              <a:t>Click to add Sub-title</a:t>
            </a:r>
          </a:p>
        </p:txBody>
      </p:sp>
    </p:spTree>
    <p:extLst>
      <p:ext uri="{BB962C8B-B14F-4D97-AF65-F5344CB8AC3E}">
        <p14:creationId xmlns:p14="http://schemas.microsoft.com/office/powerpoint/2010/main" val="4730932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pos="4080">
          <p15:clr>
            <a:srgbClr val="A4A3A4"/>
          </p15:clr>
        </p15:guide>
        <p15:guide id="5" pos="3600">
          <p15:clr>
            <a:srgbClr val="A4A3A4"/>
          </p15:clr>
        </p15:guide>
        <p15:guide id="6" orient="horz" pos="3888">
          <p15:clr>
            <a:srgbClr val="A4A3A4"/>
          </p15:clr>
        </p15:guide>
        <p15:guide id="7" orient="horz" pos="927">
          <p15:clr>
            <a:srgbClr val="A4A3A4"/>
          </p15:clr>
        </p15:guide>
        <p15:guide id="8" orient="horz" pos="1073">
          <p15:clr>
            <a:srgbClr val="A4A3A4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lumn Content(For less conten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84AE2E5-313F-8ADE-BDDC-06E38B7E94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CD602E07-C281-4409-A9EA-EC31ABE6903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C46DCB57-778B-BE3C-8217-F5C75C4B36C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6877" y="2454274"/>
            <a:ext cx="5198123" cy="3408363"/>
          </a:xfrm>
          <a:prstGeom prst="rect">
            <a:avLst/>
          </a:prstGeom>
        </p:spPr>
        <p:txBody>
          <a:bodyPr lIns="0"/>
          <a:lstStyle>
            <a:lvl1pPr>
              <a:defRPr>
                <a:latin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</a:defRPr>
            </a:lvl2pPr>
            <a:lvl3pPr marL="1165225" indent="-28575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□"/>
              <a:defRPr>
                <a:latin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</a:defRPr>
            </a:lvl4pPr>
            <a:lvl5pPr marL="1881188" indent="-180975">
              <a:buFont typeface="Courier New" panose="02070309020205020404" pitchFamily="49" charset="0"/>
              <a:buChar char="o"/>
              <a:defRPr>
                <a:latin typeface="Arial" panose="020B0604020202020204" pitchFamily="34" charset="0"/>
              </a:defRPr>
            </a:lvl5pPr>
            <a:lvl6pPr>
              <a:defRPr>
                <a:latin typeface="Arial" panose="020B0604020202020204" pitchFamily="34" charset="0"/>
              </a:defRPr>
            </a:lvl6pPr>
            <a:lvl7pPr>
              <a:defRPr>
                <a:latin typeface="Arial" panose="020B0604020202020204" pitchFamily="34" charset="0"/>
              </a:defRPr>
            </a:lvl7pPr>
            <a:lvl8pPr>
              <a:defRPr>
                <a:latin typeface="Arial" panose="020B0604020202020204" pitchFamily="34" charset="0"/>
              </a:defRPr>
            </a:lvl8pPr>
            <a:lvl9pPr>
              <a:defRPr>
                <a:latin typeface="Arial" panose="020B0604020202020204" pitchFamily="34" charset="0"/>
              </a:defRPr>
            </a:lvl9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BB5DE18-4E1C-8503-96A2-0E381D77D5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6879" y="925253"/>
            <a:ext cx="11159184" cy="957522"/>
          </a:xfrm>
          <a:prstGeom prst="rect">
            <a:avLst/>
          </a:prstGeom>
        </p:spPr>
        <p:txBody>
          <a:bodyPr lIns="0" tIns="0"/>
          <a:lstStyle>
            <a:lvl1pPr>
              <a:lnSpc>
                <a:spcPct val="100000"/>
              </a:lnSpc>
              <a:defRPr sz="30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3F5D2F5-85A4-91C7-D899-F599AD4322FE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6486818" y="2448732"/>
            <a:ext cx="5189245" cy="3408363"/>
          </a:xfrm>
          <a:prstGeom prst="rect">
            <a:avLst/>
          </a:prstGeom>
        </p:spPr>
        <p:txBody>
          <a:bodyPr lIns="0"/>
          <a:lstStyle>
            <a:lvl1pPr>
              <a:defRPr>
                <a:latin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</a:defRPr>
            </a:lvl2pPr>
            <a:lvl3pPr marL="1165225" indent="-28575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□"/>
              <a:defRPr>
                <a:latin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</a:defRPr>
            </a:lvl4pPr>
            <a:lvl5pPr marL="1881188" indent="-180975">
              <a:buFont typeface="Courier New" panose="02070309020205020404" pitchFamily="49" charset="0"/>
              <a:buChar char="o"/>
              <a:defRPr>
                <a:latin typeface="Arial" panose="020B0604020202020204" pitchFamily="34" charset="0"/>
              </a:defRPr>
            </a:lvl5pPr>
            <a:lvl6pPr>
              <a:defRPr>
                <a:latin typeface="Arial" panose="020B0604020202020204" pitchFamily="34" charset="0"/>
              </a:defRPr>
            </a:lvl6pPr>
            <a:lvl7pPr>
              <a:defRPr>
                <a:latin typeface="Arial" panose="020B0604020202020204" pitchFamily="34" charset="0"/>
              </a:defRPr>
            </a:lvl7pPr>
            <a:lvl8pPr>
              <a:defRPr>
                <a:latin typeface="Arial" panose="020B0604020202020204" pitchFamily="34" charset="0"/>
              </a:defRPr>
            </a:lvl8pPr>
            <a:lvl9pPr>
              <a:defRPr>
                <a:latin typeface="Arial" panose="020B0604020202020204" pitchFamily="34" charset="0"/>
              </a:defRPr>
            </a:lvl9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40016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00">
          <p15:clr>
            <a:srgbClr val="A4A3A4"/>
          </p15:clr>
        </p15:guide>
        <p15:guide id="2" pos="4080">
          <p15:clr>
            <a:srgbClr val="A4A3A4"/>
          </p15:clr>
        </p15:guide>
        <p15:guide id="3" orient="horz" pos="576">
          <p15:clr>
            <a:srgbClr val="A4A3A4"/>
          </p15:clr>
        </p15:guide>
        <p15:guide id="4" orient="horz" pos="1183">
          <p15:clr>
            <a:srgbClr val="A4A3A4"/>
          </p15:clr>
        </p15:guide>
        <p15:guide id="5" orient="horz" pos="1539">
          <p15:clr>
            <a:srgbClr val="A4A3A4"/>
          </p15:clr>
        </p15:guide>
        <p15:guide id="6" orient="horz" pos="3692">
          <p15:clr>
            <a:srgbClr val="A4A3A4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lumn Content(For less content) With 2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84AE2E5-313F-8ADE-BDDC-06E38B7E94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CD602E07-C281-4409-A9EA-EC31ABE6903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C46DCB57-778B-BE3C-8217-F5C75C4B36C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6877" y="2454274"/>
            <a:ext cx="5198123" cy="3408363"/>
          </a:xfrm>
          <a:prstGeom prst="rect">
            <a:avLst/>
          </a:prstGeom>
        </p:spPr>
        <p:txBody>
          <a:bodyPr lIns="0"/>
          <a:lstStyle>
            <a:lvl1pPr>
              <a:defRPr>
                <a:latin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</a:defRPr>
            </a:lvl2pPr>
            <a:lvl3pPr marL="1165225" indent="-28575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□"/>
              <a:defRPr>
                <a:latin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</a:defRPr>
            </a:lvl4pPr>
            <a:lvl5pPr marL="1881188" indent="-180975">
              <a:buFont typeface="Courier New" panose="02070309020205020404" pitchFamily="49" charset="0"/>
              <a:buChar char="o"/>
              <a:defRPr>
                <a:latin typeface="Arial" panose="020B0604020202020204" pitchFamily="34" charset="0"/>
              </a:defRPr>
            </a:lvl5pPr>
            <a:lvl6pPr>
              <a:defRPr>
                <a:latin typeface="Arial" panose="020B0604020202020204" pitchFamily="34" charset="0"/>
              </a:defRPr>
            </a:lvl6pPr>
            <a:lvl7pPr>
              <a:defRPr>
                <a:latin typeface="Arial" panose="020B0604020202020204" pitchFamily="34" charset="0"/>
              </a:defRPr>
            </a:lvl7pPr>
            <a:lvl8pPr>
              <a:defRPr>
                <a:latin typeface="Arial" panose="020B0604020202020204" pitchFamily="34" charset="0"/>
              </a:defRPr>
            </a:lvl8pPr>
            <a:lvl9pPr>
              <a:defRPr>
                <a:latin typeface="Arial" panose="020B0604020202020204" pitchFamily="34" charset="0"/>
              </a:defRPr>
            </a:lvl9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3F5D2F5-85A4-91C7-D899-F599AD4322FE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6486818" y="2448732"/>
            <a:ext cx="5189245" cy="3408363"/>
          </a:xfrm>
          <a:prstGeom prst="rect">
            <a:avLst/>
          </a:prstGeom>
        </p:spPr>
        <p:txBody>
          <a:bodyPr lIns="0"/>
          <a:lstStyle>
            <a:lvl1pPr>
              <a:defRPr>
                <a:latin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</a:defRPr>
            </a:lvl2pPr>
            <a:lvl3pPr marL="1165225" indent="-28575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□"/>
              <a:defRPr>
                <a:latin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</a:defRPr>
            </a:lvl4pPr>
            <a:lvl5pPr marL="1881188" indent="-180975">
              <a:buFont typeface="Courier New" panose="02070309020205020404" pitchFamily="49" charset="0"/>
              <a:buChar char="o"/>
              <a:defRPr>
                <a:latin typeface="Arial" panose="020B0604020202020204" pitchFamily="34" charset="0"/>
              </a:defRPr>
            </a:lvl5pPr>
            <a:lvl6pPr>
              <a:defRPr>
                <a:latin typeface="Arial" panose="020B0604020202020204" pitchFamily="34" charset="0"/>
              </a:defRPr>
            </a:lvl6pPr>
            <a:lvl7pPr>
              <a:defRPr>
                <a:latin typeface="Arial" panose="020B0604020202020204" pitchFamily="34" charset="0"/>
              </a:defRPr>
            </a:lvl7pPr>
            <a:lvl8pPr>
              <a:defRPr>
                <a:latin typeface="Arial" panose="020B0604020202020204" pitchFamily="34" charset="0"/>
              </a:defRPr>
            </a:lvl8pPr>
            <a:lvl9pPr>
              <a:defRPr>
                <a:latin typeface="Arial" panose="020B0604020202020204" pitchFamily="34" charset="0"/>
              </a:defRPr>
            </a:lvl9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93036DC8-C2CA-BFB8-5AEF-90E85F39A8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6879" y="925253"/>
            <a:ext cx="11159184" cy="487911"/>
          </a:xfrm>
          <a:prstGeom prst="rect">
            <a:avLst/>
          </a:prstGeom>
        </p:spPr>
        <p:txBody>
          <a:bodyPr lIns="0" tIns="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3000"/>
            </a:lvl1pPr>
          </a:lstStyle>
          <a:p>
            <a:r>
              <a:rPr lang="en-US"/>
              <a:t>Click to add title (Font size 30)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3C47E6D-FBE8-3AF7-AE33-6CEE3DE065C7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516313" y="1429790"/>
            <a:ext cx="11159186" cy="452986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000">
                <a:latin typeface="Arial" panose="020B0604020202020204" pitchFamily="34" charset="0"/>
              </a:defRPr>
            </a:lvl1pPr>
            <a:lvl2pPr marL="268288" indent="0">
              <a:buNone/>
              <a:defRPr sz="2000">
                <a:latin typeface="Arial" panose="020B0604020202020204" pitchFamily="34" charset="0"/>
              </a:defRPr>
            </a:lvl2pPr>
            <a:lvl3pPr marL="879475" indent="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2000">
                <a:latin typeface="Arial" panose="020B0604020202020204" pitchFamily="34" charset="0"/>
              </a:defRPr>
            </a:lvl3pPr>
            <a:lvl4pPr marL="1327150" indent="0">
              <a:buNone/>
              <a:defRPr sz="2000">
                <a:latin typeface="Arial" panose="020B0604020202020204" pitchFamily="34" charset="0"/>
              </a:defRPr>
            </a:lvl4pPr>
            <a:lvl5pPr marL="1700213" indent="0">
              <a:buFont typeface="Courier New" panose="02070309020205020404" pitchFamily="49" charset="0"/>
              <a:buNone/>
              <a:defRPr sz="2000">
                <a:latin typeface="Arial" panose="020B0604020202020204" pitchFamily="34" charset="0"/>
              </a:defRPr>
            </a:lvl5pPr>
            <a:lvl6pPr>
              <a:defRPr>
                <a:latin typeface="Arial" panose="020B0604020202020204" pitchFamily="34" charset="0"/>
              </a:defRPr>
            </a:lvl6pPr>
            <a:lvl7pPr>
              <a:defRPr>
                <a:latin typeface="Arial" panose="020B0604020202020204" pitchFamily="34" charset="0"/>
              </a:defRPr>
            </a:lvl7pPr>
            <a:lvl8pPr>
              <a:defRPr>
                <a:latin typeface="Arial" panose="020B0604020202020204" pitchFamily="34" charset="0"/>
              </a:defRPr>
            </a:lvl8pPr>
            <a:lvl9pPr>
              <a:defRPr>
                <a:latin typeface="Arial" panose="020B0604020202020204" pitchFamily="34" charset="0"/>
              </a:defRPr>
            </a:lvl9pPr>
          </a:lstStyle>
          <a:p>
            <a:pPr lvl="0"/>
            <a:r>
              <a:rPr lang="en-GB"/>
              <a:t>Click to add Sub-title</a:t>
            </a:r>
          </a:p>
        </p:txBody>
      </p:sp>
    </p:spTree>
    <p:extLst>
      <p:ext uri="{BB962C8B-B14F-4D97-AF65-F5344CB8AC3E}">
        <p14:creationId xmlns:p14="http://schemas.microsoft.com/office/powerpoint/2010/main" val="12055517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00">
          <p15:clr>
            <a:srgbClr val="A4A3A4"/>
          </p15:clr>
        </p15:guide>
        <p15:guide id="2" pos="4080">
          <p15:clr>
            <a:srgbClr val="A4A3A4"/>
          </p15:clr>
        </p15:guide>
        <p15:guide id="3" orient="horz" pos="576">
          <p15:clr>
            <a:srgbClr val="A4A3A4"/>
          </p15:clr>
        </p15:guide>
        <p15:guide id="4" orient="horz" pos="1183">
          <p15:clr>
            <a:srgbClr val="A4A3A4"/>
          </p15:clr>
        </p15:guide>
        <p15:guide id="5" orient="horz" pos="1539">
          <p15:clr>
            <a:srgbClr val="A4A3A4"/>
          </p15:clr>
        </p15:guide>
        <p15:guide id="6" orient="horz" pos="3692">
          <p15:clr>
            <a:srgbClr val="A4A3A4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Patter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FD02F7A2-E485-58D8-4EF0-018DA9C06BD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2145170 h 6858000"/>
              <a:gd name="connsiteX1" fmla="*/ 931465 w 12192000"/>
              <a:gd name="connsiteY1" fmla="*/ 2145170 h 6858000"/>
              <a:gd name="connsiteX2" fmla="*/ 931465 w 12192000"/>
              <a:gd name="connsiteY2" fmla="*/ 4287659 h 6858000"/>
              <a:gd name="connsiteX3" fmla="*/ 3092333 w 12192000"/>
              <a:gd name="connsiteY3" fmla="*/ 4287659 h 6858000"/>
              <a:gd name="connsiteX4" fmla="*/ 3092333 w 12192000"/>
              <a:gd name="connsiteY4" fmla="*/ 5572696 h 6858000"/>
              <a:gd name="connsiteX5" fmla="*/ 3141168 w 12192000"/>
              <a:gd name="connsiteY5" fmla="*/ 5572150 h 6858000"/>
              <a:gd name="connsiteX6" fmla="*/ 3189745 w 12192000"/>
              <a:gd name="connsiteY6" fmla="*/ 5570550 h 6858000"/>
              <a:gd name="connsiteX7" fmla="*/ 3238055 w 12192000"/>
              <a:gd name="connsiteY7" fmla="*/ 5567870 h 6858000"/>
              <a:gd name="connsiteX8" fmla="*/ 3286069 w 12192000"/>
              <a:gd name="connsiteY8" fmla="*/ 5564162 h 6858000"/>
              <a:gd name="connsiteX9" fmla="*/ 3333802 w 12192000"/>
              <a:gd name="connsiteY9" fmla="*/ 5559399 h 6858000"/>
              <a:gd name="connsiteX10" fmla="*/ 3381215 w 12192000"/>
              <a:gd name="connsiteY10" fmla="*/ 5553634 h 6858000"/>
              <a:gd name="connsiteX11" fmla="*/ 3428306 w 12192000"/>
              <a:gd name="connsiteY11" fmla="*/ 5546839 h 6858000"/>
              <a:gd name="connsiteX12" fmla="*/ 3475077 w 12192000"/>
              <a:gd name="connsiteY12" fmla="*/ 5539041 h 6858000"/>
              <a:gd name="connsiteX13" fmla="*/ 3521504 w 12192000"/>
              <a:gd name="connsiteY13" fmla="*/ 5530266 h 6858000"/>
              <a:gd name="connsiteX14" fmla="*/ 3567571 w 12192000"/>
              <a:gd name="connsiteY14" fmla="*/ 5520499 h 6858000"/>
              <a:gd name="connsiteX15" fmla="*/ 3613266 w 12192000"/>
              <a:gd name="connsiteY15" fmla="*/ 5509768 h 6858000"/>
              <a:gd name="connsiteX16" fmla="*/ 3658604 w 12192000"/>
              <a:gd name="connsiteY16" fmla="*/ 5498084 h 6858000"/>
              <a:gd name="connsiteX17" fmla="*/ 3703544 w 12192000"/>
              <a:gd name="connsiteY17" fmla="*/ 5485447 h 6858000"/>
              <a:gd name="connsiteX18" fmla="*/ 3748073 w 12192000"/>
              <a:gd name="connsiteY18" fmla="*/ 5471884 h 6858000"/>
              <a:gd name="connsiteX19" fmla="*/ 3792207 w 12192000"/>
              <a:gd name="connsiteY19" fmla="*/ 5457393 h 6858000"/>
              <a:gd name="connsiteX20" fmla="*/ 3835916 w 12192000"/>
              <a:gd name="connsiteY20" fmla="*/ 5442001 h 6858000"/>
              <a:gd name="connsiteX21" fmla="*/ 3879178 w 12192000"/>
              <a:gd name="connsiteY21" fmla="*/ 5425694 h 6858000"/>
              <a:gd name="connsiteX22" fmla="*/ 3922004 w 12192000"/>
              <a:gd name="connsiteY22" fmla="*/ 5408511 h 6858000"/>
              <a:gd name="connsiteX23" fmla="*/ 3964369 w 12192000"/>
              <a:gd name="connsiteY23" fmla="*/ 5390451 h 6858000"/>
              <a:gd name="connsiteX24" fmla="*/ 4006273 w 12192000"/>
              <a:gd name="connsiteY24" fmla="*/ 5371528 h 6858000"/>
              <a:gd name="connsiteX25" fmla="*/ 4047690 w 12192000"/>
              <a:gd name="connsiteY25" fmla="*/ 5351742 h 6858000"/>
              <a:gd name="connsiteX26" fmla="*/ 4088608 w 12192000"/>
              <a:gd name="connsiteY26" fmla="*/ 5331130 h 6858000"/>
              <a:gd name="connsiteX27" fmla="*/ 4129038 w 12192000"/>
              <a:gd name="connsiteY27" fmla="*/ 5309667 h 6858000"/>
              <a:gd name="connsiteX28" fmla="*/ 4168944 w 12192000"/>
              <a:gd name="connsiteY28" fmla="*/ 5287403 h 6858000"/>
              <a:gd name="connsiteX29" fmla="*/ 4208310 w 12192000"/>
              <a:gd name="connsiteY29" fmla="*/ 5264315 h 6858000"/>
              <a:gd name="connsiteX30" fmla="*/ 4247152 w 12192000"/>
              <a:gd name="connsiteY30" fmla="*/ 5240452 h 6858000"/>
              <a:gd name="connsiteX31" fmla="*/ 4285443 w 12192000"/>
              <a:gd name="connsiteY31" fmla="*/ 5215788 h 6858000"/>
              <a:gd name="connsiteX32" fmla="*/ 4323184 w 12192000"/>
              <a:gd name="connsiteY32" fmla="*/ 5190350 h 6858000"/>
              <a:gd name="connsiteX33" fmla="*/ 4360335 w 12192000"/>
              <a:gd name="connsiteY33" fmla="*/ 5164150 h 6858000"/>
              <a:gd name="connsiteX34" fmla="*/ 4396909 w 12192000"/>
              <a:gd name="connsiteY34" fmla="*/ 5137201 h 6858000"/>
              <a:gd name="connsiteX35" fmla="*/ 4432882 w 12192000"/>
              <a:gd name="connsiteY35" fmla="*/ 5109515 h 6858000"/>
              <a:gd name="connsiteX36" fmla="*/ 4468251 w 12192000"/>
              <a:gd name="connsiteY36" fmla="*/ 5081105 h 6858000"/>
              <a:gd name="connsiteX37" fmla="*/ 4503008 w 12192000"/>
              <a:gd name="connsiteY37" fmla="*/ 5051971 h 6858000"/>
              <a:gd name="connsiteX38" fmla="*/ 4537123 w 12192000"/>
              <a:gd name="connsiteY38" fmla="*/ 5022139 h 6858000"/>
              <a:gd name="connsiteX39" fmla="*/ 4570597 w 12192000"/>
              <a:gd name="connsiteY39" fmla="*/ 4991608 h 6858000"/>
              <a:gd name="connsiteX40" fmla="*/ 4603430 w 12192000"/>
              <a:gd name="connsiteY40" fmla="*/ 4960404 h 6858000"/>
              <a:gd name="connsiteX41" fmla="*/ 4635585 w 12192000"/>
              <a:gd name="connsiteY41" fmla="*/ 4928514 h 6858000"/>
              <a:gd name="connsiteX42" fmla="*/ 4667073 w 12192000"/>
              <a:gd name="connsiteY42" fmla="*/ 4895977 h 6858000"/>
              <a:gd name="connsiteX43" fmla="*/ 4697858 w 12192000"/>
              <a:gd name="connsiteY43" fmla="*/ 4862792 h 6858000"/>
              <a:gd name="connsiteX44" fmla="*/ 4727963 w 12192000"/>
              <a:gd name="connsiteY44" fmla="*/ 4828959 h 6858000"/>
              <a:gd name="connsiteX45" fmla="*/ 4757339 w 12192000"/>
              <a:gd name="connsiteY45" fmla="*/ 4794516 h 6858000"/>
              <a:gd name="connsiteX46" fmla="*/ 4786008 w 12192000"/>
              <a:gd name="connsiteY46" fmla="*/ 4759452 h 6858000"/>
              <a:gd name="connsiteX47" fmla="*/ 4813935 w 12192000"/>
              <a:gd name="connsiteY47" fmla="*/ 4723777 h 6858000"/>
              <a:gd name="connsiteX48" fmla="*/ 4841121 w 12192000"/>
              <a:gd name="connsiteY48" fmla="*/ 4687532 h 6858000"/>
              <a:gd name="connsiteX49" fmla="*/ 4867535 w 12192000"/>
              <a:gd name="connsiteY49" fmla="*/ 4650689 h 6858000"/>
              <a:gd name="connsiteX50" fmla="*/ 4893195 w 12192000"/>
              <a:gd name="connsiteY50" fmla="*/ 4613287 h 6858000"/>
              <a:gd name="connsiteX51" fmla="*/ 4918075 w 12192000"/>
              <a:gd name="connsiteY51" fmla="*/ 4575327 h 6858000"/>
              <a:gd name="connsiteX52" fmla="*/ 4942158 w 12192000"/>
              <a:gd name="connsiteY52" fmla="*/ 4536821 h 6858000"/>
              <a:gd name="connsiteX53" fmla="*/ 4965434 w 12192000"/>
              <a:gd name="connsiteY53" fmla="*/ 4497781 h 6858000"/>
              <a:gd name="connsiteX54" fmla="*/ 4987905 w 12192000"/>
              <a:gd name="connsiteY54" fmla="*/ 4458220 h 6858000"/>
              <a:gd name="connsiteX55" fmla="*/ 5009542 w 12192000"/>
              <a:gd name="connsiteY55" fmla="*/ 4418152 h 6858000"/>
              <a:gd name="connsiteX56" fmla="*/ 5030347 w 12192000"/>
              <a:gd name="connsiteY56" fmla="*/ 4377575 h 6858000"/>
              <a:gd name="connsiteX57" fmla="*/ 5050293 w 12192000"/>
              <a:gd name="connsiteY57" fmla="*/ 4336516 h 6858000"/>
              <a:gd name="connsiteX58" fmla="*/ 5069380 w 12192000"/>
              <a:gd name="connsiteY58" fmla="*/ 4294987 h 6858000"/>
              <a:gd name="connsiteX59" fmla="*/ 5087599 w 12192000"/>
              <a:gd name="connsiteY59" fmla="*/ 4252988 h 6858000"/>
              <a:gd name="connsiteX60" fmla="*/ 5104943 w 12192000"/>
              <a:gd name="connsiteY60" fmla="*/ 4210532 h 6858000"/>
              <a:gd name="connsiteX61" fmla="*/ 5121381 w 12192000"/>
              <a:gd name="connsiteY61" fmla="*/ 4167632 h 6858000"/>
              <a:gd name="connsiteX62" fmla="*/ 5136906 w 12192000"/>
              <a:gd name="connsiteY62" fmla="*/ 4124312 h 6858000"/>
              <a:gd name="connsiteX63" fmla="*/ 5151523 w 12192000"/>
              <a:gd name="connsiteY63" fmla="*/ 4080560 h 6858000"/>
              <a:gd name="connsiteX64" fmla="*/ 5165204 w 12192000"/>
              <a:gd name="connsiteY64" fmla="*/ 4036403 h 6858000"/>
              <a:gd name="connsiteX65" fmla="*/ 5177951 w 12192000"/>
              <a:gd name="connsiteY65" fmla="*/ 3991851 h 6858000"/>
              <a:gd name="connsiteX66" fmla="*/ 5189738 w 12192000"/>
              <a:gd name="connsiteY66" fmla="*/ 3946918 h 6858000"/>
              <a:gd name="connsiteX67" fmla="*/ 5200562 w 12192000"/>
              <a:gd name="connsiteY67" fmla="*/ 3901605 h 6858000"/>
              <a:gd name="connsiteX68" fmla="*/ 5210414 w 12192000"/>
              <a:gd name="connsiteY68" fmla="*/ 3855936 h 6858000"/>
              <a:gd name="connsiteX69" fmla="*/ 5219266 w 12192000"/>
              <a:gd name="connsiteY69" fmla="*/ 3809911 h 6858000"/>
              <a:gd name="connsiteX70" fmla="*/ 5227132 w 12192000"/>
              <a:gd name="connsiteY70" fmla="*/ 3763556 h 6858000"/>
              <a:gd name="connsiteX71" fmla="*/ 5233986 w 12192000"/>
              <a:gd name="connsiteY71" fmla="*/ 3716871 h 6858000"/>
              <a:gd name="connsiteX72" fmla="*/ 5239801 w 12192000"/>
              <a:gd name="connsiteY72" fmla="*/ 3669855 h 6858000"/>
              <a:gd name="connsiteX73" fmla="*/ 5244605 w 12192000"/>
              <a:gd name="connsiteY73" fmla="*/ 3622548 h 6858000"/>
              <a:gd name="connsiteX74" fmla="*/ 5248346 w 12192000"/>
              <a:gd name="connsiteY74" fmla="*/ 3574948 h 6858000"/>
              <a:gd name="connsiteX75" fmla="*/ 5251049 w 12192000"/>
              <a:gd name="connsiteY75" fmla="*/ 3527056 h 6858000"/>
              <a:gd name="connsiteX76" fmla="*/ 5252663 w 12192000"/>
              <a:gd name="connsiteY76" fmla="*/ 3478898 h 6858000"/>
              <a:gd name="connsiteX77" fmla="*/ 5253214 w 12192000"/>
              <a:gd name="connsiteY77" fmla="*/ 3430486 h 6858000"/>
              <a:gd name="connsiteX78" fmla="*/ 6549733 w 12192000"/>
              <a:gd name="connsiteY78" fmla="*/ 3430486 h 6858000"/>
              <a:gd name="connsiteX79" fmla="*/ 6549387 w 12192000"/>
              <a:gd name="connsiteY79" fmla="*/ 3478860 h 6858000"/>
              <a:gd name="connsiteX80" fmla="*/ 6548374 w 12192000"/>
              <a:gd name="connsiteY80" fmla="*/ 3527082 h 6858000"/>
              <a:gd name="connsiteX81" fmla="*/ 6546684 w 12192000"/>
              <a:gd name="connsiteY81" fmla="*/ 3575151 h 6858000"/>
              <a:gd name="connsiteX82" fmla="*/ 6544339 w 12192000"/>
              <a:gd name="connsiteY82" fmla="*/ 3623043 h 6858000"/>
              <a:gd name="connsiteX83" fmla="*/ 6541328 w 12192000"/>
              <a:gd name="connsiteY83" fmla="*/ 3670757 h 6858000"/>
              <a:gd name="connsiteX84" fmla="*/ 6537652 w 12192000"/>
              <a:gd name="connsiteY84" fmla="*/ 3718306 h 6858000"/>
              <a:gd name="connsiteX85" fmla="*/ 6533335 w 12192000"/>
              <a:gd name="connsiteY85" fmla="*/ 3765664 h 6858000"/>
              <a:gd name="connsiteX86" fmla="*/ 6528351 w 12192000"/>
              <a:gd name="connsiteY86" fmla="*/ 3812844 h 6858000"/>
              <a:gd name="connsiteX87" fmla="*/ 6522741 w 12192000"/>
              <a:gd name="connsiteY87" fmla="*/ 3859822 h 6858000"/>
              <a:gd name="connsiteX88" fmla="*/ 6516489 w 12192000"/>
              <a:gd name="connsiteY88" fmla="*/ 3906621 h 6858000"/>
              <a:gd name="connsiteX89" fmla="*/ 6509596 w 12192000"/>
              <a:gd name="connsiteY89" fmla="*/ 3953218 h 6858000"/>
              <a:gd name="connsiteX90" fmla="*/ 6502077 w 12192000"/>
              <a:gd name="connsiteY90" fmla="*/ 3999598 h 6858000"/>
              <a:gd name="connsiteX91" fmla="*/ 6493929 w 12192000"/>
              <a:gd name="connsiteY91" fmla="*/ 4045788 h 6858000"/>
              <a:gd name="connsiteX92" fmla="*/ 6485154 w 12192000"/>
              <a:gd name="connsiteY92" fmla="*/ 4091749 h 6858000"/>
              <a:gd name="connsiteX93" fmla="*/ 6475764 w 12192000"/>
              <a:gd name="connsiteY93" fmla="*/ 4137507 h 6858000"/>
              <a:gd name="connsiteX94" fmla="*/ 6465772 w 12192000"/>
              <a:gd name="connsiteY94" fmla="*/ 4183037 h 6858000"/>
              <a:gd name="connsiteX95" fmla="*/ 6455164 w 12192000"/>
              <a:gd name="connsiteY95" fmla="*/ 4228350 h 6858000"/>
              <a:gd name="connsiteX96" fmla="*/ 6443955 w 12192000"/>
              <a:gd name="connsiteY96" fmla="*/ 4273423 h 6858000"/>
              <a:gd name="connsiteX97" fmla="*/ 6432143 w 12192000"/>
              <a:gd name="connsiteY97" fmla="*/ 4318266 h 6858000"/>
              <a:gd name="connsiteX98" fmla="*/ 6419743 w 12192000"/>
              <a:gd name="connsiteY98" fmla="*/ 4362869 h 6858000"/>
              <a:gd name="connsiteX99" fmla="*/ 6406740 w 12192000"/>
              <a:gd name="connsiteY99" fmla="*/ 4407230 h 6858000"/>
              <a:gd name="connsiteX100" fmla="*/ 6393161 w 12192000"/>
              <a:gd name="connsiteY100" fmla="*/ 4451350 h 6858000"/>
              <a:gd name="connsiteX101" fmla="*/ 6379005 w 12192000"/>
              <a:gd name="connsiteY101" fmla="*/ 4495203 h 6858000"/>
              <a:gd name="connsiteX102" fmla="*/ 6364260 w 12192000"/>
              <a:gd name="connsiteY102" fmla="*/ 4538815 h 6858000"/>
              <a:gd name="connsiteX103" fmla="*/ 6348951 w 12192000"/>
              <a:gd name="connsiteY103" fmla="*/ 4582160 h 6858000"/>
              <a:gd name="connsiteX104" fmla="*/ 6333079 w 12192000"/>
              <a:gd name="connsiteY104" fmla="*/ 4625238 h 6858000"/>
              <a:gd name="connsiteX105" fmla="*/ 6316629 w 12192000"/>
              <a:gd name="connsiteY105" fmla="*/ 4668037 h 6858000"/>
              <a:gd name="connsiteX106" fmla="*/ 6299629 w 12192000"/>
              <a:gd name="connsiteY106" fmla="*/ 4710569 h 6858000"/>
              <a:gd name="connsiteX107" fmla="*/ 6282078 w 12192000"/>
              <a:gd name="connsiteY107" fmla="*/ 4752835 h 6858000"/>
              <a:gd name="connsiteX108" fmla="*/ 6263965 w 12192000"/>
              <a:gd name="connsiteY108" fmla="*/ 4794809 h 6858000"/>
              <a:gd name="connsiteX109" fmla="*/ 6245312 w 12192000"/>
              <a:gd name="connsiteY109" fmla="*/ 4836490 h 6858000"/>
              <a:gd name="connsiteX110" fmla="*/ 6226122 w 12192000"/>
              <a:gd name="connsiteY110" fmla="*/ 4877879 h 6858000"/>
              <a:gd name="connsiteX111" fmla="*/ 6206394 w 12192000"/>
              <a:gd name="connsiteY111" fmla="*/ 4918976 h 6858000"/>
              <a:gd name="connsiteX112" fmla="*/ 6186140 w 12192000"/>
              <a:gd name="connsiteY112" fmla="*/ 4959769 h 6858000"/>
              <a:gd name="connsiteX113" fmla="*/ 6165348 w 12192000"/>
              <a:gd name="connsiteY113" fmla="*/ 5000256 h 6858000"/>
              <a:gd name="connsiteX114" fmla="*/ 6144044 w 12192000"/>
              <a:gd name="connsiteY114" fmla="*/ 5040439 h 6858000"/>
              <a:gd name="connsiteX115" fmla="*/ 6122214 w 12192000"/>
              <a:gd name="connsiteY115" fmla="*/ 5080305 h 6858000"/>
              <a:gd name="connsiteX116" fmla="*/ 6099861 w 12192000"/>
              <a:gd name="connsiteY116" fmla="*/ 5119852 h 6858000"/>
              <a:gd name="connsiteX117" fmla="*/ 6077018 w 12192000"/>
              <a:gd name="connsiteY117" fmla="*/ 5159070 h 6858000"/>
              <a:gd name="connsiteX118" fmla="*/ 6053652 w 12192000"/>
              <a:gd name="connsiteY118" fmla="*/ 5197970 h 6858000"/>
              <a:gd name="connsiteX119" fmla="*/ 6029798 w 12192000"/>
              <a:gd name="connsiteY119" fmla="*/ 5236527 h 6858000"/>
              <a:gd name="connsiteX120" fmla="*/ 6005445 w 12192000"/>
              <a:gd name="connsiteY120" fmla="*/ 5274754 h 6858000"/>
              <a:gd name="connsiteX121" fmla="*/ 5980593 w 12192000"/>
              <a:gd name="connsiteY121" fmla="*/ 5312638 h 6858000"/>
              <a:gd name="connsiteX122" fmla="*/ 5955266 w 12192000"/>
              <a:gd name="connsiteY122" fmla="*/ 5350180 h 6858000"/>
              <a:gd name="connsiteX123" fmla="*/ 5929439 w 12192000"/>
              <a:gd name="connsiteY123" fmla="*/ 5387378 h 6858000"/>
              <a:gd name="connsiteX124" fmla="*/ 5903151 w 12192000"/>
              <a:gd name="connsiteY124" fmla="*/ 5424208 h 6858000"/>
              <a:gd name="connsiteX125" fmla="*/ 5876378 w 12192000"/>
              <a:gd name="connsiteY125" fmla="*/ 5460695 h 6858000"/>
              <a:gd name="connsiteX126" fmla="*/ 5849143 w 12192000"/>
              <a:gd name="connsiteY126" fmla="*/ 5496801 h 6858000"/>
              <a:gd name="connsiteX127" fmla="*/ 5821432 w 12192000"/>
              <a:gd name="connsiteY127" fmla="*/ 5532552 h 6858000"/>
              <a:gd name="connsiteX128" fmla="*/ 5793274 w 12192000"/>
              <a:gd name="connsiteY128" fmla="*/ 5567934 h 6858000"/>
              <a:gd name="connsiteX129" fmla="*/ 5764655 w 12192000"/>
              <a:gd name="connsiteY129" fmla="*/ 5602922 h 6858000"/>
              <a:gd name="connsiteX130" fmla="*/ 5735588 w 12192000"/>
              <a:gd name="connsiteY130" fmla="*/ 5637542 h 6858000"/>
              <a:gd name="connsiteX131" fmla="*/ 5706072 w 12192000"/>
              <a:gd name="connsiteY131" fmla="*/ 5671782 h 6858000"/>
              <a:gd name="connsiteX132" fmla="*/ 5676108 w 12192000"/>
              <a:gd name="connsiteY132" fmla="*/ 5705627 h 6858000"/>
              <a:gd name="connsiteX133" fmla="*/ 5645708 w 12192000"/>
              <a:gd name="connsiteY133" fmla="*/ 5739066 h 6858000"/>
              <a:gd name="connsiteX134" fmla="*/ 5614873 w 12192000"/>
              <a:gd name="connsiteY134" fmla="*/ 5772124 h 6858000"/>
              <a:gd name="connsiteX135" fmla="*/ 5583615 w 12192000"/>
              <a:gd name="connsiteY135" fmla="*/ 5804763 h 6858000"/>
              <a:gd name="connsiteX136" fmla="*/ 5551934 w 12192000"/>
              <a:gd name="connsiteY136" fmla="*/ 5837009 h 6858000"/>
              <a:gd name="connsiteX137" fmla="*/ 5519831 w 12192000"/>
              <a:gd name="connsiteY137" fmla="*/ 5868835 h 6858000"/>
              <a:gd name="connsiteX138" fmla="*/ 5487304 w 12192000"/>
              <a:gd name="connsiteY138" fmla="*/ 5900242 h 6858000"/>
              <a:gd name="connsiteX139" fmla="*/ 5454380 w 12192000"/>
              <a:gd name="connsiteY139" fmla="*/ 5931230 h 6858000"/>
              <a:gd name="connsiteX140" fmla="*/ 5421034 w 12192000"/>
              <a:gd name="connsiteY140" fmla="*/ 5961799 h 6858000"/>
              <a:gd name="connsiteX141" fmla="*/ 5387303 w 12192000"/>
              <a:gd name="connsiteY141" fmla="*/ 5991936 h 6858000"/>
              <a:gd name="connsiteX142" fmla="*/ 5353163 w 12192000"/>
              <a:gd name="connsiteY142" fmla="*/ 6021641 h 6858000"/>
              <a:gd name="connsiteX143" fmla="*/ 5318625 w 12192000"/>
              <a:gd name="connsiteY143" fmla="*/ 6050902 h 6858000"/>
              <a:gd name="connsiteX144" fmla="*/ 5283703 w 12192000"/>
              <a:gd name="connsiteY144" fmla="*/ 6079718 h 6858000"/>
              <a:gd name="connsiteX145" fmla="*/ 5248410 w 12192000"/>
              <a:gd name="connsiteY145" fmla="*/ 6108090 h 6858000"/>
              <a:gd name="connsiteX146" fmla="*/ 5212720 w 12192000"/>
              <a:gd name="connsiteY146" fmla="*/ 6136005 h 6858000"/>
              <a:gd name="connsiteX147" fmla="*/ 5176657 w 12192000"/>
              <a:gd name="connsiteY147" fmla="*/ 6163475 h 6858000"/>
              <a:gd name="connsiteX148" fmla="*/ 5140237 w 12192000"/>
              <a:gd name="connsiteY148" fmla="*/ 6190475 h 6858000"/>
              <a:gd name="connsiteX149" fmla="*/ 5103432 w 12192000"/>
              <a:gd name="connsiteY149" fmla="*/ 6217018 h 6858000"/>
              <a:gd name="connsiteX150" fmla="*/ 5066281 w 12192000"/>
              <a:gd name="connsiteY150" fmla="*/ 6243078 h 6858000"/>
              <a:gd name="connsiteX151" fmla="*/ 5028758 w 12192000"/>
              <a:gd name="connsiteY151" fmla="*/ 6268682 h 6858000"/>
              <a:gd name="connsiteX152" fmla="*/ 4990889 w 12192000"/>
              <a:gd name="connsiteY152" fmla="*/ 6293790 h 6858000"/>
              <a:gd name="connsiteX153" fmla="*/ 4952675 w 12192000"/>
              <a:gd name="connsiteY153" fmla="*/ 6318428 h 6858000"/>
              <a:gd name="connsiteX154" fmla="*/ 4914116 w 12192000"/>
              <a:gd name="connsiteY154" fmla="*/ 6342570 h 6858000"/>
              <a:gd name="connsiteX155" fmla="*/ 4875222 w 12192000"/>
              <a:gd name="connsiteY155" fmla="*/ 6366218 h 6858000"/>
              <a:gd name="connsiteX156" fmla="*/ 4835983 w 12192000"/>
              <a:gd name="connsiteY156" fmla="*/ 6389383 h 6858000"/>
              <a:gd name="connsiteX157" fmla="*/ 4796423 w 12192000"/>
              <a:gd name="connsiteY157" fmla="*/ 6412027 h 6858000"/>
              <a:gd name="connsiteX158" fmla="*/ 4756531 w 12192000"/>
              <a:gd name="connsiteY158" fmla="*/ 6434188 h 6858000"/>
              <a:gd name="connsiteX159" fmla="*/ 4716318 w 12192000"/>
              <a:gd name="connsiteY159" fmla="*/ 6455829 h 6858000"/>
              <a:gd name="connsiteX160" fmla="*/ 4675785 w 12192000"/>
              <a:gd name="connsiteY160" fmla="*/ 6476949 h 6858000"/>
              <a:gd name="connsiteX161" fmla="*/ 4634946 w 12192000"/>
              <a:gd name="connsiteY161" fmla="*/ 6497561 h 6858000"/>
              <a:gd name="connsiteX162" fmla="*/ 4593796 w 12192000"/>
              <a:gd name="connsiteY162" fmla="*/ 6517640 h 6858000"/>
              <a:gd name="connsiteX163" fmla="*/ 4552341 w 12192000"/>
              <a:gd name="connsiteY163" fmla="*/ 6537198 h 6858000"/>
              <a:gd name="connsiteX164" fmla="*/ 4510592 w 12192000"/>
              <a:gd name="connsiteY164" fmla="*/ 6556222 h 6858000"/>
              <a:gd name="connsiteX165" fmla="*/ 4468547 w 12192000"/>
              <a:gd name="connsiteY165" fmla="*/ 6574714 h 6858000"/>
              <a:gd name="connsiteX166" fmla="*/ 4426207 w 12192000"/>
              <a:gd name="connsiteY166" fmla="*/ 6592671 h 6858000"/>
              <a:gd name="connsiteX167" fmla="*/ 4383573 w 12192000"/>
              <a:gd name="connsiteY167" fmla="*/ 6610070 h 6858000"/>
              <a:gd name="connsiteX168" fmla="*/ 4340670 w 12192000"/>
              <a:gd name="connsiteY168" fmla="*/ 6626923 h 6858000"/>
              <a:gd name="connsiteX169" fmla="*/ 4297498 w 12192000"/>
              <a:gd name="connsiteY169" fmla="*/ 6643230 h 6858000"/>
              <a:gd name="connsiteX170" fmla="*/ 4254045 w 12192000"/>
              <a:gd name="connsiteY170" fmla="*/ 6658965 h 6858000"/>
              <a:gd name="connsiteX171" fmla="*/ 4210322 w 12192000"/>
              <a:gd name="connsiteY171" fmla="*/ 6674142 h 6858000"/>
              <a:gd name="connsiteX172" fmla="*/ 4166330 w 12192000"/>
              <a:gd name="connsiteY172" fmla="*/ 6688760 h 6858000"/>
              <a:gd name="connsiteX173" fmla="*/ 4122095 w 12192000"/>
              <a:gd name="connsiteY173" fmla="*/ 6702793 h 6858000"/>
              <a:gd name="connsiteX174" fmla="*/ 4077590 w 12192000"/>
              <a:gd name="connsiteY174" fmla="*/ 6716255 h 6858000"/>
              <a:gd name="connsiteX175" fmla="*/ 4032843 w 12192000"/>
              <a:gd name="connsiteY175" fmla="*/ 6729146 h 6858000"/>
              <a:gd name="connsiteX176" fmla="*/ 3987851 w 12192000"/>
              <a:gd name="connsiteY176" fmla="*/ 6741439 h 6858000"/>
              <a:gd name="connsiteX177" fmla="*/ 3942617 w 12192000"/>
              <a:gd name="connsiteY177" fmla="*/ 6753149 h 6858000"/>
              <a:gd name="connsiteX178" fmla="*/ 3897152 w 12192000"/>
              <a:gd name="connsiteY178" fmla="*/ 6764261 h 6858000"/>
              <a:gd name="connsiteX179" fmla="*/ 3851443 w 12192000"/>
              <a:gd name="connsiteY179" fmla="*/ 6774777 h 6858000"/>
              <a:gd name="connsiteX180" fmla="*/ 3805517 w 12192000"/>
              <a:gd name="connsiteY180" fmla="*/ 6784683 h 6858000"/>
              <a:gd name="connsiteX181" fmla="*/ 3759360 w 12192000"/>
              <a:gd name="connsiteY181" fmla="*/ 6793992 h 6858000"/>
              <a:gd name="connsiteX182" fmla="*/ 3712998 w 12192000"/>
              <a:gd name="connsiteY182" fmla="*/ 6802691 h 6858000"/>
              <a:gd name="connsiteX183" fmla="*/ 3666406 w 12192000"/>
              <a:gd name="connsiteY183" fmla="*/ 6810769 h 6858000"/>
              <a:gd name="connsiteX184" fmla="*/ 3619622 w 12192000"/>
              <a:gd name="connsiteY184" fmla="*/ 6818223 h 6858000"/>
              <a:gd name="connsiteX185" fmla="*/ 3572618 w 12192000"/>
              <a:gd name="connsiteY185" fmla="*/ 6825056 h 6858000"/>
              <a:gd name="connsiteX186" fmla="*/ 3525412 w 12192000"/>
              <a:gd name="connsiteY186" fmla="*/ 6831254 h 6858000"/>
              <a:gd name="connsiteX187" fmla="*/ 3478024 w 12192000"/>
              <a:gd name="connsiteY187" fmla="*/ 6836816 h 6858000"/>
              <a:gd name="connsiteX188" fmla="*/ 3430433 w 12192000"/>
              <a:gd name="connsiteY188" fmla="*/ 6841757 h 6858000"/>
              <a:gd name="connsiteX189" fmla="*/ 3382662 w 12192000"/>
              <a:gd name="connsiteY189" fmla="*/ 6846036 h 6858000"/>
              <a:gd name="connsiteX190" fmla="*/ 3334699 w 12192000"/>
              <a:gd name="connsiteY190" fmla="*/ 6849681 h 6858000"/>
              <a:gd name="connsiteX191" fmla="*/ 3286569 w 12192000"/>
              <a:gd name="connsiteY191" fmla="*/ 6852666 h 6858000"/>
              <a:gd name="connsiteX192" fmla="*/ 3238259 w 12192000"/>
              <a:gd name="connsiteY192" fmla="*/ 6854990 h 6858000"/>
              <a:gd name="connsiteX193" fmla="*/ 3189772 w 12192000"/>
              <a:gd name="connsiteY193" fmla="*/ 6856666 h 6858000"/>
              <a:gd name="connsiteX194" fmla="*/ 3141129 w 12192000"/>
              <a:gd name="connsiteY194" fmla="*/ 6857670 h 6858000"/>
              <a:gd name="connsiteX195" fmla="*/ 3092333 w 12192000"/>
              <a:gd name="connsiteY195" fmla="*/ 6858000 h 6858000"/>
              <a:gd name="connsiteX196" fmla="*/ 3092333 w 12192000"/>
              <a:gd name="connsiteY196" fmla="*/ 5572899 h 6858000"/>
              <a:gd name="connsiteX197" fmla="*/ 0 w 12192000"/>
              <a:gd name="connsiteY197" fmla="*/ 5572899 h 6858000"/>
              <a:gd name="connsiteX198" fmla="*/ 0 w 12192000"/>
              <a:gd name="connsiteY198" fmla="*/ 4287659 h 6858000"/>
              <a:gd name="connsiteX199" fmla="*/ 10007107 w 12192000"/>
              <a:gd name="connsiteY199" fmla="*/ 1287183 h 6858000"/>
              <a:gd name="connsiteX200" fmla="*/ 10055915 w 12192000"/>
              <a:gd name="connsiteY200" fmla="*/ 1287513 h 6858000"/>
              <a:gd name="connsiteX201" fmla="*/ 10104558 w 12192000"/>
              <a:gd name="connsiteY201" fmla="*/ 1288516 h 6858000"/>
              <a:gd name="connsiteX202" fmla="*/ 10153034 w 12192000"/>
              <a:gd name="connsiteY202" fmla="*/ 1290193 h 6858000"/>
              <a:gd name="connsiteX203" fmla="*/ 10201342 w 12192000"/>
              <a:gd name="connsiteY203" fmla="*/ 1292517 h 6858000"/>
              <a:gd name="connsiteX204" fmla="*/ 10249485 w 12192000"/>
              <a:gd name="connsiteY204" fmla="*/ 1295514 h 6858000"/>
              <a:gd name="connsiteX205" fmla="*/ 10297435 w 12192000"/>
              <a:gd name="connsiteY205" fmla="*/ 1299146 h 6858000"/>
              <a:gd name="connsiteX206" fmla="*/ 10345206 w 12192000"/>
              <a:gd name="connsiteY206" fmla="*/ 1303439 h 6858000"/>
              <a:gd name="connsiteX207" fmla="*/ 10392798 w 12192000"/>
              <a:gd name="connsiteY207" fmla="*/ 1308366 h 6858000"/>
              <a:gd name="connsiteX208" fmla="*/ 10440198 w 12192000"/>
              <a:gd name="connsiteY208" fmla="*/ 1313929 h 6858000"/>
              <a:gd name="connsiteX209" fmla="*/ 10487393 w 12192000"/>
              <a:gd name="connsiteY209" fmla="*/ 1320139 h 6858000"/>
              <a:gd name="connsiteX210" fmla="*/ 10534395 w 12192000"/>
              <a:gd name="connsiteY210" fmla="*/ 1326972 h 6858000"/>
              <a:gd name="connsiteX211" fmla="*/ 10581192 w 12192000"/>
              <a:gd name="connsiteY211" fmla="*/ 1334427 h 6858000"/>
              <a:gd name="connsiteX212" fmla="*/ 10627771 w 12192000"/>
              <a:gd name="connsiteY212" fmla="*/ 1342504 h 6858000"/>
              <a:gd name="connsiteX213" fmla="*/ 10674146 w 12192000"/>
              <a:gd name="connsiteY213" fmla="*/ 1351191 h 6858000"/>
              <a:gd name="connsiteX214" fmla="*/ 10720304 w 12192000"/>
              <a:gd name="connsiteY214" fmla="*/ 1360500 h 6858000"/>
              <a:gd name="connsiteX215" fmla="*/ 10766230 w 12192000"/>
              <a:gd name="connsiteY215" fmla="*/ 1370406 h 6858000"/>
              <a:gd name="connsiteX216" fmla="*/ 10811926 w 12192000"/>
              <a:gd name="connsiteY216" fmla="*/ 1380921 h 6858000"/>
              <a:gd name="connsiteX217" fmla="*/ 10857404 w 12192000"/>
              <a:gd name="connsiteY217" fmla="*/ 1392034 h 6858000"/>
              <a:gd name="connsiteX218" fmla="*/ 10902638 w 12192000"/>
              <a:gd name="connsiteY218" fmla="*/ 1403743 h 6858000"/>
              <a:gd name="connsiteX219" fmla="*/ 10947629 w 12192000"/>
              <a:gd name="connsiteY219" fmla="*/ 1416050 h 6858000"/>
              <a:gd name="connsiteX220" fmla="*/ 10992377 w 12192000"/>
              <a:gd name="connsiteY220" fmla="*/ 1428927 h 6858000"/>
              <a:gd name="connsiteX221" fmla="*/ 11036868 w 12192000"/>
              <a:gd name="connsiteY221" fmla="*/ 1442389 h 6858000"/>
              <a:gd name="connsiteX222" fmla="*/ 11081116 w 12192000"/>
              <a:gd name="connsiteY222" fmla="*/ 1456436 h 6858000"/>
              <a:gd name="connsiteX223" fmla="*/ 11125095 w 12192000"/>
              <a:gd name="connsiteY223" fmla="*/ 1471041 h 6858000"/>
              <a:gd name="connsiteX224" fmla="*/ 11168818 w 12192000"/>
              <a:gd name="connsiteY224" fmla="*/ 1486217 h 6858000"/>
              <a:gd name="connsiteX225" fmla="*/ 11212273 w 12192000"/>
              <a:gd name="connsiteY225" fmla="*/ 1501965 h 6858000"/>
              <a:gd name="connsiteX226" fmla="*/ 11255457 w 12192000"/>
              <a:gd name="connsiteY226" fmla="*/ 1518259 h 6858000"/>
              <a:gd name="connsiteX227" fmla="*/ 11298361 w 12192000"/>
              <a:gd name="connsiteY227" fmla="*/ 1535112 h 6858000"/>
              <a:gd name="connsiteX228" fmla="*/ 11340982 w 12192000"/>
              <a:gd name="connsiteY228" fmla="*/ 1552524 h 6858000"/>
              <a:gd name="connsiteX229" fmla="*/ 11383321 w 12192000"/>
              <a:gd name="connsiteY229" fmla="*/ 1570469 h 6858000"/>
              <a:gd name="connsiteX230" fmla="*/ 11425365 w 12192000"/>
              <a:gd name="connsiteY230" fmla="*/ 1588960 h 6858000"/>
              <a:gd name="connsiteX231" fmla="*/ 11467116 w 12192000"/>
              <a:gd name="connsiteY231" fmla="*/ 1607985 h 6858000"/>
              <a:gd name="connsiteX232" fmla="*/ 11508571 w 12192000"/>
              <a:gd name="connsiteY232" fmla="*/ 1627543 h 6858000"/>
              <a:gd name="connsiteX233" fmla="*/ 11549718 w 12192000"/>
              <a:gd name="connsiteY233" fmla="*/ 1647621 h 6858000"/>
              <a:gd name="connsiteX234" fmla="*/ 11590572 w 12192000"/>
              <a:gd name="connsiteY234" fmla="*/ 1668233 h 6858000"/>
              <a:gd name="connsiteX235" fmla="*/ 11631092 w 12192000"/>
              <a:gd name="connsiteY235" fmla="*/ 1689366 h 6858000"/>
              <a:gd name="connsiteX236" fmla="*/ 11671305 w 12192000"/>
              <a:gd name="connsiteY236" fmla="*/ 1711007 h 6858000"/>
              <a:gd name="connsiteX237" fmla="*/ 11711198 w 12192000"/>
              <a:gd name="connsiteY237" fmla="*/ 1733156 h 6858000"/>
              <a:gd name="connsiteX238" fmla="*/ 11750770 w 12192000"/>
              <a:gd name="connsiteY238" fmla="*/ 1755813 h 6858000"/>
              <a:gd name="connsiteX239" fmla="*/ 11789996 w 12192000"/>
              <a:gd name="connsiteY239" fmla="*/ 1778965 h 6858000"/>
              <a:gd name="connsiteX240" fmla="*/ 11828902 w 12192000"/>
              <a:gd name="connsiteY240" fmla="*/ 1802625 h 6858000"/>
              <a:gd name="connsiteX241" fmla="*/ 11867462 w 12192000"/>
              <a:gd name="connsiteY241" fmla="*/ 1826768 h 6858000"/>
              <a:gd name="connsiteX242" fmla="*/ 11905677 w 12192000"/>
              <a:gd name="connsiteY242" fmla="*/ 1851393 h 6858000"/>
              <a:gd name="connsiteX243" fmla="*/ 11943545 w 12192000"/>
              <a:gd name="connsiteY243" fmla="*/ 1876513 h 6858000"/>
              <a:gd name="connsiteX244" fmla="*/ 11981054 w 12192000"/>
              <a:gd name="connsiteY244" fmla="*/ 1902104 h 6858000"/>
              <a:gd name="connsiteX245" fmla="*/ 12018218 w 12192000"/>
              <a:gd name="connsiteY245" fmla="*/ 1928177 h 6858000"/>
              <a:gd name="connsiteX246" fmla="*/ 12055010 w 12192000"/>
              <a:gd name="connsiteY246" fmla="*/ 1954707 h 6858000"/>
              <a:gd name="connsiteX247" fmla="*/ 12091444 w 12192000"/>
              <a:gd name="connsiteY247" fmla="*/ 1981708 h 6858000"/>
              <a:gd name="connsiteX248" fmla="*/ 12127507 w 12192000"/>
              <a:gd name="connsiteY248" fmla="*/ 2009178 h 6858000"/>
              <a:gd name="connsiteX249" fmla="*/ 12163184 w 12192000"/>
              <a:gd name="connsiteY249" fmla="*/ 2037092 h 6858000"/>
              <a:gd name="connsiteX250" fmla="*/ 12192000 w 12192000"/>
              <a:gd name="connsiteY250" fmla="*/ 2060249 h 6858000"/>
              <a:gd name="connsiteX251" fmla="*/ 12192000 w 12192000"/>
              <a:gd name="connsiteY251" fmla="*/ 4714710 h 6858000"/>
              <a:gd name="connsiteX252" fmla="*/ 12167975 w 12192000"/>
              <a:gd name="connsiteY252" fmla="*/ 4714710 h 6858000"/>
              <a:gd name="connsiteX253" fmla="*/ 12167438 w 12192000"/>
              <a:gd name="connsiteY253" fmla="*/ 4666285 h 6858000"/>
              <a:gd name="connsiteX254" fmla="*/ 12165811 w 12192000"/>
              <a:gd name="connsiteY254" fmla="*/ 4618126 h 6858000"/>
              <a:gd name="connsiteX255" fmla="*/ 12163120 w 12192000"/>
              <a:gd name="connsiteY255" fmla="*/ 4570247 h 6858000"/>
              <a:gd name="connsiteX256" fmla="*/ 12159367 w 12192000"/>
              <a:gd name="connsiteY256" fmla="*/ 4522635 h 6858000"/>
              <a:gd name="connsiteX257" fmla="*/ 12154576 w 12192000"/>
              <a:gd name="connsiteY257" fmla="*/ 4475327 h 6858000"/>
              <a:gd name="connsiteX258" fmla="*/ 12148746 w 12192000"/>
              <a:gd name="connsiteY258" fmla="*/ 4428312 h 6858000"/>
              <a:gd name="connsiteX259" fmla="*/ 12141893 w 12192000"/>
              <a:gd name="connsiteY259" fmla="*/ 4381627 h 6858000"/>
              <a:gd name="connsiteX260" fmla="*/ 12134040 w 12192000"/>
              <a:gd name="connsiteY260" fmla="*/ 4335272 h 6858000"/>
              <a:gd name="connsiteX261" fmla="*/ 12125174 w 12192000"/>
              <a:gd name="connsiteY261" fmla="*/ 4289247 h 6858000"/>
              <a:gd name="connsiteX262" fmla="*/ 12115323 w 12192000"/>
              <a:gd name="connsiteY262" fmla="*/ 4243578 h 6858000"/>
              <a:gd name="connsiteX263" fmla="*/ 12104499 w 12192000"/>
              <a:gd name="connsiteY263" fmla="*/ 4198264 h 6858000"/>
              <a:gd name="connsiteX264" fmla="*/ 12092713 w 12192000"/>
              <a:gd name="connsiteY264" fmla="*/ 4153331 h 6858000"/>
              <a:gd name="connsiteX265" fmla="*/ 12079966 w 12192000"/>
              <a:gd name="connsiteY265" fmla="*/ 4108780 h 6858000"/>
              <a:gd name="connsiteX266" fmla="*/ 12066284 w 12192000"/>
              <a:gd name="connsiteY266" fmla="*/ 4064622 h 6858000"/>
              <a:gd name="connsiteX267" fmla="*/ 12051679 w 12192000"/>
              <a:gd name="connsiteY267" fmla="*/ 4020870 h 6858000"/>
              <a:gd name="connsiteX268" fmla="*/ 12036140 w 12192000"/>
              <a:gd name="connsiteY268" fmla="*/ 3977551 h 6858000"/>
              <a:gd name="connsiteX269" fmla="*/ 12019704 w 12192000"/>
              <a:gd name="connsiteY269" fmla="*/ 3934650 h 6858000"/>
              <a:gd name="connsiteX270" fmla="*/ 12002371 w 12192000"/>
              <a:gd name="connsiteY270" fmla="*/ 3892194 h 6858000"/>
              <a:gd name="connsiteX271" fmla="*/ 11984155 w 12192000"/>
              <a:gd name="connsiteY271" fmla="*/ 3850195 h 6858000"/>
              <a:gd name="connsiteX272" fmla="*/ 11965054 w 12192000"/>
              <a:gd name="connsiteY272" fmla="*/ 3808666 h 6858000"/>
              <a:gd name="connsiteX273" fmla="*/ 11945108 w 12192000"/>
              <a:gd name="connsiteY273" fmla="*/ 3767607 h 6858000"/>
              <a:gd name="connsiteX274" fmla="*/ 11924303 w 12192000"/>
              <a:gd name="connsiteY274" fmla="*/ 3727031 h 6858000"/>
              <a:gd name="connsiteX275" fmla="*/ 11902666 w 12192000"/>
              <a:gd name="connsiteY275" fmla="*/ 3686962 h 6858000"/>
              <a:gd name="connsiteX276" fmla="*/ 11880196 w 12192000"/>
              <a:gd name="connsiteY276" fmla="*/ 3647402 h 6858000"/>
              <a:gd name="connsiteX277" fmla="*/ 11856919 w 12192000"/>
              <a:gd name="connsiteY277" fmla="*/ 3608362 h 6858000"/>
              <a:gd name="connsiteX278" fmla="*/ 11832835 w 12192000"/>
              <a:gd name="connsiteY278" fmla="*/ 3569855 h 6858000"/>
              <a:gd name="connsiteX279" fmla="*/ 11807957 w 12192000"/>
              <a:gd name="connsiteY279" fmla="*/ 3531895 h 6858000"/>
              <a:gd name="connsiteX280" fmla="*/ 11782297 w 12192000"/>
              <a:gd name="connsiteY280" fmla="*/ 3494494 h 6858000"/>
              <a:gd name="connsiteX281" fmla="*/ 11755881 w 12192000"/>
              <a:gd name="connsiteY281" fmla="*/ 3457651 h 6858000"/>
              <a:gd name="connsiteX282" fmla="*/ 11728697 w 12192000"/>
              <a:gd name="connsiteY282" fmla="*/ 3421392 h 6858000"/>
              <a:gd name="connsiteX283" fmla="*/ 11700769 w 12192000"/>
              <a:gd name="connsiteY283" fmla="*/ 3385731 h 6858000"/>
              <a:gd name="connsiteX284" fmla="*/ 11672112 w 12192000"/>
              <a:gd name="connsiteY284" fmla="*/ 3350666 h 6858000"/>
              <a:gd name="connsiteX285" fmla="*/ 11642724 w 12192000"/>
              <a:gd name="connsiteY285" fmla="*/ 3316224 h 6858000"/>
              <a:gd name="connsiteX286" fmla="*/ 11612632 w 12192000"/>
              <a:gd name="connsiteY286" fmla="*/ 3282391 h 6858000"/>
              <a:gd name="connsiteX287" fmla="*/ 11581835 w 12192000"/>
              <a:gd name="connsiteY287" fmla="*/ 3249206 h 6858000"/>
              <a:gd name="connsiteX288" fmla="*/ 11550347 w 12192000"/>
              <a:gd name="connsiteY288" fmla="*/ 3216669 h 6858000"/>
              <a:gd name="connsiteX289" fmla="*/ 11518192 w 12192000"/>
              <a:gd name="connsiteY289" fmla="*/ 3184779 h 6858000"/>
              <a:gd name="connsiteX290" fmla="*/ 11485370 w 12192000"/>
              <a:gd name="connsiteY290" fmla="*/ 3153575 h 6858000"/>
              <a:gd name="connsiteX291" fmla="*/ 11451883 w 12192000"/>
              <a:gd name="connsiteY291" fmla="*/ 3123044 h 6858000"/>
              <a:gd name="connsiteX292" fmla="*/ 11417768 w 12192000"/>
              <a:gd name="connsiteY292" fmla="*/ 3093213 h 6858000"/>
              <a:gd name="connsiteX293" fmla="*/ 11383013 w 12192000"/>
              <a:gd name="connsiteY293" fmla="*/ 3064078 h 6858000"/>
              <a:gd name="connsiteX294" fmla="*/ 11347643 w 12192000"/>
              <a:gd name="connsiteY294" fmla="*/ 3035669 h 6858000"/>
              <a:gd name="connsiteX295" fmla="*/ 11311671 w 12192000"/>
              <a:gd name="connsiteY295" fmla="*/ 3007982 h 6858000"/>
              <a:gd name="connsiteX296" fmla="*/ 11275096 w 12192000"/>
              <a:gd name="connsiteY296" fmla="*/ 2981033 h 6858000"/>
              <a:gd name="connsiteX297" fmla="*/ 11237945 w 12192000"/>
              <a:gd name="connsiteY297" fmla="*/ 2954832 h 6858000"/>
              <a:gd name="connsiteX298" fmla="*/ 11200218 w 12192000"/>
              <a:gd name="connsiteY298" fmla="*/ 2929394 h 6858000"/>
              <a:gd name="connsiteX299" fmla="*/ 11161927 w 12192000"/>
              <a:gd name="connsiteY299" fmla="*/ 2904744 h 6858000"/>
              <a:gd name="connsiteX300" fmla="*/ 11123084 w 12192000"/>
              <a:gd name="connsiteY300" fmla="*/ 2880868 h 6858000"/>
              <a:gd name="connsiteX301" fmla="*/ 11083704 w 12192000"/>
              <a:gd name="connsiteY301" fmla="*/ 2857779 h 6858000"/>
              <a:gd name="connsiteX302" fmla="*/ 11043799 w 12192000"/>
              <a:gd name="connsiteY302" fmla="*/ 2835516 h 6858000"/>
              <a:gd name="connsiteX303" fmla="*/ 11003381 w 12192000"/>
              <a:gd name="connsiteY303" fmla="*/ 2814053 h 6858000"/>
              <a:gd name="connsiteX304" fmla="*/ 10962451 w 12192000"/>
              <a:gd name="connsiteY304" fmla="*/ 2793441 h 6858000"/>
              <a:gd name="connsiteX305" fmla="*/ 10921034 w 12192000"/>
              <a:gd name="connsiteY305" fmla="*/ 2773654 h 6858000"/>
              <a:gd name="connsiteX306" fmla="*/ 10879143 w 12192000"/>
              <a:gd name="connsiteY306" fmla="*/ 2754731 h 6858000"/>
              <a:gd name="connsiteX307" fmla="*/ 10836765 w 12192000"/>
              <a:gd name="connsiteY307" fmla="*/ 2736672 h 6858000"/>
              <a:gd name="connsiteX308" fmla="*/ 10793952 w 12192000"/>
              <a:gd name="connsiteY308" fmla="*/ 2719489 h 6858000"/>
              <a:gd name="connsiteX309" fmla="*/ 10750677 w 12192000"/>
              <a:gd name="connsiteY309" fmla="*/ 2703196 h 6858000"/>
              <a:gd name="connsiteX310" fmla="*/ 10706968 w 12192000"/>
              <a:gd name="connsiteY310" fmla="*/ 2687790 h 6858000"/>
              <a:gd name="connsiteX311" fmla="*/ 10662848 w 12192000"/>
              <a:gd name="connsiteY311" fmla="*/ 2673300 h 6858000"/>
              <a:gd name="connsiteX312" fmla="*/ 10618305 w 12192000"/>
              <a:gd name="connsiteY312" fmla="*/ 2659735 h 6858000"/>
              <a:gd name="connsiteX313" fmla="*/ 10573364 w 12192000"/>
              <a:gd name="connsiteY313" fmla="*/ 2647111 h 6858000"/>
              <a:gd name="connsiteX314" fmla="*/ 10528041 w 12192000"/>
              <a:gd name="connsiteY314" fmla="*/ 2635415 h 6858000"/>
              <a:gd name="connsiteX315" fmla="*/ 10482345 w 12192000"/>
              <a:gd name="connsiteY315" fmla="*/ 2624683 h 6858000"/>
              <a:gd name="connsiteX316" fmla="*/ 10436265 w 12192000"/>
              <a:gd name="connsiteY316" fmla="*/ 2614930 h 6858000"/>
              <a:gd name="connsiteX317" fmla="*/ 10389852 w 12192000"/>
              <a:gd name="connsiteY317" fmla="*/ 2606141 h 6858000"/>
              <a:gd name="connsiteX318" fmla="*/ 10343080 w 12192000"/>
              <a:gd name="connsiteY318" fmla="*/ 2598343 h 6858000"/>
              <a:gd name="connsiteX319" fmla="*/ 10295988 w 12192000"/>
              <a:gd name="connsiteY319" fmla="*/ 2591562 h 6858000"/>
              <a:gd name="connsiteX320" fmla="*/ 10248575 w 12192000"/>
              <a:gd name="connsiteY320" fmla="*/ 2585783 h 6858000"/>
              <a:gd name="connsiteX321" fmla="*/ 10200843 w 12192000"/>
              <a:gd name="connsiteY321" fmla="*/ 2581033 h 6858000"/>
              <a:gd name="connsiteX322" fmla="*/ 10152829 w 12192000"/>
              <a:gd name="connsiteY322" fmla="*/ 2577312 h 6858000"/>
              <a:gd name="connsiteX323" fmla="*/ 10104519 w 12192000"/>
              <a:gd name="connsiteY323" fmla="*/ 2574645 h 6858000"/>
              <a:gd name="connsiteX324" fmla="*/ 10055941 w 12192000"/>
              <a:gd name="connsiteY324" fmla="*/ 2573032 h 6858000"/>
              <a:gd name="connsiteX325" fmla="*/ 10007107 w 12192000"/>
              <a:gd name="connsiteY325" fmla="*/ 2572499 h 6858000"/>
              <a:gd name="connsiteX326" fmla="*/ 6549733 w 12192000"/>
              <a:gd name="connsiteY326" fmla="*/ 0 h 6858000"/>
              <a:gd name="connsiteX327" fmla="*/ 10007107 w 12192000"/>
              <a:gd name="connsiteY327" fmla="*/ 0 h 6858000"/>
              <a:gd name="connsiteX328" fmla="*/ 10007107 w 12192000"/>
              <a:gd name="connsiteY328" fmla="*/ 1285252 h 6858000"/>
              <a:gd name="connsiteX329" fmla="*/ 7846264 w 12192000"/>
              <a:gd name="connsiteY329" fmla="*/ 1285252 h 6858000"/>
              <a:gd name="connsiteX330" fmla="*/ 7846264 w 12192000"/>
              <a:gd name="connsiteY330" fmla="*/ 3427742 h 6858000"/>
              <a:gd name="connsiteX331" fmla="*/ 6549733 w 12192000"/>
              <a:gd name="connsiteY331" fmla="*/ 3427742 h 6858000"/>
              <a:gd name="connsiteX332" fmla="*/ 6549733 w 12192000"/>
              <a:gd name="connsiteY332" fmla="*/ 128525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</a:cxnLst>
            <a:rect l="l" t="t" r="r" b="b"/>
            <a:pathLst>
              <a:path w="12192000" h="6858000">
                <a:moveTo>
                  <a:pt x="0" y="2145170"/>
                </a:moveTo>
                <a:lnTo>
                  <a:pt x="931465" y="2145170"/>
                </a:lnTo>
                <a:lnTo>
                  <a:pt x="931465" y="4287659"/>
                </a:lnTo>
                <a:lnTo>
                  <a:pt x="3092333" y="4287659"/>
                </a:lnTo>
                <a:lnTo>
                  <a:pt x="3092333" y="5572696"/>
                </a:lnTo>
                <a:lnTo>
                  <a:pt x="3141168" y="5572150"/>
                </a:lnTo>
                <a:lnTo>
                  <a:pt x="3189745" y="5570550"/>
                </a:lnTo>
                <a:lnTo>
                  <a:pt x="3238055" y="5567870"/>
                </a:lnTo>
                <a:lnTo>
                  <a:pt x="3286069" y="5564162"/>
                </a:lnTo>
                <a:lnTo>
                  <a:pt x="3333802" y="5559399"/>
                </a:lnTo>
                <a:lnTo>
                  <a:pt x="3381215" y="5553634"/>
                </a:lnTo>
                <a:lnTo>
                  <a:pt x="3428306" y="5546839"/>
                </a:lnTo>
                <a:lnTo>
                  <a:pt x="3475077" y="5539041"/>
                </a:lnTo>
                <a:lnTo>
                  <a:pt x="3521504" y="5530266"/>
                </a:lnTo>
                <a:lnTo>
                  <a:pt x="3567571" y="5520499"/>
                </a:lnTo>
                <a:lnTo>
                  <a:pt x="3613266" y="5509768"/>
                </a:lnTo>
                <a:lnTo>
                  <a:pt x="3658604" y="5498084"/>
                </a:lnTo>
                <a:lnTo>
                  <a:pt x="3703544" y="5485447"/>
                </a:lnTo>
                <a:lnTo>
                  <a:pt x="3748073" y="5471884"/>
                </a:lnTo>
                <a:lnTo>
                  <a:pt x="3792207" y="5457393"/>
                </a:lnTo>
                <a:lnTo>
                  <a:pt x="3835916" y="5442001"/>
                </a:lnTo>
                <a:lnTo>
                  <a:pt x="3879178" y="5425694"/>
                </a:lnTo>
                <a:lnTo>
                  <a:pt x="3922004" y="5408511"/>
                </a:lnTo>
                <a:lnTo>
                  <a:pt x="3964369" y="5390451"/>
                </a:lnTo>
                <a:lnTo>
                  <a:pt x="4006273" y="5371528"/>
                </a:lnTo>
                <a:lnTo>
                  <a:pt x="4047690" y="5351742"/>
                </a:lnTo>
                <a:lnTo>
                  <a:pt x="4088608" y="5331130"/>
                </a:lnTo>
                <a:lnTo>
                  <a:pt x="4129038" y="5309667"/>
                </a:lnTo>
                <a:lnTo>
                  <a:pt x="4168944" y="5287403"/>
                </a:lnTo>
                <a:lnTo>
                  <a:pt x="4208310" y="5264315"/>
                </a:lnTo>
                <a:lnTo>
                  <a:pt x="4247152" y="5240452"/>
                </a:lnTo>
                <a:lnTo>
                  <a:pt x="4285443" y="5215788"/>
                </a:lnTo>
                <a:lnTo>
                  <a:pt x="4323184" y="5190350"/>
                </a:lnTo>
                <a:lnTo>
                  <a:pt x="4360335" y="5164150"/>
                </a:lnTo>
                <a:lnTo>
                  <a:pt x="4396909" y="5137201"/>
                </a:lnTo>
                <a:lnTo>
                  <a:pt x="4432882" y="5109515"/>
                </a:lnTo>
                <a:lnTo>
                  <a:pt x="4468251" y="5081105"/>
                </a:lnTo>
                <a:lnTo>
                  <a:pt x="4503008" y="5051971"/>
                </a:lnTo>
                <a:lnTo>
                  <a:pt x="4537123" y="5022139"/>
                </a:lnTo>
                <a:lnTo>
                  <a:pt x="4570597" y="4991608"/>
                </a:lnTo>
                <a:lnTo>
                  <a:pt x="4603430" y="4960404"/>
                </a:lnTo>
                <a:lnTo>
                  <a:pt x="4635585" y="4928514"/>
                </a:lnTo>
                <a:lnTo>
                  <a:pt x="4667073" y="4895977"/>
                </a:lnTo>
                <a:lnTo>
                  <a:pt x="4697858" y="4862792"/>
                </a:lnTo>
                <a:lnTo>
                  <a:pt x="4727963" y="4828959"/>
                </a:lnTo>
                <a:lnTo>
                  <a:pt x="4757339" y="4794516"/>
                </a:lnTo>
                <a:lnTo>
                  <a:pt x="4786008" y="4759452"/>
                </a:lnTo>
                <a:lnTo>
                  <a:pt x="4813935" y="4723777"/>
                </a:lnTo>
                <a:lnTo>
                  <a:pt x="4841121" y="4687532"/>
                </a:lnTo>
                <a:lnTo>
                  <a:pt x="4867535" y="4650689"/>
                </a:lnTo>
                <a:lnTo>
                  <a:pt x="4893195" y="4613287"/>
                </a:lnTo>
                <a:lnTo>
                  <a:pt x="4918075" y="4575327"/>
                </a:lnTo>
                <a:lnTo>
                  <a:pt x="4942158" y="4536821"/>
                </a:lnTo>
                <a:lnTo>
                  <a:pt x="4965434" y="4497781"/>
                </a:lnTo>
                <a:lnTo>
                  <a:pt x="4987905" y="4458220"/>
                </a:lnTo>
                <a:lnTo>
                  <a:pt x="5009542" y="4418152"/>
                </a:lnTo>
                <a:lnTo>
                  <a:pt x="5030347" y="4377575"/>
                </a:lnTo>
                <a:lnTo>
                  <a:pt x="5050293" y="4336516"/>
                </a:lnTo>
                <a:lnTo>
                  <a:pt x="5069380" y="4294987"/>
                </a:lnTo>
                <a:lnTo>
                  <a:pt x="5087599" y="4252988"/>
                </a:lnTo>
                <a:lnTo>
                  <a:pt x="5104943" y="4210532"/>
                </a:lnTo>
                <a:lnTo>
                  <a:pt x="5121381" y="4167632"/>
                </a:lnTo>
                <a:lnTo>
                  <a:pt x="5136906" y="4124312"/>
                </a:lnTo>
                <a:lnTo>
                  <a:pt x="5151523" y="4080560"/>
                </a:lnTo>
                <a:lnTo>
                  <a:pt x="5165204" y="4036403"/>
                </a:lnTo>
                <a:lnTo>
                  <a:pt x="5177951" y="3991851"/>
                </a:lnTo>
                <a:lnTo>
                  <a:pt x="5189738" y="3946918"/>
                </a:lnTo>
                <a:lnTo>
                  <a:pt x="5200562" y="3901605"/>
                </a:lnTo>
                <a:lnTo>
                  <a:pt x="5210414" y="3855936"/>
                </a:lnTo>
                <a:lnTo>
                  <a:pt x="5219266" y="3809911"/>
                </a:lnTo>
                <a:lnTo>
                  <a:pt x="5227132" y="3763556"/>
                </a:lnTo>
                <a:lnTo>
                  <a:pt x="5233986" y="3716871"/>
                </a:lnTo>
                <a:lnTo>
                  <a:pt x="5239801" y="3669855"/>
                </a:lnTo>
                <a:lnTo>
                  <a:pt x="5244605" y="3622548"/>
                </a:lnTo>
                <a:lnTo>
                  <a:pt x="5248346" y="3574948"/>
                </a:lnTo>
                <a:lnTo>
                  <a:pt x="5251049" y="3527056"/>
                </a:lnTo>
                <a:lnTo>
                  <a:pt x="5252663" y="3478898"/>
                </a:lnTo>
                <a:lnTo>
                  <a:pt x="5253214" y="3430486"/>
                </a:lnTo>
                <a:lnTo>
                  <a:pt x="6549733" y="3430486"/>
                </a:lnTo>
                <a:lnTo>
                  <a:pt x="6549387" y="3478860"/>
                </a:lnTo>
                <a:lnTo>
                  <a:pt x="6548374" y="3527082"/>
                </a:lnTo>
                <a:lnTo>
                  <a:pt x="6546684" y="3575151"/>
                </a:lnTo>
                <a:lnTo>
                  <a:pt x="6544339" y="3623043"/>
                </a:lnTo>
                <a:lnTo>
                  <a:pt x="6541328" y="3670757"/>
                </a:lnTo>
                <a:lnTo>
                  <a:pt x="6537652" y="3718306"/>
                </a:lnTo>
                <a:lnTo>
                  <a:pt x="6533335" y="3765664"/>
                </a:lnTo>
                <a:lnTo>
                  <a:pt x="6528351" y="3812844"/>
                </a:lnTo>
                <a:lnTo>
                  <a:pt x="6522741" y="3859822"/>
                </a:lnTo>
                <a:lnTo>
                  <a:pt x="6516489" y="3906621"/>
                </a:lnTo>
                <a:lnTo>
                  <a:pt x="6509596" y="3953218"/>
                </a:lnTo>
                <a:lnTo>
                  <a:pt x="6502077" y="3999598"/>
                </a:lnTo>
                <a:lnTo>
                  <a:pt x="6493929" y="4045788"/>
                </a:lnTo>
                <a:lnTo>
                  <a:pt x="6485154" y="4091749"/>
                </a:lnTo>
                <a:lnTo>
                  <a:pt x="6475764" y="4137507"/>
                </a:lnTo>
                <a:lnTo>
                  <a:pt x="6465772" y="4183037"/>
                </a:lnTo>
                <a:lnTo>
                  <a:pt x="6455164" y="4228350"/>
                </a:lnTo>
                <a:lnTo>
                  <a:pt x="6443955" y="4273423"/>
                </a:lnTo>
                <a:lnTo>
                  <a:pt x="6432143" y="4318266"/>
                </a:lnTo>
                <a:lnTo>
                  <a:pt x="6419743" y="4362869"/>
                </a:lnTo>
                <a:lnTo>
                  <a:pt x="6406740" y="4407230"/>
                </a:lnTo>
                <a:lnTo>
                  <a:pt x="6393161" y="4451350"/>
                </a:lnTo>
                <a:lnTo>
                  <a:pt x="6379005" y="4495203"/>
                </a:lnTo>
                <a:lnTo>
                  <a:pt x="6364260" y="4538815"/>
                </a:lnTo>
                <a:lnTo>
                  <a:pt x="6348951" y="4582160"/>
                </a:lnTo>
                <a:lnTo>
                  <a:pt x="6333079" y="4625238"/>
                </a:lnTo>
                <a:lnTo>
                  <a:pt x="6316629" y="4668037"/>
                </a:lnTo>
                <a:lnTo>
                  <a:pt x="6299629" y="4710569"/>
                </a:lnTo>
                <a:lnTo>
                  <a:pt x="6282078" y="4752835"/>
                </a:lnTo>
                <a:lnTo>
                  <a:pt x="6263965" y="4794809"/>
                </a:lnTo>
                <a:lnTo>
                  <a:pt x="6245312" y="4836490"/>
                </a:lnTo>
                <a:lnTo>
                  <a:pt x="6226122" y="4877879"/>
                </a:lnTo>
                <a:lnTo>
                  <a:pt x="6206394" y="4918976"/>
                </a:lnTo>
                <a:lnTo>
                  <a:pt x="6186140" y="4959769"/>
                </a:lnTo>
                <a:lnTo>
                  <a:pt x="6165348" y="5000256"/>
                </a:lnTo>
                <a:lnTo>
                  <a:pt x="6144044" y="5040439"/>
                </a:lnTo>
                <a:lnTo>
                  <a:pt x="6122214" y="5080305"/>
                </a:lnTo>
                <a:lnTo>
                  <a:pt x="6099861" y="5119852"/>
                </a:lnTo>
                <a:lnTo>
                  <a:pt x="6077018" y="5159070"/>
                </a:lnTo>
                <a:lnTo>
                  <a:pt x="6053652" y="5197970"/>
                </a:lnTo>
                <a:lnTo>
                  <a:pt x="6029798" y="5236527"/>
                </a:lnTo>
                <a:lnTo>
                  <a:pt x="6005445" y="5274754"/>
                </a:lnTo>
                <a:lnTo>
                  <a:pt x="5980593" y="5312638"/>
                </a:lnTo>
                <a:lnTo>
                  <a:pt x="5955266" y="5350180"/>
                </a:lnTo>
                <a:lnTo>
                  <a:pt x="5929439" y="5387378"/>
                </a:lnTo>
                <a:lnTo>
                  <a:pt x="5903151" y="5424208"/>
                </a:lnTo>
                <a:lnTo>
                  <a:pt x="5876378" y="5460695"/>
                </a:lnTo>
                <a:lnTo>
                  <a:pt x="5849143" y="5496801"/>
                </a:lnTo>
                <a:lnTo>
                  <a:pt x="5821432" y="5532552"/>
                </a:lnTo>
                <a:lnTo>
                  <a:pt x="5793274" y="5567934"/>
                </a:lnTo>
                <a:lnTo>
                  <a:pt x="5764655" y="5602922"/>
                </a:lnTo>
                <a:lnTo>
                  <a:pt x="5735588" y="5637542"/>
                </a:lnTo>
                <a:lnTo>
                  <a:pt x="5706072" y="5671782"/>
                </a:lnTo>
                <a:lnTo>
                  <a:pt x="5676108" y="5705627"/>
                </a:lnTo>
                <a:lnTo>
                  <a:pt x="5645708" y="5739066"/>
                </a:lnTo>
                <a:lnTo>
                  <a:pt x="5614873" y="5772124"/>
                </a:lnTo>
                <a:lnTo>
                  <a:pt x="5583615" y="5804763"/>
                </a:lnTo>
                <a:lnTo>
                  <a:pt x="5551934" y="5837009"/>
                </a:lnTo>
                <a:lnTo>
                  <a:pt x="5519831" y="5868835"/>
                </a:lnTo>
                <a:lnTo>
                  <a:pt x="5487304" y="5900242"/>
                </a:lnTo>
                <a:lnTo>
                  <a:pt x="5454380" y="5931230"/>
                </a:lnTo>
                <a:lnTo>
                  <a:pt x="5421034" y="5961799"/>
                </a:lnTo>
                <a:lnTo>
                  <a:pt x="5387303" y="5991936"/>
                </a:lnTo>
                <a:lnTo>
                  <a:pt x="5353163" y="6021641"/>
                </a:lnTo>
                <a:lnTo>
                  <a:pt x="5318625" y="6050902"/>
                </a:lnTo>
                <a:lnTo>
                  <a:pt x="5283703" y="6079718"/>
                </a:lnTo>
                <a:lnTo>
                  <a:pt x="5248410" y="6108090"/>
                </a:lnTo>
                <a:lnTo>
                  <a:pt x="5212720" y="6136005"/>
                </a:lnTo>
                <a:lnTo>
                  <a:pt x="5176657" y="6163475"/>
                </a:lnTo>
                <a:lnTo>
                  <a:pt x="5140237" y="6190475"/>
                </a:lnTo>
                <a:lnTo>
                  <a:pt x="5103432" y="6217018"/>
                </a:lnTo>
                <a:lnTo>
                  <a:pt x="5066281" y="6243078"/>
                </a:lnTo>
                <a:lnTo>
                  <a:pt x="5028758" y="6268682"/>
                </a:lnTo>
                <a:lnTo>
                  <a:pt x="4990889" y="6293790"/>
                </a:lnTo>
                <a:lnTo>
                  <a:pt x="4952675" y="6318428"/>
                </a:lnTo>
                <a:lnTo>
                  <a:pt x="4914116" y="6342570"/>
                </a:lnTo>
                <a:lnTo>
                  <a:pt x="4875222" y="6366218"/>
                </a:lnTo>
                <a:lnTo>
                  <a:pt x="4835983" y="6389383"/>
                </a:lnTo>
                <a:lnTo>
                  <a:pt x="4796423" y="6412027"/>
                </a:lnTo>
                <a:lnTo>
                  <a:pt x="4756531" y="6434188"/>
                </a:lnTo>
                <a:lnTo>
                  <a:pt x="4716318" y="6455829"/>
                </a:lnTo>
                <a:lnTo>
                  <a:pt x="4675785" y="6476949"/>
                </a:lnTo>
                <a:lnTo>
                  <a:pt x="4634946" y="6497561"/>
                </a:lnTo>
                <a:lnTo>
                  <a:pt x="4593796" y="6517640"/>
                </a:lnTo>
                <a:lnTo>
                  <a:pt x="4552341" y="6537198"/>
                </a:lnTo>
                <a:lnTo>
                  <a:pt x="4510592" y="6556222"/>
                </a:lnTo>
                <a:lnTo>
                  <a:pt x="4468547" y="6574714"/>
                </a:lnTo>
                <a:lnTo>
                  <a:pt x="4426207" y="6592671"/>
                </a:lnTo>
                <a:lnTo>
                  <a:pt x="4383573" y="6610070"/>
                </a:lnTo>
                <a:lnTo>
                  <a:pt x="4340670" y="6626923"/>
                </a:lnTo>
                <a:lnTo>
                  <a:pt x="4297498" y="6643230"/>
                </a:lnTo>
                <a:lnTo>
                  <a:pt x="4254045" y="6658965"/>
                </a:lnTo>
                <a:lnTo>
                  <a:pt x="4210322" y="6674142"/>
                </a:lnTo>
                <a:lnTo>
                  <a:pt x="4166330" y="6688760"/>
                </a:lnTo>
                <a:lnTo>
                  <a:pt x="4122095" y="6702793"/>
                </a:lnTo>
                <a:lnTo>
                  <a:pt x="4077590" y="6716255"/>
                </a:lnTo>
                <a:lnTo>
                  <a:pt x="4032843" y="6729146"/>
                </a:lnTo>
                <a:lnTo>
                  <a:pt x="3987851" y="6741439"/>
                </a:lnTo>
                <a:lnTo>
                  <a:pt x="3942617" y="6753149"/>
                </a:lnTo>
                <a:lnTo>
                  <a:pt x="3897152" y="6764261"/>
                </a:lnTo>
                <a:lnTo>
                  <a:pt x="3851443" y="6774777"/>
                </a:lnTo>
                <a:lnTo>
                  <a:pt x="3805517" y="6784683"/>
                </a:lnTo>
                <a:lnTo>
                  <a:pt x="3759360" y="6793992"/>
                </a:lnTo>
                <a:lnTo>
                  <a:pt x="3712998" y="6802691"/>
                </a:lnTo>
                <a:lnTo>
                  <a:pt x="3666406" y="6810769"/>
                </a:lnTo>
                <a:lnTo>
                  <a:pt x="3619622" y="6818223"/>
                </a:lnTo>
                <a:lnTo>
                  <a:pt x="3572618" y="6825056"/>
                </a:lnTo>
                <a:lnTo>
                  <a:pt x="3525412" y="6831254"/>
                </a:lnTo>
                <a:lnTo>
                  <a:pt x="3478024" y="6836816"/>
                </a:lnTo>
                <a:lnTo>
                  <a:pt x="3430433" y="6841757"/>
                </a:lnTo>
                <a:lnTo>
                  <a:pt x="3382662" y="6846036"/>
                </a:lnTo>
                <a:lnTo>
                  <a:pt x="3334699" y="6849681"/>
                </a:lnTo>
                <a:lnTo>
                  <a:pt x="3286569" y="6852666"/>
                </a:lnTo>
                <a:lnTo>
                  <a:pt x="3238259" y="6854990"/>
                </a:lnTo>
                <a:lnTo>
                  <a:pt x="3189772" y="6856666"/>
                </a:lnTo>
                <a:lnTo>
                  <a:pt x="3141129" y="6857670"/>
                </a:lnTo>
                <a:lnTo>
                  <a:pt x="3092333" y="6858000"/>
                </a:lnTo>
                <a:lnTo>
                  <a:pt x="3092333" y="5572899"/>
                </a:lnTo>
                <a:lnTo>
                  <a:pt x="0" y="5572899"/>
                </a:lnTo>
                <a:lnTo>
                  <a:pt x="0" y="4287659"/>
                </a:lnTo>
                <a:close/>
                <a:moveTo>
                  <a:pt x="10007107" y="1287183"/>
                </a:moveTo>
                <a:lnTo>
                  <a:pt x="10055915" y="1287513"/>
                </a:lnTo>
                <a:lnTo>
                  <a:pt x="10104558" y="1288516"/>
                </a:lnTo>
                <a:lnTo>
                  <a:pt x="10153034" y="1290193"/>
                </a:lnTo>
                <a:lnTo>
                  <a:pt x="10201342" y="1292517"/>
                </a:lnTo>
                <a:lnTo>
                  <a:pt x="10249485" y="1295514"/>
                </a:lnTo>
                <a:lnTo>
                  <a:pt x="10297435" y="1299146"/>
                </a:lnTo>
                <a:lnTo>
                  <a:pt x="10345206" y="1303439"/>
                </a:lnTo>
                <a:lnTo>
                  <a:pt x="10392798" y="1308366"/>
                </a:lnTo>
                <a:lnTo>
                  <a:pt x="10440198" y="1313929"/>
                </a:lnTo>
                <a:lnTo>
                  <a:pt x="10487393" y="1320139"/>
                </a:lnTo>
                <a:lnTo>
                  <a:pt x="10534395" y="1326972"/>
                </a:lnTo>
                <a:lnTo>
                  <a:pt x="10581192" y="1334427"/>
                </a:lnTo>
                <a:lnTo>
                  <a:pt x="10627771" y="1342504"/>
                </a:lnTo>
                <a:lnTo>
                  <a:pt x="10674146" y="1351191"/>
                </a:lnTo>
                <a:lnTo>
                  <a:pt x="10720304" y="1360500"/>
                </a:lnTo>
                <a:lnTo>
                  <a:pt x="10766230" y="1370406"/>
                </a:lnTo>
                <a:lnTo>
                  <a:pt x="10811926" y="1380921"/>
                </a:lnTo>
                <a:lnTo>
                  <a:pt x="10857404" y="1392034"/>
                </a:lnTo>
                <a:lnTo>
                  <a:pt x="10902638" y="1403743"/>
                </a:lnTo>
                <a:lnTo>
                  <a:pt x="10947629" y="1416050"/>
                </a:lnTo>
                <a:lnTo>
                  <a:pt x="10992377" y="1428927"/>
                </a:lnTo>
                <a:lnTo>
                  <a:pt x="11036868" y="1442389"/>
                </a:lnTo>
                <a:lnTo>
                  <a:pt x="11081116" y="1456436"/>
                </a:lnTo>
                <a:lnTo>
                  <a:pt x="11125095" y="1471041"/>
                </a:lnTo>
                <a:lnTo>
                  <a:pt x="11168818" y="1486217"/>
                </a:lnTo>
                <a:lnTo>
                  <a:pt x="11212273" y="1501965"/>
                </a:lnTo>
                <a:lnTo>
                  <a:pt x="11255457" y="1518259"/>
                </a:lnTo>
                <a:lnTo>
                  <a:pt x="11298361" y="1535112"/>
                </a:lnTo>
                <a:lnTo>
                  <a:pt x="11340982" y="1552524"/>
                </a:lnTo>
                <a:lnTo>
                  <a:pt x="11383321" y="1570469"/>
                </a:lnTo>
                <a:lnTo>
                  <a:pt x="11425365" y="1588960"/>
                </a:lnTo>
                <a:lnTo>
                  <a:pt x="11467116" y="1607985"/>
                </a:lnTo>
                <a:lnTo>
                  <a:pt x="11508571" y="1627543"/>
                </a:lnTo>
                <a:lnTo>
                  <a:pt x="11549718" y="1647621"/>
                </a:lnTo>
                <a:lnTo>
                  <a:pt x="11590572" y="1668233"/>
                </a:lnTo>
                <a:lnTo>
                  <a:pt x="11631092" y="1689366"/>
                </a:lnTo>
                <a:lnTo>
                  <a:pt x="11671305" y="1711007"/>
                </a:lnTo>
                <a:lnTo>
                  <a:pt x="11711198" y="1733156"/>
                </a:lnTo>
                <a:lnTo>
                  <a:pt x="11750770" y="1755813"/>
                </a:lnTo>
                <a:lnTo>
                  <a:pt x="11789996" y="1778965"/>
                </a:lnTo>
                <a:lnTo>
                  <a:pt x="11828902" y="1802625"/>
                </a:lnTo>
                <a:lnTo>
                  <a:pt x="11867462" y="1826768"/>
                </a:lnTo>
                <a:lnTo>
                  <a:pt x="11905677" y="1851393"/>
                </a:lnTo>
                <a:lnTo>
                  <a:pt x="11943545" y="1876513"/>
                </a:lnTo>
                <a:lnTo>
                  <a:pt x="11981054" y="1902104"/>
                </a:lnTo>
                <a:lnTo>
                  <a:pt x="12018218" y="1928177"/>
                </a:lnTo>
                <a:lnTo>
                  <a:pt x="12055010" y="1954707"/>
                </a:lnTo>
                <a:lnTo>
                  <a:pt x="12091444" y="1981708"/>
                </a:lnTo>
                <a:lnTo>
                  <a:pt x="12127507" y="2009178"/>
                </a:lnTo>
                <a:lnTo>
                  <a:pt x="12163184" y="2037092"/>
                </a:lnTo>
                <a:lnTo>
                  <a:pt x="12192000" y="2060249"/>
                </a:lnTo>
                <a:lnTo>
                  <a:pt x="12192000" y="4714710"/>
                </a:lnTo>
                <a:lnTo>
                  <a:pt x="12167975" y="4714710"/>
                </a:lnTo>
                <a:lnTo>
                  <a:pt x="12167438" y="4666285"/>
                </a:lnTo>
                <a:lnTo>
                  <a:pt x="12165811" y="4618126"/>
                </a:lnTo>
                <a:lnTo>
                  <a:pt x="12163120" y="4570247"/>
                </a:lnTo>
                <a:lnTo>
                  <a:pt x="12159367" y="4522635"/>
                </a:lnTo>
                <a:lnTo>
                  <a:pt x="12154576" y="4475327"/>
                </a:lnTo>
                <a:lnTo>
                  <a:pt x="12148746" y="4428312"/>
                </a:lnTo>
                <a:lnTo>
                  <a:pt x="12141893" y="4381627"/>
                </a:lnTo>
                <a:lnTo>
                  <a:pt x="12134040" y="4335272"/>
                </a:lnTo>
                <a:lnTo>
                  <a:pt x="12125174" y="4289247"/>
                </a:lnTo>
                <a:lnTo>
                  <a:pt x="12115323" y="4243578"/>
                </a:lnTo>
                <a:lnTo>
                  <a:pt x="12104499" y="4198264"/>
                </a:lnTo>
                <a:lnTo>
                  <a:pt x="12092713" y="4153331"/>
                </a:lnTo>
                <a:lnTo>
                  <a:pt x="12079966" y="4108780"/>
                </a:lnTo>
                <a:lnTo>
                  <a:pt x="12066284" y="4064622"/>
                </a:lnTo>
                <a:lnTo>
                  <a:pt x="12051679" y="4020870"/>
                </a:lnTo>
                <a:lnTo>
                  <a:pt x="12036140" y="3977551"/>
                </a:lnTo>
                <a:lnTo>
                  <a:pt x="12019704" y="3934650"/>
                </a:lnTo>
                <a:lnTo>
                  <a:pt x="12002371" y="3892194"/>
                </a:lnTo>
                <a:lnTo>
                  <a:pt x="11984155" y="3850195"/>
                </a:lnTo>
                <a:lnTo>
                  <a:pt x="11965054" y="3808666"/>
                </a:lnTo>
                <a:lnTo>
                  <a:pt x="11945108" y="3767607"/>
                </a:lnTo>
                <a:lnTo>
                  <a:pt x="11924303" y="3727031"/>
                </a:lnTo>
                <a:lnTo>
                  <a:pt x="11902666" y="3686962"/>
                </a:lnTo>
                <a:lnTo>
                  <a:pt x="11880196" y="3647402"/>
                </a:lnTo>
                <a:lnTo>
                  <a:pt x="11856919" y="3608362"/>
                </a:lnTo>
                <a:lnTo>
                  <a:pt x="11832835" y="3569855"/>
                </a:lnTo>
                <a:lnTo>
                  <a:pt x="11807957" y="3531895"/>
                </a:lnTo>
                <a:lnTo>
                  <a:pt x="11782297" y="3494494"/>
                </a:lnTo>
                <a:lnTo>
                  <a:pt x="11755881" y="3457651"/>
                </a:lnTo>
                <a:lnTo>
                  <a:pt x="11728697" y="3421392"/>
                </a:lnTo>
                <a:lnTo>
                  <a:pt x="11700769" y="3385731"/>
                </a:lnTo>
                <a:lnTo>
                  <a:pt x="11672112" y="3350666"/>
                </a:lnTo>
                <a:lnTo>
                  <a:pt x="11642724" y="3316224"/>
                </a:lnTo>
                <a:lnTo>
                  <a:pt x="11612632" y="3282391"/>
                </a:lnTo>
                <a:lnTo>
                  <a:pt x="11581835" y="3249206"/>
                </a:lnTo>
                <a:lnTo>
                  <a:pt x="11550347" y="3216669"/>
                </a:lnTo>
                <a:lnTo>
                  <a:pt x="11518192" y="3184779"/>
                </a:lnTo>
                <a:lnTo>
                  <a:pt x="11485370" y="3153575"/>
                </a:lnTo>
                <a:lnTo>
                  <a:pt x="11451883" y="3123044"/>
                </a:lnTo>
                <a:lnTo>
                  <a:pt x="11417768" y="3093213"/>
                </a:lnTo>
                <a:lnTo>
                  <a:pt x="11383013" y="3064078"/>
                </a:lnTo>
                <a:lnTo>
                  <a:pt x="11347643" y="3035669"/>
                </a:lnTo>
                <a:lnTo>
                  <a:pt x="11311671" y="3007982"/>
                </a:lnTo>
                <a:lnTo>
                  <a:pt x="11275096" y="2981033"/>
                </a:lnTo>
                <a:lnTo>
                  <a:pt x="11237945" y="2954832"/>
                </a:lnTo>
                <a:lnTo>
                  <a:pt x="11200218" y="2929394"/>
                </a:lnTo>
                <a:lnTo>
                  <a:pt x="11161927" y="2904744"/>
                </a:lnTo>
                <a:lnTo>
                  <a:pt x="11123084" y="2880868"/>
                </a:lnTo>
                <a:lnTo>
                  <a:pt x="11083704" y="2857779"/>
                </a:lnTo>
                <a:lnTo>
                  <a:pt x="11043799" y="2835516"/>
                </a:lnTo>
                <a:lnTo>
                  <a:pt x="11003381" y="2814053"/>
                </a:lnTo>
                <a:lnTo>
                  <a:pt x="10962451" y="2793441"/>
                </a:lnTo>
                <a:lnTo>
                  <a:pt x="10921034" y="2773654"/>
                </a:lnTo>
                <a:lnTo>
                  <a:pt x="10879143" y="2754731"/>
                </a:lnTo>
                <a:lnTo>
                  <a:pt x="10836765" y="2736672"/>
                </a:lnTo>
                <a:lnTo>
                  <a:pt x="10793952" y="2719489"/>
                </a:lnTo>
                <a:lnTo>
                  <a:pt x="10750677" y="2703196"/>
                </a:lnTo>
                <a:lnTo>
                  <a:pt x="10706968" y="2687790"/>
                </a:lnTo>
                <a:lnTo>
                  <a:pt x="10662848" y="2673300"/>
                </a:lnTo>
                <a:lnTo>
                  <a:pt x="10618305" y="2659735"/>
                </a:lnTo>
                <a:lnTo>
                  <a:pt x="10573364" y="2647111"/>
                </a:lnTo>
                <a:lnTo>
                  <a:pt x="10528041" y="2635415"/>
                </a:lnTo>
                <a:lnTo>
                  <a:pt x="10482345" y="2624683"/>
                </a:lnTo>
                <a:lnTo>
                  <a:pt x="10436265" y="2614930"/>
                </a:lnTo>
                <a:lnTo>
                  <a:pt x="10389852" y="2606141"/>
                </a:lnTo>
                <a:lnTo>
                  <a:pt x="10343080" y="2598343"/>
                </a:lnTo>
                <a:lnTo>
                  <a:pt x="10295988" y="2591562"/>
                </a:lnTo>
                <a:lnTo>
                  <a:pt x="10248575" y="2585783"/>
                </a:lnTo>
                <a:lnTo>
                  <a:pt x="10200843" y="2581033"/>
                </a:lnTo>
                <a:lnTo>
                  <a:pt x="10152829" y="2577312"/>
                </a:lnTo>
                <a:lnTo>
                  <a:pt x="10104519" y="2574645"/>
                </a:lnTo>
                <a:lnTo>
                  <a:pt x="10055941" y="2573032"/>
                </a:lnTo>
                <a:lnTo>
                  <a:pt x="10007107" y="2572499"/>
                </a:lnTo>
                <a:close/>
                <a:moveTo>
                  <a:pt x="6549733" y="0"/>
                </a:moveTo>
                <a:lnTo>
                  <a:pt x="10007107" y="0"/>
                </a:lnTo>
                <a:lnTo>
                  <a:pt x="10007107" y="1285252"/>
                </a:lnTo>
                <a:lnTo>
                  <a:pt x="7846264" y="1285252"/>
                </a:lnTo>
                <a:lnTo>
                  <a:pt x="7846264" y="3427742"/>
                </a:lnTo>
                <a:lnTo>
                  <a:pt x="6549733" y="3427742"/>
                </a:lnTo>
                <a:lnTo>
                  <a:pt x="6549733" y="1285252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>
            <a:noAutofit/>
          </a:bodyPr>
          <a:lstStyle/>
          <a:p>
            <a:endParaRPr>
              <a:latin typeface="Arial" panose="020B0604020202020204" pitchFamily="34" charset="0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84AE2E5-313F-8ADE-BDDC-06E38B7E94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CD602E07-C281-4409-A9EA-EC31ABE6903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8EB0E77-E4AE-48FA-F8A9-5EFCD335ED9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6879" y="1714500"/>
            <a:ext cx="5198121" cy="4457700"/>
          </a:xfrm>
          <a:prstGeom prst="rect">
            <a:avLst/>
          </a:prstGeom>
        </p:spPr>
        <p:txBody>
          <a:bodyPr lIns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65225" indent="-266700" defTabSz="107632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□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27175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−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5265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E3AE829-B643-F0C2-854A-1C7E695E8104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6485878" y="1714500"/>
            <a:ext cx="5190186" cy="4457700"/>
          </a:xfrm>
          <a:prstGeom prst="rect">
            <a:avLst/>
          </a:prstGeom>
        </p:spPr>
        <p:txBody>
          <a:bodyPr lIns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65225" indent="-266700" defTabSz="107632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□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27175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−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5265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AF3F8347-0FAA-5283-D83F-FF86C95426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6879" y="514090"/>
            <a:ext cx="11159184" cy="957523"/>
          </a:xfrm>
          <a:prstGeom prst="rect">
            <a:avLst/>
          </a:prstGeom>
        </p:spPr>
        <p:txBody>
          <a:bodyPr lIns="0" tIns="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3000"/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356167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927">
          <p15:clr>
            <a:srgbClr val="A4A3A4"/>
          </p15:clr>
        </p15:guide>
        <p15:guide id="5" orient="horz" pos="1073">
          <p15:clr>
            <a:srgbClr val="A4A3A4"/>
          </p15:clr>
        </p15:guide>
        <p15:guide id="6" orient="horz" pos="3888">
          <p15:clr>
            <a:srgbClr val="A4A3A4"/>
          </p15:clr>
        </p15:guide>
        <p15:guide id="7" pos="4080">
          <p15:clr>
            <a:srgbClr val="A4A3A4"/>
          </p15:clr>
        </p15:guide>
        <p15:guide id="8" pos="3600">
          <p15:clr>
            <a:srgbClr val="A4A3A4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Pattern - With 2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FD02F7A2-E485-58D8-4EF0-018DA9C06BD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2145170 h 6858000"/>
              <a:gd name="connsiteX1" fmla="*/ 931465 w 12192000"/>
              <a:gd name="connsiteY1" fmla="*/ 2145170 h 6858000"/>
              <a:gd name="connsiteX2" fmla="*/ 931465 w 12192000"/>
              <a:gd name="connsiteY2" fmla="*/ 4287659 h 6858000"/>
              <a:gd name="connsiteX3" fmla="*/ 3092333 w 12192000"/>
              <a:gd name="connsiteY3" fmla="*/ 4287659 h 6858000"/>
              <a:gd name="connsiteX4" fmla="*/ 3092333 w 12192000"/>
              <a:gd name="connsiteY4" fmla="*/ 5572696 h 6858000"/>
              <a:gd name="connsiteX5" fmla="*/ 3141168 w 12192000"/>
              <a:gd name="connsiteY5" fmla="*/ 5572150 h 6858000"/>
              <a:gd name="connsiteX6" fmla="*/ 3189745 w 12192000"/>
              <a:gd name="connsiteY6" fmla="*/ 5570550 h 6858000"/>
              <a:gd name="connsiteX7" fmla="*/ 3238055 w 12192000"/>
              <a:gd name="connsiteY7" fmla="*/ 5567870 h 6858000"/>
              <a:gd name="connsiteX8" fmla="*/ 3286069 w 12192000"/>
              <a:gd name="connsiteY8" fmla="*/ 5564162 h 6858000"/>
              <a:gd name="connsiteX9" fmla="*/ 3333802 w 12192000"/>
              <a:gd name="connsiteY9" fmla="*/ 5559399 h 6858000"/>
              <a:gd name="connsiteX10" fmla="*/ 3381215 w 12192000"/>
              <a:gd name="connsiteY10" fmla="*/ 5553634 h 6858000"/>
              <a:gd name="connsiteX11" fmla="*/ 3428306 w 12192000"/>
              <a:gd name="connsiteY11" fmla="*/ 5546839 h 6858000"/>
              <a:gd name="connsiteX12" fmla="*/ 3475077 w 12192000"/>
              <a:gd name="connsiteY12" fmla="*/ 5539041 h 6858000"/>
              <a:gd name="connsiteX13" fmla="*/ 3521504 w 12192000"/>
              <a:gd name="connsiteY13" fmla="*/ 5530266 h 6858000"/>
              <a:gd name="connsiteX14" fmla="*/ 3567571 w 12192000"/>
              <a:gd name="connsiteY14" fmla="*/ 5520499 h 6858000"/>
              <a:gd name="connsiteX15" fmla="*/ 3613266 w 12192000"/>
              <a:gd name="connsiteY15" fmla="*/ 5509768 h 6858000"/>
              <a:gd name="connsiteX16" fmla="*/ 3658604 w 12192000"/>
              <a:gd name="connsiteY16" fmla="*/ 5498084 h 6858000"/>
              <a:gd name="connsiteX17" fmla="*/ 3703544 w 12192000"/>
              <a:gd name="connsiteY17" fmla="*/ 5485447 h 6858000"/>
              <a:gd name="connsiteX18" fmla="*/ 3748073 w 12192000"/>
              <a:gd name="connsiteY18" fmla="*/ 5471884 h 6858000"/>
              <a:gd name="connsiteX19" fmla="*/ 3792207 w 12192000"/>
              <a:gd name="connsiteY19" fmla="*/ 5457393 h 6858000"/>
              <a:gd name="connsiteX20" fmla="*/ 3835916 w 12192000"/>
              <a:gd name="connsiteY20" fmla="*/ 5442001 h 6858000"/>
              <a:gd name="connsiteX21" fmla="*/ 3879178 w 12192000"/>
              <a:gd name="connsiteY21" fmla="*/ 5425694 h 6858000"/>
              <a:gd name="connsiteX22" fmla="*/ 3922004 w 12192000"/>
              <a:gd name="connsiteY22" fmla="*/ 5408511 h 6858000"/>
              <a:gd name="connsiteX23" fmla="*/ 3964369 w 12192000"/>
              <a:gd name="connsiteY23" fmla="*/ 5390451 h 6858000"/>
              <a:gd name="connsiteX24" fmla="*/ 4006273 w 12192000"/>
              <a:gd name="connsiteY24" fmla="*/ 5371528 h 6858000"/>
              <a:gd name="connsiteX25" fmla="*/ 4047690 w 12192000"/>
              <a:gd name="connsiteY25" fmla="*/ 5351742 h 6858000"/>
              <a:gd name="connsiteX26" fmla="*/ 4088608 w 12192000"/>
              <a:gd name="connsiteY26" fmla="*/ 5331130 h 6858000"/>
              <a:gd name="connsiteX27" fmla="*/ 4129038 w 12192000"/>
              <a:gd name="connsiteY27" fmla="*/ 5309667 h 6858000"/>
              <a:gd name="connsiteX28" fmla="*/ 4168944 w 12192000"/>
              <a:gd name="connsiteY28" fmla="*/ 5287403 h 6858000"/>
              <a:gd name="connsiteX29" fmla="*/ 4208310 w 12192000"/>
              <a:gd name="connsiteY29" fmla="*/ 5264315 h 6858000"/>
              <a:gd name="connsiteX30" fmla="*/ 4247152 w 12192000"/>
              <a:gd name="connsiteY30" fmla="*/ 5240452 h 6858000"/>
              <a:gd name="connsiteX31" fmla="*/ 4285443 w 12192000"/>
              <a:gd name="connsiteY31" fmla="*/ 5215788 h 6858000"/>
              <a:gd name="connsiteX32" fmla="*/ 4323184 w 12192000"/>
              <a:gd name="connsiteY32" fmla="*/ 5190350 h 6858000"/>
              <a:gd name="connsiteX33" fmla="*/ 4360335 w 12192000"/>
              <a:gd name="connsiteY33" fmla="*/ 5164150 h 6858000"/>
              <a:gd name="connsiteX34" fmla="*/ 4396909 w 12192000"/>
              <a:gd name="connsiteY34" fmla="*/ 5137201 h 6858000"/>
              <a:gd name="connsiteX35" fmla="*/ 4432882 w 12192000"/>
              <a:gd name="connsiteY35" fmla="*/ 5109515 h 6858000"/>
              <a:gd name="connsiteX36" fmla="*/ 4468251 w 12192000"/>
              <a:gd name="connsiteY36" fmla="*/ 5081105 h 6858000"/>
              <a:gd name="connsiteX37" fmla="*/ 4503008 w 12192000"/>
              <a:gd name="connsiteY37" fmla="*/ 5051971 h 6858000"/>
              <a:gd name="connsiteX38" fmla="*/ 4537123 w 12192000"/>
              <a:gd name="connsiteY38" fmla="*/ 5022139 h 6858000"/>
              <a:gd name="connsiteX39" fmla="*/ 4570597 w 12192000"/>
              <a:gd name="connsiteY39" fmla="*/ 4991608 h 6858000"/>
              <a:gd name="connsiteX40" fmla="*/ 4603430 w 12192000"/>
              <a:gd name="connsiteY40" fmla="*/ 4960404 h 6858000"/>
              <a:gd name="connsiteX41" fmla="*/ 4635585 w 12192000"/>
              <a:gd name="connsiteY41" fmla="*/ 4928514 h 6858000"/>
              <a:gd name="connsiteX42" fmla="*/ 4667073 w 12192000"/>
              <a:gd name="connsiteY42" fmla="*/ 4895977 h 6858000"/>
              <a:gd name="connsiteX43" fmla="*/ 4697858 w 12192000"/>
              <a:gd name="connsiteY43" fmla="*/ 4862792 h 6858000"/>
              <a:gd name="connsiteX44" fmla="*/ 4727963 w 12192000"/>
              <a:gd name="connsiteY44" fmla="*/ 4828959 h 6858000"/>
              <a:gd name="connsiteX45" fmla="*/ 4757339 w 12192000"/>
              <a:gd name="connsiteY45" fmla="*/ 4794516 h 6858000"/>
              <a:gd name="connsiteX46" fmla="*/ 4786008 w 12192000"/>
              <a:gd name="connsiteY46" fmla="*/ 4759452 h 6858000"/>
              <a:gd name="connsiteX47" fmla="*/ 4813935 w 12192000"/>
              <a:gd name="connsiteY47" fmla="*/ 4723777 h 6858000"/>
              <a:gd name="connsiteX48" fmla="*/ 4841121 w 12192000"/>
              <a:gd name="connsiteY48" fmla="*/ 4687532 h 6858000"/>
              <a:gd name="connsiteX49" fmla="*/ 4867535 w 12192000"/>
              <a:gd name="connsiteY49" fmla="*/ 4650689 h 6858000"/>
              <a:gd name="connsiteX50" fmla="*/ 4893195 w 12192000"/>
              <a:gd name="connsiteY50" fmla="*/ 4613287 h 6858000"/>
              <a:gd name="connsiteX51" fmla="*/ 4918075 w 12192000"/>
              <a:gd name="connsiteY51" fmla="*/ 4575327 h 6858000"/>
              <a:gd name="connsiteX52" fmla="*/ 4942158 w 12192000"/>
              <a:gd name="connsiteY52" fmla="*/ 4536821 h 6858000"/>
              <a:gd name="connsiteX53" fmla="*/ 4965434 w 12192000"/>
              <a:gd name="connsiteY53" fmla="*/ 4497781 h 6858000"/>
              <a:gd name="connsiteX54" fmla="*/ 4987905 w 12192000"/>
              <a:gd name="connsiteY54" fmla="*/ 4458220 h 6858000"/>
              <a:gd name="connsiteX55" fmla="*/ 5009542 w 12192000"/>
              <a:gd name="connsiteY55" fmla="*/ 4418152 h 6858000"/>
              <a:gd name="connsiteX56" fmla="*/ 5030347 w 12192000"/>
              <a:gd name="connsiteY56" fmla="*/ 4377575 h 6858000"/>
              <a:gd name="connsiteX57" fmla="*/ 5050293 w 12192000"/>
              <a:gd name="connsiteY57" fmla="*/ 4336516 h 6858000"/>
              <a:gd name="connsiteX58" fmla="*/ 5069380 w 12192000"/>
              <a:gd name="connsiteY58" fmla="*/ 4294987 h 6858000"/>
              <a:gd name="connsiteX59" fmla="*/ 5087599 w 12192000"/>
              <a:gd name="connsiteY59" fmla="*/ 4252988 h 6858000"/>
              <a:gd name="connsiteX60" fmla="*/ 5104943 w 12192000"/>
              <a:gd name="connsiteY60" fmla="*/ 4210532 h 6858000"/>
              <a:gd name="connsiteX61" fmla="*/ 5121381 w 12192000"/>
              <a:gd name="connsiteY61" fmla="*/ 4167632 h 6858000"/>
              <a:gd name="connsiteX62" fmla="*/ 5136906 w 12192000"/>
              <a:gd name="connsiteY62" fmla="*/ 4124312 h 6858000"/>
              <a:gd name="connsiteX63" fmla="*/ 5151523 w 12192000"/>
              <a:gd name="connsiteY63" fmla="*/ 4080560 h 6858000"/>
              <a:gd name="connsiteX64" fmla="*/ 5165204 w 12192000"/>
              <a:gd name="connsiteY64" fmla="*/ 4036403 h 6858000"/>
              <a:gd name="connsiteX65" fmla="*/ 5177951 w 12192000"/>
              <a:gd name="connsiteY65" fmla="*/ 3991851 h 6858000"/>
              <a:gd name="connsiteX66" fmla="*/ 5189738 w 12192000"/>
              <a:gd name="connsiteY66" fmla="*/ 3946918 h 6858000"/>
              <a:gd name="connsiteX67" fmla="*/ 5200562 w 12192000"/>
              <a:gd name="connsiteY67" fmla="*/ 3901605 h 6858000"/>
              <a:gd name="connsiteX68" fmla="*/ 5210414 w 12192000"/>
              <a:gd name="connsiteY68" fmla="*/ 3855936 h 6858000"/>
              <a:gd name="connsiteX69" fmla="*/ 5219266 w 12192000"/>
              <a:gd name="connsiteY69" fmla="*/ 3809911 h 6858000"/>
              <a:gd name="connsiteX70" fmla="*/ 5227132 w 12192000"/>
              <a:gd name="connsiteY70" fmla="*/ 3763556 h 6858000"/>
              <a:gd name="connsiteX71" fmla="*/ 5233986 w 12192000"/>
              <a:gd name="connsiteY71" fmla="*/ 3716871 h 6858000"/>
              <a:gd name="connsiteX72" fmla="*/ 5239801 w 12192000"/>
              <a:gd name="connsiteY72" fmla="*/ 3669855 h 6858000"/>
              <a:gd name="connsiteX73" fmla="*/ 5244605 w 12192000"/>
              <a:gd name="connsiteY73" fmla="*/ 3622548 h 6858000"/>
              <a:gd name="connsiteX74" fmla="*/ 5248346 w 12192000"/>
              <a:gd name="connsiteY74" fmla="*/ 3574948 h 6858000"/>
              <a:gd name="connsiteX75" fmla="*/ 5251049 w 12192000"/>
              <a:gd name="connsiteY75" fmla="*/ 3527056 h 6858000"/>
              <a:gd name="connsiteX76" fmla="*/ 5252663 w 12192000"/>
              <a:gd name="connsiteY76" fmla="*/ 3478898 h 6858000"/>
              <a:gd name="connsiteX77" fmla="*/ 5253214 w 12192000"/>
              <a:gd name="connsiteY77" fmla="*/ 3430486 h 6858000"/>
              <a:gd name="connsiteX78" fmla="*/ 6549733 w 12192000"/>
              <a:gd name="connsiteY78" fmla="*/ 3430486 h 6858000"/>
              <a:gd name="connsiteX79" fmla="*/ 6549387 w 12192000"/>
              <a:gd name="connsiteY79" fmla="*/ 3478860 h 6858000"/>
              <a:gd name="connsiteX80" fmla="*/ 6548374 w 12192000"/>
              <a:gd name="connsiteY80" fmla="*/ 3527082 h 6858000"/>
              <a:gd name="connsiteX81" fmla="*/ 6546684 w 12192000"/>
              <a:gd name="connsiteY81" fmla="*/ 3575151 h 6858000"/>
              <a:gd name="connsiteX82" fmla="*/ 6544339 w 12192000"/>
              <a:gd name="connsiteY82" fmla="*/ 3623043 h 6858000"/>
              <a:gd name="connsiteX83" fmla="*/ 6541328 w 12192000"/>
              <a:gd name="connsiteY83" fmla="*/ 3670757 h 6858000"/>
              <a:gd name="connsiteX84" fmla="*/ 6537652 w 12192000"/>
              <a:gd name="connsiteY84" fmla="*/ 3718306 h 6858000"/>
              <a:gd name="connsiteX85" fmla="*/ 6533335 w 12192000"/>
              <a:gd name="connsiteY85" fmla="*/ 3765664 h 6858000"/>
              <a:gd name="connsiteX86" fmla="*/ 6528351 w 12192000"/>
              <a:gd name="connsiteY86" fmla="*/ 3812844 h 6858000"/>
              <a:gd name="connsiteX87" fmla="*/ 6522741 w 12192000"/>
              <a:gd name="connsiteY87" fmla="*/ 3859822 h 6858000"/>
              <a:gd name="connsiteX88" fmla="*/ 6516489 w 12192000"/>
              <a:gd name="connsiteY88" fmla="*/ 3906621 h 6858000"/>
              <a:gd name="connsiteX89" fmla="*/ 6509596 w 12192000"/>
              <a:gd name="connsiteY89" fmla="*/ 3953218 h 6858000"/>
              <a:gd name="connsiteX90" fmla="*/ 6502077 w 12192000"/>
              <a:gd name="connsiteY90" fmla="*/ 3999598 h 6858000"/>
              <a:gd name="connsiteX91" fmla="*/ 6493929 w 12192000"/>
              <a:gd name="connsiteY91" fmla="*/ 4045788 h 6858000"/>
              <a:gd name="connsiteX92" fmla="*/ 6485154 w 12192000"/>
              <a:gd name="connsiteY92" fmla="*/ 4091749 h 6858000"/>
              <a:gd name="connsiteX93" fmla="*/ 6475764 w 12192000"/>
              <a:gd name="connsiteY93" fmla="*/ 4137507 h 6858000"/>
              <a:gd name="connsiteX94" fmla="*/ 6465772 w 12192000"/>
              <a:gd name="connsiteY94" fmla="*/ 4183037 h 6858000"/>
              <a:gd name="connsiteX95" fmla="*/ 6455164 w 12192000"/>
              <a:gd name="connsiteY95" fmla="*/ 4228350 h 6858000"/>
              <a:gd name="connsiteX96" fmla="*/ 6443955 w 12192000"/>
              <a:gd name="connsiteY96" fmla="*/ 4273423 h 6858000"/>
              <a:gd name="connsiteX97" fmla="*/ 6432143 w 12192000"/>
              <a:gd name="connsiteY97" fmla="*/ 4318266 h 6858000"/>
              <a:gd name="connsiteX98" fmla="*/ 6419743 w 12192000"/>
              <a:gd name="connsiteY98" fmla="*/ 4362869 h 6858000"/>
              <a:gd name="connsiteX99" fmla="*/ 6406740 w 12192000"/>
              <a:gd name="connsiteY99" fmla="*/ 4407230 h 6858000"/>
              <a:gd name="connsiteX100" fmla="*/ 6393161 w 12192000"/>
              <a:gd name="connsiteY100" fmla="*/ 4451350 h 6858000"/>
              <a:gd name="connsiteX101" fmla="*/ 6379005 w 12192000"/>
              <a:gd name="connsiteY101" fmla="*/ 4495203 h 6858000"/>
              <a:gd name="connsiteX102" fmla="*/ 6364260 w 12192000"/>
              <a:gd name="connsiteY102" fmla="*/ 4538815 h 6858000"/>
              <a:gd name="connsiteX103" fmla="*/ 6348951 w 12192000"/>
              <a:gd name="connsiteY103" fmla="*/ 4582160 h 6858000"/>
              <a:gd name="connsiteX104" fmla="*/ 6333079 w 12192000"/>
              <a:gd name="connsiteY104" fmla="*/ 4625238 h 6858000"/>
              <a:gd name="connsiteX105" fmla="*/ 6316629 w 12192000"/>
              <a:gd name="connsiteY105" fmla="*/ 4668037 h 6858000"/>
              <a:gd name="connsiteX106" fmla="*/ 6299629 w 12192000"/>
              <a:gd name="connsiteY106" fmla="*/ 4710569 h 6858000"/>
              <a:gd name="connsiteX107" fmla="*/ 6282078 w 12192000"/>
              <a:gd name="connsiteY107" fmla="*/ 4752835 h 6858000"/>
              <a:gd name="connsiteX108" fmla="*/ 6263965 w 12192000"/>
              <a:gd name="connsiteY108" fmla="*/ 4794809 h 6858000"/>
              <a:gd name="connsiteX109" fmla="*/ 6245312 w 12192000"/>
              <a:gd name="connsiteY109" fmla="*/ 4836490 h 6858000"/>
              <a:gd name="connsiteX110" fmla="*/ 6226122 w 12192000"/>
              <a:gd name="connsiteY110" fmla="*/ 4877879 h 6858000"/>
              <a:gd name="connsiteX111" fmla="*/ 6206394 w 12192000"/>
              <a:gd name="connsiteY111" fmla="*/ 4918976 h 6858000"/>
              <a:gd name="connsiteX112" fmla="*/ 6186140 w 12192000"/>
              <a:gd name="connsiteY112" fmla="*/ 4959769 h 6858000"/>
              <a:gd name="connsiteX113" fmla="*/ 6165348 w 12192000"/>
              <a:gd name="connsiteY113" fmla="*/ 5000256 h 6858000"/>
              <a:gd name="connsiteX114" fmla="*/ 6144044 w 12192000"/>
              <a:gd name="connsiteY114" fmla="*/ 5040439 h 6858000"/>
              <a:gd name="connsiteX115" fmla="*/ 6122214 w 12192000"/>
              <a:gd name="connsiteY115" fmla="*/ 5080305 h 6858000"/>
              <a:gd name="connsiteX116" fmla="*/ 6099861 w 12192000"/>
              <a:gd name="connsiteY116" fmla="*/ 5119852 h 6858000"/>
              <a:gd name="connsiteX117" fmla="*/ 6077018 w 12192000"/>
              <a:gd name="connsiteY117" fmla="*/ 5159070 h 6858000"/>
              <a:gd name="connsiteX118" fmla="*/ 6053652 w 12192000"/>
              <a:gd name="connsiteY118" fmla="*/ 5197970 h 6858000"/>
              <a:gd name="connsiteX119" fmla="*/ 6029798 w 12192000"/>
              <a:gd name="connsiteY119" fmla="*/ 5236527 h 6858000"/>
              <a:gd name="connsiteX120" fmla="*/ 6005445 w 12192000"/>
              <a:gd name="connsiteY120" fmla="*/ 5274754 h 6858000"/>
              <a:gd name="connsiteX121" fmla="*/ 5980593 w 12192000"/>
              <a:gd name="connsiteY121" fmla="*/ 5312638 h 6858000"/>
              <a:gd name="connsiteX122" fmla="*/ 5955266 w 12192000"/>
              <a:gd name="connsiteY122" fmla="*/ 5350180 h 6858000"/>
              <a:gd name="connsiteX123" fmla="*/ 5929439 w 12192000"/>
              <a:gd name="connsiteY123" fmla="*/ 5387378 h 6858000"/>
              <a:gd name="connsiteX124" fmla="*/ 5903151 w 12192000"/>
              <a:gd name="connsiteY124" fmla="*/ 5424208 h 6858000"/>
              <a:gd name="connsiteX125" fmla="*/ 5876378 w 12192000"/>
              <a:gd name="connsiteY125" fmla="*/ 5460695 h 6858000"/>
              <a:gd name="connsiteX126" fmla="*/ 5849143 w 12192000"/>
              <a:gd name="connsiteY126" fmla="*/ 5496801 h 6858000"/>
              <a:gd name="connsiteX127" fmla="*/ 5821432 w 12192000"/>
              <a:gd name="connsiteY127" fmla="*/ 5532552 h 6858000"/>
              <a:gd name="connsiteX128" fmla="*/ 5793274 w 12192000"/>
              <a:gd name="connsiteY128" fmla="*/ 5567934 h 6858000"/>
              <a:gd name="connsiteX129" fmla="*/ 5764655 w 12192000"/>
              <a:gd name="connsiteY129" fmla="*/ 5602922 h 6858000"/>
              <a:gd name="connsiteX130" fmla="*/ 5735588 w 12192000"/>
              <a:gd name="connsiteY130" fmla="*/ 5637542 h 6858000"/>
              <a:gd name="connsiteX131" fmla="*/ 5706072 w 12192000"/>
              <a:gd name="connsiteY131" fmla="*/ 5671782 h 6858000"/>
              <a:gd name="connsiteX132" fmla="*/ 5676108 w 12192000"/>
              <a:gd name="connsiteY132" fmla="*/ 5705627 h 6858000"/>
              <a:gd name="connsiteX133" fmla="*/ 5645708 w 12192000"/>
              <a:gd name="connsiteY133" fmla="*/ 5739066 h 6858000"/>
              <a:gd name="connsiteX134" fmla="*/ 5614873 w 12192000"/>
              <a:gd name="connsiteY134" fmla="*/ 5772124 h 6858000"/>
              <a:gd name="connsiteX135" fmla="*/ 5583615 w 12192000"/>
              <a:gd name="connsiteY135" fmla="*/ 5804763 h 6858000"/>
              <a:gd name="connsiteX136" fmla="*/ 5551934 w 12192000"/>
              <a:gd name="connsiteY136" fmla="*/ 5837009 h 6858000"/>
              <a:gd name="connsiteX137" fmla="*/ 5519831 w 12192000"/>
              <a:gd name="connsiteY137" fmla="*/ 5868835 h 6858000"/>
              <a:gd name="connsiteX138" fmla="*/ 5487304 w 12192000"/>
              <a:gd name="connsiteY138" fmla="*/ 5900242 h 6858000"/>
              <a:gd name="connsiteX139" fmla="*/ 5454380 w 12192000"/>
              <a:gd name="connsiteY139" fmla="*/ 5931230 h 6858000"/>
              <a:gd name="connsiteX140" fmla="*/ 5421034 w 12192000"/>
              <a:gd name="connsiteY140" fmla="*/ 5961799 h 6858000"/>
              <a:gd name="connsiteX141" fmla="*/ 5387303 w 12192000"/>
              <a:gd name="connsiteY141" fmla="*/ 5991936 h 6858000"/>
              <a:gd name="connsiteX142" fmla="*/ 5353163 w 12192000"/>
              <a:gd name="connsiteY142" fmla="*/ 6021641 h 6858000"/>
              <a:gd name="connsiteX143" fmla="*/ 5318625 w 12192000"/>
              <a:gd name="connsiteY143" fmla="*/ 6050902 h 6858000"/>
              <a:gd name="connsiteX144" fmla="*/ 5283703 w 12192000"/>
              <a:gd name="connsiteY144" fmla="*/ 6079718 h 6858000"/>
              <a:gd name="connsiteX145" fmla="*/ 5248410 w 12192000"/>
              <a:gd name="connsiteY145" fmla="*/ 6108090 h 6858000"/>
              <a:gd name="connsiteX146" fmla="*/ 5212720 w 12192000"/>
              <a:gd name="connsiteY146" fmla="*/ 6136005 h 6858000"/>
              <a:gd name="connsiteX147" fmla="*/ 5176657 w 12192000"/>
              <a:gd name="connsiteY147" fmla="*/ 6163475 h 6858000"/>
              <a:gd name="connsiteX148" fmla="*/ 5140237 w 12192000"/>
              <a:gd name="connsiteY148" fmla="*/ 6190475 h 6858000"/>
              <a:gd name="connsiteX149" fmla="*/ 5103432 w 12192000"/>
              <a:gd name="connsiteY149" fmla="*/ 6217018 h 6858000"/>
              <a:gd name="connsiteX150" fmla="*/ 5066281 w 12192000"/>
              <a:gd name="connsiteY150" fmla="*/ 6243078 h 6858000"/>
              <a:gd name="connsiteX151" fmla="*/ 5028758 w 12192000"/>
              <a:gd name="connsiteY151" fmla="*/ 6268682 h 6858000"/>
              <a:gd name="connsiteX152" fmla="*/ 4990889 w 12192000"/>
              <a:gd name="connsiteY152" fmla="*/ 6293790 h 6858000"/>
              <a:gd name="connsiteX153" fmla="*/ 4952675 w 12192000"/>
              <a:gd name="connsiteY153" fmla="*/ 6318428 h 6858000"/>
              <a:gd name="connsiteX154" fmla="*/ 4914116 w 12192000"/>
              <a:gd name="connsiteY154" fmla="*/ 6342570 h 6858000"/>
              <a:gd name="connsiteX155" fmla="*/ 4875222 w 12192000"/>
              <a:gd name="connsiteY155" fmla="*/ 6366218 h 6858000"/>
              <a:gd name="connsiteX156" fmla="*/ 4835983 w 12192000"/>
              <a:gd name="connsiteY156" fmla="*/ 6389383 h 6858000"/>
              <a:gd name="connsiteX157" fmla="*/ 4796423 w 12192000"/>
              <a:gd name="connsiteY157" fmla="*/ 6412027 h 6858000"/>
              <a:gd name="connsiteX158" fmla="*/ 4756531 w 12192000"/>
              <a:gd name="connsiteY158" fmla="*/ 6434188 h 6858000"/>
              <a:gd name="connsiteX159" fmla="*/ 4716318 w 12192000"/>
              <a:gd name="connsiteY159" fmla="*/ 6455829 h 6858000"/>
              <a:gd name="connsiteX160" fmla="*/ 4675785 w 12192000"/>
              <a:gd name="connsiteY160" fmla="*/ 6476949 h 6858000"/>
              <a:gd name="connsiteX161" fmla="*/ 4634946 w 12192000"/>
              <a:gd name="connsiteY161" fmla="*/ 6497561 h 6858000"/>
              <a:gd name="connsiteX162" fmla="*/ 4593796 w 12192000"/>
              <a:gd name="connsiteY162" fmla="*/ 6517640 h 6858000"/>
              <a:gd name="connsiteX163" fmla="*/ 4552341 w 12192000"/>
              <a:gd name="connsiteY163" fmla="*/ 6537198 h 6858000"/>
              <a:gd name="connsiteX164" fmla="*/ 4510592 w 12192000"/>
              <a:gd name="connsiteY164" fmla="*/ 6556222 h 6858000"/>
              <a:gd name="connsiteX165" fmla="*/ 4468547 w 12192000"/>
              <a:gd name="connsiteY165" fmla="*/ 6574714 h 6858000"/>
              <a:gd name="connsiteX166" fmla="*/ 4426207 w 12192000"/>
              <a:gd name="connsiteY166" fmla="*/ 6592671 h 6858000"/>
              <a:gd name="connsiteX167" fmla="*/ 4383573 w 12192000"/>
              <a:gd name="connsiteY167" fmla="*/ 6610070 h 6858000"/>
              <a:gd name="connsiteX168" fmla="*/ 4340670 w 12192000"/>
              <a:gd name="connsiteY168" fmla="*/ 6626923 h 6858000"/>
              <a:gd name="connsiteX169" fmla="*/ 4297498 w 12192000"/>
              <a:gd name="connsiteY169" fmla="*/ 6643230 h 6858000"/>
              <a:gd name="connsiteX170" fmla="*/ 4254045 w 12192000"/>
              <a:gd name="connsiteY170" fmla="*/ 6658965 h 6858000"/>
              <a:gd name="connsiteX171" fmla="*/ 4210322 w 12192000"/>
              <a:gd name="connsiteY171" fmla="*/ 6674142 h 6858000"/>
              <a:gd name="connsiteX172" fmla="*/ 4166330 w 12192000"/>
              <a:gd name="connsiteY172" fmla="*/ 6688760 h 6858000"/>
              <a:gd name="connsiteX173" fmla="*/ 4122095 w 12192000"/>
              <a:gd name="connsiteY173" fmla="*/ 6702793 h 6858000"/>
              <a:gd name="connsiteX174" fmla="*/ 4077590 w 12192000"/>
              <a:gd name="connsiteY174" fmla="*/ 6716255 h 6858000"/>
              <a:gd name="connsiteX175" fmla="*/ 4032843 w 12192000"/>
              <a:gd name="connsiteY175" fmla="*/ 6729146 h 6858000"/>
              <a:gd name="connsiteX176" fmla="*/ 3987851 w 12192000"/>
              <a:gd name="connsiteY176" fmla="*/ 6741439 h 6858000"/>
              <a:gd name="connsiteX177" fmla="*/ 3942617 w 12192000"/>
              <a:gd name="connsiteY177" fmla="*/ 6753149 h 6858000"/>
              <a:gd name="connsiteX178" fmla="*/ 3897152 w 12192000"/>
              <a:gd name="connsiteY178" fmla="*/ 6764261 h 6858000"/>
              <a:gd name="connsiteX179" fmla="*/ 3851443 w 12192000"/>
              <a:gd name="connsiteY179" fmla="*/ 6774777 h 6858000"/>
              <a:gd name="connsiteX180" fmla="*/ 3805517 w 12192000"/>
              <a:gd name="connsiteY180" fmla="*/ 6784683 h 6858000"/>
              <a:gd name="connsiteX181" fmla="*/ 3759360 w 12192000"/>
              <a:gd name="connsiteY181" fmla="*/ 6793992 h 6858000"/>
              <a:gd name="connsiteX182" fmla="*/ 3712998 w 12192000"/>
              <a:gd name="connsiteY182" fmla="*/ 6802691 h 6858000"/>
              <a:gd name="connsiteX183" fmla="*/ 3666406 w 12192000"/>
              <a:gd name="connsiteY183" fmla="*/ 6810769 h 6858000"/>
              <a:gd name="connsiteX184" fmla="*/ 3619622 w 12192000"/>
              <a:gd name="connsiteY184" fmla="*/ 6818223 h 6858000"/>
              <a:gd name="connsiteX185" fmla="*/ 3572618 w 12192000"/>
              <a:gd name="connsiteY185" fmla="*/ 6825056 h 6858000"/>
              <a:gd name="connsiteX186" fmla="*/ 3525412 w 12192000"/>
              <a:gd name="connsiteY186" fmla="*/ 6831254 h 6858000"/>
              <a:gd name="connsiteX187" fmla="*/ 3478024 w 12192000"/>
              <a:gd name="connsiteY187" fmla="*/ 6836816 h 6858000"/>
              <a:gd name="connsiteX188" fmla="*/ 3430433 w 12192000"/>
              <a:gd name="connsiteY188" fmla="*/ 6841757 h 6858000"/>
              <a:gd name="connsiteX189" fmla="*/ 3382662 w 12192000"/>
              <a:gd name="connsiteY189" fmla="*/ 6846036 h 6858000"/>
              <a:gd name="connsiteX190" fmla="*/ 3334699 w 12192000"/>
              <a:gd name="connsiteY190" fmla="*/ 6849681 h 6858000"/>
              <a:gd name="connsiteX191" fmla="*/ 3286569 w 12192000"/>
              <a:gd name="connsiteY191" fmla="*/ 6852666 h 6858000"/>
              <a:gd name="connsiteX192" fmla="*/ 3238259 w 12192000"/>
              <a:gd name="connsiteY192" fmla="*/ 6854990 h 6858000"/>
              <a:gd name="connsiteX193" fmla="*/ 3189772 w 12192000"/>
              <a:gd name="connsiteY193" fmla="*/ 6856666 h 6858000"/>
              <a:gd name="connsiteX194" fmla="*/ 3141129 w 12192000"/>
              <a:gd name="connsiteY194" fmla="*/ 6857670 h 6858000"/>
              <a:gd name="connsiteX195" fmla="*/ 3092333 w 12192000"/>
              <a:gd name="connsiteY195" fmla="*/ 6858000 h 6858000"/>
              <a:gd name="connsiteX196" fmla="*/ 3092333 w 12192000"/>
              <a:gd name="connsiteY196" fmla="*/ 5572899 h 6858000"/>
              <a:gd name="connsiteX197" fmla="*/ 0 w 12192000"/>
              <a:gd name="connsiteY197" fmla="*/ 5572899 h 6858000"/>
              <a:gd name="connsiteX198" fmla="*/ 0 w 12192000"/>
              <a:gd name="connsiteY198" fmla="*/ 4287659 h 6858000"/>
              <a:gd name="connsiteX199" fmla="*/ 10007107 w 12192000"/>
              <a:gd name="connsiteY199" fmla="*/ 1287183 h 6858000"/>
              <a:gd name="connsiteX200" fmla="*/ 10055915 w 12192000"/>
              <a:gd name="connsiteY200" fmla="*/ 1287513 h 6858000"/>
              <a:gd name="connsiteX201" fmla="*/ 10104558 w 12192000"/>
              <a:gd name="connsiteY201" fmla="*/ 1288516 h 6858000"/>
              <a:gd name="connsiteX202" fmla="*/ 10153034 w 12192000"/>
              <a:gd name="connsiteY202" fmla="*/ 1290193 h 6858000"/>
              <a:gd name="connsiteX203" fmla="*/ 10201342 w 12192000"/>
              <a:gd name="connsiteY203" fmla="*/ 1292517 h 6858000"/>
              <a:gd name="connsiteX204" fmla="*/ 10249485 w 12192000"/>
              <a:gd name="connsiteY204" fmla="*/ 1295514 h 6858000"/>
              <a:gd name="connsiteX205" fmla="*/ 10297435 w 12192000"/>
              <a:gd name="connsiteY205" fmla="*/ 1299146 h 6858000"/>
              <a:gd name="connsiteX206" fmla="*/ 10345206 w 12192000"/>
              <a:gd name="connsiteY206" fmla="*/ 1303439 h 6858000"/>
              <a:gd name="connsiteX207" fmla="*/ 10392798 w 12192000"/>
              <a:gd name="connsiteY207" fmla="*/ 1308366 h 6858000"/>
              <a:gd name="connsiteX208" fmla="*/ 10440198 w 12192000"/>
              <a:gd name="connsiteY208" fmla="*/ 1313929 h 6858000"/>
              <a:gd name="connsiteX209" fmla="*/ 10487393 w 12192000"/>
              <a:gd name="connsiteY209" fmla="*/ 1320139 h 6858000"/>
              <a:gd name="connsiteX210" fmla="*/ 10534395 w 12192000"/>
              <a:gd name="connsiteY210" fmla="*/ 1326972 h 6858000"/>
              <a:gd name="connsiteX211" fmla="*/ 10581192 w 12192000"/>
              <a:gd name="connsiteY211" fmla="*/ 1334427 h 6858000"/>
              <a:gd name="connsiteX212" fmla="*/ 10627771 w 12192000"/>
              <a:gd name="connsiteY212" fmla="*/ 1342504 h 6858000"/>
              <a:gd name="connsiteX213" fmla="*/ 10674146 w 12192000"/>
              <a:gd name="connsiteY213" fmla="*/ 1351191 h 6858000"/>
              <a:gd name="connsiteX214" fmla="*/ 10720304 w 12192000"/>
              <a:gd name="connsiteY214" fmla="*/ 1360500 h 6858000"/>
              <a:gd name="connsiteX215" fmla="*/ 10766230 w 12192000"/>
              <a:gd name="connsiteY215" fmla="*/ 1370406 h 6858000"/>
              <a:gd name="connsiteX216" fmla="*/ 10811926 w 12192000"/>
              <a:gd name="connsiteY216" fmla="*/ 1380921 h 6858000"/>
              <a:gd name="connsiteX217" fmla="*/ 10857404 w 12192000"/>
              <a:gd name="connsiteY217" fmla="*/ 1392034 h 6858000"/>
              <a:gd name="connsiteX218" fmla="*/ 10902638 w 12192000"/>
              <a:gd name="connsiteY218" fmla="*/ 1403743 h 6858000"/>
              <a:gd name="connsiteX219" fmla="*/ 10947629 w 12192000"/>
              <a:gd name="connsiteY219" fmla="*/ 1416050 h 6858000"/>
              <a:gd name="connsiteX220" fmla="*/ 10992377 w 12192000"/>
              <a:gd name="connsiteY220" fmla="*/ 1428927 h 6858000"/>
              <a:gd name="connsiteX221" fmla="*/ 11036868 w 12192000"/>
              <a:gd name="connsiteY221" fmla="*/ 1442389 h 6858000"/>
              <a:gd name="connsiteX222" fmla="*/ 11081116 w 12192000"/>
              <a:gd name="connsiteY222" fmla="*/ 1456436 h 6858000"/>
              <a:gd name="connsiteX223" fmla="*/ 11125095 w 12192000"/>
              <a:gd name="connsiteY223" fmla="*/ 1471041 h 6858000"/>
              <a:gd name="connsiteX224" fmla="*/ 11168818 w 12192000"/>
              <a:gd name="connsiteY224" fmla="*/ 1486217 h 6858000"/>
              <a:gd name="connsiteX225" fmla="*/ 11212273 w 12192000"/>
              <a:gd name="connsiteY225" fmla="*/ 1501965 h 6858000"/>
              <a:gd name="connsiteX226" fmla="*/ 11255457 w 12192000"/>
              <a:gd name="connsiteY226" fmla="*/ 1518259 h 6858000"/>
              <a:gd name="connsiteX227" fmla="*/ 11298361 w 12192000"/>
              <a:gd name="connsiteY227" fmla="*/ 1535112 h 6858000"/>
              <a:gd name="connsiteX228" fmla="*/ 11340982 w 12192000"/>
              <a:gd name="connsiteY228" fmla="*/ 1552524 h 6858000"/>
              <a:gd name="connsiteX229" fmla="*/ 11383321 w 12192000"/>
              <a:gd name="connsiteY229" fmla="*/ 1570469 h 6858000"/>
              <a:gd name="connsiteX230" fmla="*/ 11425365 w 12192000"/>
              <a:gd name="connsiteY230" fmla="*/ 1588960 h 6858000"/>
              <a:gd name="connsiteX231" fmla="*/ 11467116 w 12192000"/>
              <a:gd name="connsiteY231" fmla="*/ 1607985 h 6858000"/>
              <a:gd name="connsiteX232" fmla="*/ 11508571 w 12192000"/>
              <a:gd name="connsiteY232" fmla="*/ 1627543 h 6858000"/>
              <a:gd name="connsiteX233" fmla="*/ 11549718 w 12192000"/>
              <a:gd name="connsiteY233" fmla="*/ 1647621 h 6858000"/>
              <a:gd name="connsiteX234" fmla="*/ 11590572 w 12192000"/>
              <a:gd name="connsiteY234" fmla="*/ 1668233 h 6858000"/>
              <a:gd name="connsiteX235" fmla="*/ 11631092 w 12192000"/>
              <a:gd name="connsiteY235" fmla="*/ 1689366 h 6858000"/>
              <a:gd name="connsiteX236" fmla="*/ 11671305 w 12192000"/>
              <a:gd name="connsiteY236" fmla="*/ 1711007 h 6858000"/>
              <a:gd name="connsiteX237" fmla="*/ 11711198 w 12192000"/>
              <a:gd name="connsiteY237" fmla="*/ 1733156 h 6858000"/>
              <a:gd name="connsiteX238" fmla="*/ 11750770 w 12192000"/>
              <a:gd name="connsiteY238" fmla="*/ 1755813 h 6858000"/>
              <a:gd name="connsiteX239" fmla="*/ 11789996 w 12192000"/>
              <a:gd name="connsiteY239" fmla="*/ 1778965 h 6858000"/>
              <a:gd name="connsiteX240" fmla="*/ 11828902 w 12192000"/>
              <a:gd name="connsiteY240" fmla="*/ 1802625 h 6858000"/>
              <a:gd name="connsiteX241" fmla="*/ 11867462 w 12192000"/>
              <a:gd name="connsiteY241" fmla="*/ 1826768 h 6858000"/>
              <a:gd name="connsiteX242" fmla="*/ 11905677 w 12192000"/>
              <a:gd name="connsiteY242" fmla="*/ 1851393 h 6858000"/>
              <a:gd name="connsiteX243" fmla="*/ 11943545 w 12192000"/>
              <a:gd name="connsiteY243" fmla="*/ 1876513 h 6858000"/>
              <a:gd name="connsiteX244" fmla="*/ 11981054 w 12192000"/>
              <a:gd name="connsiteY244" fmla="*/ 1902104 h 6858000"/>
              <a:gd name="connsiteX245" fmla="*/ 12018218 w 12192000"/>
              <a:gd name="connsiteY245" fmla="*/ 1928177 h 6858000"/>
              <a:gd name="connsiteX246" fmla="*/ 12055010 w 12192000"/>
              <a:gd name="connsiteY246" fmla="*/ 1954707 h 6858000"/>
              <a:gd name="connsiteX247" fmla="*/ 12091444 w 12192000"/>
              <a:gd name="connsiteY247" fmla="*/ 1981708 h 6858000"/>
              <a:gd name="connsiteX248" fmla="*/ 12127507 w 12192000"/>
              <a:gd name="connsiteY248" fmla="*/ 2009178 h 6858000"/>
              <a:gd name="connsiteX249" fmla="*/ 12163184 w 12192000"/>
              <a:gd name="connsiteY249" fmla="*/ 2037092 h 6858000"/>
              <a:gd name="connsiteX250" fmla="*/ 12192000 w 12192000"/>
              <a:gd name="connsiteY250" fmla="*/ 2060249 h 6858000"/>
              <a:gd name="connsiteX251" fmla="*/ 12192000 w 12192000"/>
              <a:gd name="connsiteY251" fmla="*/ 4714710 h 6858000"/>
              <a:gd name="connsiteX252" fmla="*/ 12167975 w 12192000"/>
              <a:gd name="connsiteY252" fmla="*/ 4714710 h 6858000"/>
              <a:gd name="connsiteX253" fmla="*/ 12167438 w 12192000"/>
              <a:gd name="connsiteY253" fmla="*/ 4666285 h 6858000"/>
              <a:gd name="connsiteX254" fmla="*/ 12165811 w 12192000"/>
              <a:gd name="connsiteY254" fmla="*/ 4618126 h 6858000"/>
              <a:gd name="connsiteX255" fmla="*/ 12163120 w 12192000"/>
              <a:gd name="connsiteY255" fmla="*/ 4570247 h 6858000"/>
              <a:gd name="connsiteX256" fmla="*/ 12159367 w 12192000"/>
              <a:gd name="connsiteY256" fmla="*/ 4522635 h 6858000"/>
              <a:gd name="connsiteX257" fmla="*/ 12154576 w 12192000"/>
              <a:gd name="connsiteY257" fmla="*/ 4475327 h 6858000"/>
              <a:gd name="connsiteX258" fmla="*/ 12148746 w 12192000"/>
              <a:gd name="connsiteY258" fmla="*/ 4428312 h 6858000"/>
              <a:gd name="connsiteX259" fmla="*/ 12141893 w 12192000"/>
              <a:gd name="connsiteY259" fmla="*/ 4381627 h 6858000"/>
              <a:gd name="connsiteX260" fmla="*/ 12134040 w 12192000"/>
              <a:gd name="connsiteY260" fmla="*/ 4335272 h 6858000"/>
              <a:gd name="connsiteX261" fmla="*/ 12125174 w 12192000"/>
              <a:gd name="connsiteY261" fmla="*/ 4289247 h 6858000"/>
              <a:gd name="connsiteX262" fmla="*/ 12115323 w 12192000"/>
              <a:gd name="connsiteY262" fmla="*/ 4243578 h 6858000"/>
              <a:gd name="connsiteX263" fmla="*/ 12104499 w 12192000"/>
              <a:gd name="connsiteY263" fmla="*/ 4198264 h 6858000"/>
              <a:gd name="connsiteX264" fmla="*/ 12092713 w 12192000"/>
              <a:gd name="connsiteY264" fmla="*/ 4153331 h 6858000"/>
              <a:gd name="connsiteX265" fmla="*/ 12079966 w 12192000"/>
              <a:gd name="connsiteY265" fmla="*/ 4108780 h 6858000"/>
              <a:gd name="connsiteX266" fmla="*/ 12066284 w 12192000"/>
              <a:gd name="connsiteY266" fmla="*/ 4064622 h 6858000"/>
              <a:gd name="connsiteX267" fmla="*/ 12051679 w 12192000"/>
              <a:gd name="connsiteY267" fmla="*/ 4020870 h 6858000"/>
              <a:gd name="connsiteX268" fmla="*/ 12036140 w 12192000"/>
              <a:gd name="connsiteY268" fmla="*/ 3977551 h 6858000"/>
              <a:gd name="connsiteX269" fmla="*/ 12019704 w 12192000"/>
              <a:gd name="connsiteY269" fmla="*/ 3934650 h 6858000"/>
              <a:gd name="connsiteX270" fmla="*/ 12002371 w 12192000"/>
              <a:gd name="connsiteY270" fmla="*/ 3892194 h 6858000"/>
              <a:gd name="connsiteX271" fmla="*/ 11984155 w 12192000"/>
              <a:gd name="connsiteY271" fmla="*/ 3850195 h 6858000"/>
              <a:gd name="connsiteX272" fmla="*/ 11965054 w 12192000"/>
              <a:gd name="connsiteY272" fmla="*/ 3808666 h 6858000"/>
              <a:gd name="connsiteX273" fmla="*/ 11945108 w 12192000"/>
              <a:gd name="connsiteY273" fmla="*/ 3767607 h 6858000"/>
              <a:gd name="connsiteX274" fmla="*/ 11924303 w 12192000"/>
              <a:gd name="connsiteY274" fmla="*/ 3727031 h 6858000"/>
              <a:gd name="connsiteX275" fmla="*/ 11902666 w 12192000"/>
              <a:gd name="connsiteY275" fmla="*/ 3686962 h 6858000"/>
              <a:gd name="connsiteX276" fmla="*/ 11880196 w 12192000"/>
              <a:gd name="connsiteY276" fmla="*/ 3647402 h 6858000"/>
              <a:gd name="connsiteX277" fmla="*/ 11856919 w 12192000"/>
              <a:gd name="connsiteY277" fmla="*/ 3608362 h 6858000"/>
              <a:gd name="connsiteX278" fmla="*/ 11832835 w 12192000"/>
              <a:gd name="connsiteY278" fmla="*/ 3569855 h 6858000"/>
              <a:gd name="connsiteX279" fmla="*/ 11807957 w 12192000"/>
              <a:gd name="connsiteY279" fmla="*/ 3531895 h 6858000"/>
              <a:gd name="connsiteX280" fmla="*/ 11782297 w 12192000"/>
              <a:gd name="connsiteY280" fmla="*/ 3494494 h 6858000"/>
              <a:gd name="connsiteX281" fmla="*/ 11755881 w 12192000"/>
              <a:gd name="connsiteY281" fmla="*/ 3457651 h 6858000"/>
              <a:gd name="connsiteX282" fmla="*/ 11728697 w 12192000"/>
              <a:gd name="connsiteY282" fmla="*/ 3421392 h 6858000"/>
              <a:gd name="connsiteX283" fmla="*/ 11700769 w 12192000"/>
              <a:gd name="connsiteY283" fmla="*/ 3385731 h 6858000"/>
              <a:gd name="connsiteX284" fmla="*/ 11672112 w 12192000"/>
              <a:gd name="connsiteY284" fmla="*/ 3350666 h 6858000"/>
              <a:gd name="connsiteX285" fmla="*/ 11642724 w 12192000"/>
              <a:gd name="connsiteY285" fmla="*/ 3316224 h 6858000"/>
              <a:gd name="connsiteX286" fmla="*/ 11612632 w 12192000"/>
              <a:gd name="connsiteY286" fmla="*/ 3282391 h 6858000"/>
              <a:gd name="connsiteX287" fmla="*/ 11581835 w 12192000"/>
              <a:gd name="connsiteY287" fmla="*/ 3249206 h 6858000"/>
              <a:gd name="connsiteX288" fmla="*/ 11550347 w 12192000"/>
              <a:gd name="connsiteY288" fmla="*/ 3216669 h 6858000"/>
              <a:gd name="connsiteX289" fmla="*/ 11518192 w 12192000"/>
              <a:gd name="connsiteY289" fmla="*/ 3184779 h 6858000"/>
              <a:gd name="connsiteX290" fmla="*/ 11485370 w 12192000"/>
              <a:gd name="connsiteY290" fmla="*/ 3153575 h 6858000"/>
              <a:gd name="connsiteX291" fmla="*/ 11451883 w 12192000"/>
              <a:gd name="connsiteY291" fmla="*/ 3123044 h 6858000"/>
              <a:gd name="connsiteX292" fmla="*/ 11417768 w 12192000"/>
              <a:gd name="connsiteY292" fmla="*/ 3093213 h 6858000"/>
              <a:gd name="connsiteX293" fmla="*/ 11383013 w 12192000"/>
              <a:gd name="connsiteY293" fmla="*/ 3064078 h 6858000"/>
              <a:gd name="connsiteX294" fmla="*/ 11347643 w 12192000"/>
              <a:gd name="connsiteY294" fmla="*/ 3035669 h 6858000"/>
              <a:gd name="connsiteX295" fmla="*/ 11311671 w 12192000"/>
              <a:gd name="connsiteY295" fmla="*/ 3007982 h 6858000"/>
              <a:gd name="connsiteX296" fmla="*/ 11275096 w 12192000"/>
              <a:gd name="connsiteY296" fmla="*/ 2981033 h 6858000"/>
              <a:gd name="connsiteX297" fmla="*/ 11237945 w 12192000"/>
              <a:gd name="connsiteY297" fmla="*/ 2954832 h 6858000"/>
              <a:gd name="connsiteX298" fmla="*/ 11200218 w 12192000"/>
              <a:gd name="connsiteY298" fmla="*/ 2929394 h 6858000"/>
              <a:gd name="connsiteX299" fmla="*/ 11161927 w 12192000"/>
              <a:gd name="connsiteY299" fmla="*/ 2904744 h 6858000"/>
              <a:gd name="connsiteX300" fmla="*/ 11123084 w 12192000"/>
              <a:gd name="connsiteY300" fmla="*/ 2880868 h 6858000"/>
              <a:gd name="connsiteX301" fmla="*/ 11083704 w 12192000"/>
              <a:gd name="connsiteY301" fmla="*/ 2857779 h 6858000"/>
              <a:gd name="connsiteX302" fmla="*/ 11043799 w 12192000"/>
              <a:gd name="connsiteY302" fmla="*/ 2835516 h 6858000"/>
              <a:gd name="connsiteX303" fmla="*/ 11003381 w 12192000"/>
              <a:gd name="connsiteY303" fmla="*/ 2814053 h 6858000"/>
              <a:gd name="connsiteX304" fmla="*/ 10962451 w 12192000"/>
              <a:gd name="connsiteY304" fmla="*/ 2793441 h 6858000"/>
              <a:gd name="connsiteX305" fmla="*/ 10921034 w 12192000"/>
              <a:gd name="connsiteY305" fmla="*/ 2773654 h 6858000"/>
              <a:gd name="connsiteX306" fmla="*/ 10879143 w 12192000"/>
              <a:gd name="connsiteY306" fmla="*/ 2754731 h 6858000"/>
              <a:gd name="connsiteX307" fmla="*/ 10836765 w 12192000"/>
              <a:gd name="connsiteY307" fmla="*/ 2736672 h 6858000"/>
              <a:gd name="connsiteX308" fmla="*/ 10793952 w 12192000"/>
              <a:gd name="connsiteY308" fmla="*/ 2719489 h 6858000"/>
              <a:gd name="connsiteX309" fmla="*/ 10750677 w 12192000"/>
              <a:gd name="connsiteY309" fmla="*/ 2703196 h 6858000"/>
              <a:gd name="connsiteX310" fmla="*/ 10706968 w 12192000"/>
              <a:gd name="connsiteY310" fmla="*/ 2687790 h 6858000"/>
              <a:gd name="connsiteX311" fmla="*/ 10662848 w 12192000"/>
              <a:gd name="connsiteY311" fmla="*/ 2673300 h 6858000"/>
              <a:gd name="connsiteX312" fmla="*/ 10618305 w 12192000"/>
              <a:gd name="connsiteY312" fmla="*/ 2659735 h 6858000"/>
              <a:gd name="connsiteX313" fmla="*/ 10573364 w 12192000"/>
              <a:gd name="connsiteY313" fmla="*/ 2647111 h 6858000"/>
              <a:gd name="connsiteX314" fmla="*/ 10528041 w 12192000"/>
              <a:gd name="connsiteY314" fmla="*/ 2635415 h 6858000"/>
              <a:gd name="connsiteX315" fmla="*/ 10482345 w 12192000"/>
              <a:gd name="connsiteY315" fmla="*/ 2624683 h 6858000"/>
              <a:gd name="connsiteX316" fmla="*/ 10436265 w 12192000"/>
              <a:gd name="connsiteY316" fmla="*/ 2614930 h 6858000"/>
              <a:gd name="connsiteX317" fmla="*/ 10389852 w 12192000"/>
              <a:gd name="connsiteY317" fmla="*/ 2606141 h 6858000"/>
              <a:gd name="connsiteX318" fmla="*/ 10343080 w 12192000"/>
              <a:gd name="connsiteY318" fmla="*/ 2598343 h 6858000"/>
              <a:gd name="connsiteX319" fmla="*/ 10295988 w 12192000"/>
              <a:gd name="connsiteY319" fmla="*/ 2591562 h 6858000"/>
              <a:gd name="connsiteX320" fmla="*/ 10248575 w 12192000"/>
              <a:gd name="connsiteY320" fmla="*/ 2585783 h 6858000"/>
              <a:gd name="connsiteX321" fmla="*/ 10200843 w 12192000"/>
              <a:gd name="connsiteY321" fmla="*/ 2581033 h 6858000"/>
              <a:gd name="connsiteX322" fmla="*/ 10152829 w 12192000"/>
              <a:gd name="connsiteY322" fmla="*/ 2577312 h 6858000"/>
              <a:gd name="connsiteX323" fmla="*/ 10104519 w 12192000"/>
              <a:gd name="connsiteY323" fmla="*/ 2574645 h 6858000"/>
              <a:gd name="connsiteX324" fmla="*/ 10055941 w 12192000"/>
              <a:gd name="connsiteY324" fmla="*/ 2573032 h 6858000"/>
              <a:gd name="connsiteX325" fmla="*/ 10007107 w 12192000"/>
              <a:gd name="connsiteY325" fmla="*/ 2572499 h 6858000"/>
              <a:gd name="connsiteX326" fmla="*/ 6549733 w 12192000"/>
              <a:gd name="connsiteY326" fmla="*/ 0 h 6858000"/>
              <a:gd name="connsiteX327" fmla="*/ 10007107 w 12192000"/>
              <a:gd name="connsiteY327" fmla="*/ 0 h 6858000"/>
              <a:gd name="connsiteX328" fmla="*/ 10007107 w 12192000"/>
              <a:gd name="connsiteY328" fmla="*/ 1285252 h 6858000"/>
              <a:gd name="connsiteX329" fmla="*/ 7846264 w 12192000"/>
              <a:gd name="connsiteY329" fmla="*/ 1285252 h 6858000"/>
              <a:gd name="connsiteX330" fmla="*/ 7846264 w 12192000"/>
              <a:gd name="connsiteY330" fmla="*/ 3427742 h 6858000"/>
              <a:gd name="connsiteX331" fmla="*/ 6549733 w 12192000"/>
              <a:gd name="connsiteY331" fmla="*/ 3427742 h 6858000"/>
              <a:gd name="connsiteX332" fmla="*/ 6549733 w 12192000"/>
              <a:gd name="connsiteY332" fmla="*/ 128525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</a:cxnLst>
            <a:rect l="l" t="t" r="r" b="b"/>
            <a:pathLst>
              <a:path w="12192000" h="6858000">
                <a:moveTo>
                  <a:pt x="0" y="2145170"/>
                </a:moveTo>
                <a:lnTo>
                  <a:pt x="931465" y="2145170"/>
                </a:lnTo>
                <a:lnTo>
                  <a:pt x="931465" y="4287659"/>
                </a:lnTo>
                <a:lnTo>
                  <a:pt x="3092333" y="4287659"/>
                </a:lnTo>
                <a:lnTo>
                  <a:pt x="3092333" y="5572696"/>
                </a:lnTo>
                <a:lnTo>
                  <a:pt x="3141168" y="5572150"/>
                </a:lnTo>
                <a:lnTo>
                  <a:pt x="3189745" y="5570550"/>
                </a:lnTo>
                <a:lnTo>
                  <a:pt x="3238055" y="5567870"/>
                </a:lnTo>
                <a:lnTo>
                  <a:pt x="3286069" y="5564162"/>
                </a:lnTo>
                <a:lnTo>
                  <a:pt x="3333802" y="5559399"/>
                </a:lnTo>
                <a:lnTo>
                  <a:pt x="3381215" y="5553634"/>
                </a:lnTo>
                <a:lnTo>
                  <a:pt x="3428306" y="5546839"/>
                </a:lnTo>
                <a:lnTo>
                  <a:pt x="3475077" y="5539041"/>
                </a:lnTo>
                <a:lnTo>
                  <a:pt x="3521504" y="5530266"/>
                </a:lnTo>
                <a:lnTo>
                  <a:pt x="3567571" y="5520499"/>
                </a:lnTo>
                <a:lnTo>
                  <a:pt x="3613266" y="5509768"/>
                </a:lnTo>
                <a:lnTo>
                  <a:pt x="3658604" y="5498084"/>
                </a:lnTo>
                <a:lnTo>
                  <a:pt x="3703544" y="5485447"/>
                </a:lnTo>
                <a:lnTo>
                  <a:pt x="3748073" y="5471884"/>
                </a:lnTo>
                <a:lnTo>
                  <a:pt x="3792207" y="5457393"/>
                </a:lnTo>
                <a:lnTo>
                  <a:pt x="3835916" y="5442001"/>
                </a:lnTo>
                <a:lnTo>
                  <a:pt x="3879178" y="5425694"/>
                </a:lnTo>
                <a:lnTo>
                  <a:pt x="3922004" y="5408511"/>
                </a:lnTo>
                <a:lnTo>
                  <a:pt x="3964369" y="5390451"/>
                </a:lnTo>
                <a:lnTo>
                  <a:pt x="4006273" y="5371528"/>
                </a:lnTo>
                <a:lnTo>
                  <a:pt x="4047690" y="5351742"/>
                </a:lnTo>
                <a:lnTo>
                  <a:pt x="4088608" y="5331130"/>
                </a:lnTo>
                <a:lnTo>
                  <a:pt x="4129038" y="5309667"/>
                </a:lnTo>
                <a:lnTo>
                  <a:pt x="4168944" y="5287403"/>
                </a:lnTo>
                <a:lnTo>
                  <a:pt x="4208310" y="5264315"/>
                </a:lnTo>
                <a:lnTo>
                  <a:pt x="4247152" y="5240452"/>
                </a:lnTo>
                <a:lnTo>
                  <a:pt x="4285443" y="5215788"/>
                </a:lnTo>
                <a:lnTo>
                  <a:pt x="4323184" y="5190350"/>
                </a:lnTo>
                <a:lnTo>
                  <a:pt x="4360335" y="5164150"/>
                </a:lnTo>
                <a:lnTo>
                  <a:pt x="4396909" y="5137201"/>
                </a:lnTo>
                <a:lnTo>
                  <a:pt x="4432882" y="5109515"/>
                </a:lnTo>
                <a:lnTo>
                  <a:pt x="4468251" y="5081105"/>
                </a:lnTo>
                <a:lnTo>
                  <a:pt x="4503008" y="5051971"/>
                </a:lnTo>
                <a:lnTo>
                  <a:pt x="4537123" y="5022139"/>
                </a:lnTo>
                <a:lnTo>
                  <a:pt x="4570597" y="4991608"/>
                </a:lnTo>
                <a:lnTo>
                  <a:pt x="4603430" y="4960404"/>
                </a:lnTo>
                <a:lnTo>
                  <a:pt x="4635585" y="4928514"/>
                </a:lnTo>
                <a:lnTo>
                  <a:pt x="4667073" y="4895977"/>
                </a:lnTo>
                <a:lnTo>
                  <a:pt x="4697858" y="4862792"/>
                </a:lnTo>
                <a:lnTo>
                  <a:pt x="4727963" y="4828959"/>
                </a:lnTo>
                <a:lnTo>
                  <a:pt x="4757339" y="4794516"/>
                </a:lnTo>
                <a:lnTo>
                  <a:pt x="4786008" y="4759452"/>
                </a:lnTo>
                <a:lnTo>
                  <a:pt x="4813935" y="4723777"/>
                </a:lnTo>
                <a:lnTo>
                  <a:pt x="4841121" y="4687532"/>
                </a:lnTo>
                <a:lnTo>
                  <a:pt x="4867535" y="4650689"/>
                </a:lnTo>
                <a:lnTo>
                  <a:pt x="4893195" y="4613287"/>
                </a:lnTo>
                <a:lnTo>
                  <a:pt x="4918075" y="4575327"/>
                </a:lnTo>
                <a:lnTo>
                  <a:pt x="4942158" y="4536821"/>
                </a:lnTo>
                <a:lnTo>
                  <a:pt x="4965434" y="4497781"/>
                </a:lnTo>
                <a:lnTo>
                  <a:pt x="4987905" y="4458220"/>
                </a:lnTo>
                <a:lnTo>
                  <a:pt x="5009542" y="4418152"/>
                </a:lnTo>
                <a:lnTo>
                  <a:pt x="5030347" y="4377575"/>
                </a:lnTo>
                <a:lnTo>
                  <a:pt x="5050293" y="4336516"/>
                </a:lnTo>
                <a:lnTo>
                  <a:pt x="5069380" y="4294987"/>
                </a:lnTo>
                <a:lnTo>
                  <a:pt x="5087599" y="4252988"/>
                </a:lnTo>
                <a:lnTo>
                  <a:pt x="5104943" y="4210532"/>
                </a:lnTo>
                <a:lnTo>
                  <a:pt x="5121381" y="4167632"/>
                </a:lnTo>
                <a:lnTo>
                  <a:pt x="5136906" y="4124312"/>
                </a:lnTo>
                <a:lnTo>
                  <a:pt x="5151523" y="4080560"/>
                </a:lnTo>
                <a:lnTo>
                  <a:pt x="5165204" y="4036403"/>
                </a:lnTo>
                <a:lnTo>
                  <a:pt x="5177951" y="3991851"/>
                </a:lnTo>
                <a:lnTo>
                  <a:pt x="5189738" y="3946918"/>
                </a:lnTo>
                <a:lnTo>
                  <a:pt x="5200562" y="3901605"/>
                </a:lnTo>
                <a:lnTo>
                  <a:pt x="5210414" y="3855936"/>
                </a:lnTo>
                <a:lnTo>
                  <a:pt x="5219266" y="3809911"/>
                </a:lnTo>
                <a:lnTo>
                  <a:pt x="5227132" y="3763556"/>
                </a:lnTo>
                <a:lnTo>
                  <a:pt x="5233986" y="3716871"/>
                </a:lnTo>
                <a:lnTo>
                  <a:pt x="5239801" y="3669855"/>
                </a:lnTo>
                <a:lnTo>
                  <a:pt x="5244605" y="3622548"/>
                </a:lnTo>
                <a:lnTo>
                  <a:pt x="5248346" y="3574948"/>
                </a:lnTo>
                <a:lnTo>
                  <a:pt x="5251049" y="3527056"/>
                </a:lnTo>
                <a:lnTo>
                  <a:pt x="5252663" y="3478898"/>
                </a:lnTo>
                <a:lnTo>
                  <a:pt x="5253214" y="3430486"/>
                </a:lnTo>
                <a:lnTo>
                  <a:pt x="6549733" y="3430486"/>
                </a:lnTo>
                <a:lnTo>
                  <a:pt x="6549387" y="3478860"/>
                </a:lnTo>
                <a:lnTo>
                  <a:pt x="6548374" y="3527082"/>
                </a:lnTo>
                <a:lnTo>
                  <a:pt x="6546684" y="3575151"/>
                </a:lnTo>
                <a:lnTo>
                  <a:pt x="6544339" y="3623043"/>
                </a:lnTo>
                <a:lnTo>
                  <a:pt x="6541328" y="3670757"/>
                </a:lnTo>
                <a:lnTo>
                  <a:pt x="6537652" y="3718306"/>
                </a:lnTo>
                <a:lnTo>
                  <a:pt x="6533335" y="3765664"/>
                </a:lnTo>
                <a:lnTo>
                  <a:pt x="6528351" y="3812844"/>
                </a:lnTo>
                <a:lnTo>
                  <a:pt x="6522741" y="3859822"/>
                </a:lnTo>
                <a:lnTo>
                  <a:pt x="6516489" y="3906621"/>
                </a:lnTo>
                <a:lnTo>
                  <a:pt x="6509596" y="3953218"/>
                </a:lnTo>
                <a:lnTo>
                  <a:pt x="6502077" y="3999598"/>
                </a:lnTo>
                <a:lnTo>
                  <a:pt x="6493929" y="4045788"/>
                </a:lnTo>
                <a:lnTo>
                  <a:pt x="6485154" y="4091749"/>
                </a:lnTo>
                <a:lnTo>
                  <a:pt x="6475764" y="4137507"/>
                </a:lnTo>
                <a:lnTo>
                  <a:pt x="6465772" y="4183037"/>
                </a:lnTo>
                <a:lnTo>
                  <a:pt x="6455164" y="4228350"/>
                </a:lnTo>
                <a:lnTo>
                  <a:pt x="6443955" y="4273423"/>
                </a:lnTo>
                <a:lnTo>
                  <a:pt x="6432143" y="4318266"/>
                </a:lnTo>
                <a:lnTo>
                  <a:pt x="6419743" y="4362869"/>
                </a:lnTo>
                <a:lnTo>
                  <a:pt x="6406740" y="4407230"/>
                </a:lnTo>
                <a:lnTo>
                  <a:pt x="6393161" y="4451350"/>
                </a:lnTo>
                <a:lnTo>
                  <a:pt x="6379005" y="4495203"/>
                </a:lnTo>
                <a:lnTo>
                  <a:pt x="6364260" y="4538815"/>
                </a:lnTo>
                <a:lnTo>
                  <a:pt x="6348951" y="4582160"/>
                </a:lnTo>
                <a:lnTo>
                  <a:pt x="6333079" y="4625238"/>
                </a:lnTo>
                <a:lnTo>
                  <a:pt x="6316629" y="4668037"/>
                </a:lnTo>
                <a:lnTo>
                  <a:pt x="6299629" y="4710569"/>
                </a:lnTo>
                <a:lnTo>
                  <a:pt x="6282078" y="4752835"/>
                </a:lnTo>
                <a:lnTo>
                  <a:pt x="6263965" y="4794809"/>
                </a:lnTo>
                <a:lnTo>
                  <a:pt x="6245312" y="4836490"/>
                </a:lnTo>
                <a:lnTo>
                  <a:pt x="6226122" y="4877879"/>
                </a:lnTo>
                <a:lnTo>
                  <a:pt x="6206394" y="4918976"/>
                </a:lnTo>
                <a:lnTo>
                  <a:pt x="6186140" y="4959769"/>
                </a:lnTo>
                <a:lnTo>
                  <a:pt x="6165348" y="5000256"/>
                </a:lnTo>
                <a:lnTo>
                  <a:pt x="6144044" y="5040439"/>
                </a:lnTo>
                <a:lnTo>
                  <a:pt x="6122214" y="5080305"/>
                </a:lnTo>
                <a:lnTo>
                  <a:pt x="6099861" y="5119852"/>
                </a:lnTo>
                <a:lnTo>
                  <a:pt x="6077018" y="5159070"/>
                </a:lnTo>
                <a:lnTo>
                  <a:pt x="6053652" y="5197970"/>
                </a:lnTo>
                <a:lnTo>
                  <a:pt x="6029798" y="5236527"/>
                </a:lnTo>
                <a:lnTo>
                  <a:pt x="6005445" y="5274754"/>
                </a:lnTo>
                <a:lnTo>
                  <a:pt x="5980593" y="5312638"/>
                </a:lnTo>
                <a:lnTo>
                  <a:pt x="5955266" y="5350180"/>
                </a:lnTo>
                <a:lnTo>
                  <a:pt x="5929439" y="5387378"/>
                </a:lnTo>
                <a:lnTo>
                  <a:pt x="5903151" y="5424208"/>
                </a:lnTo>
                <a:lnTo>
                  <a:pt x="5876378" y="5460695"/>
                </a:lnTo>
                <a:lnTo>
                  <a:pt x="5849143" y="5496801"/>
                </a:lnTo>
                <a:lnTo>
                  <a:pt x="5821432" y="5532552"/>
                </a:lnTo>
                <a:lnTo>
                  <a:pt x="5793274" y="5567934"/>
                </a:lnTo>
                <a:lnTo>
                  <a:pt x="5764655" y="5602922"/>
                </a:lnTo>
                <a:lnTo>
                  <a:pt x="5735588" y="5637542"/>
                </a:lnTo>
                <a:lnTo>
                  <a:pt x="5706072" y="5671782"/>
                </a:lnTo>
                <a:lnTo>
                  <a:pt x="5676108" y="5705627"/>
                </a:lnTo>
                <a:lnTo>
                  <a:pt x="5645708" y="5739066"/>
                </a:lnTo>
                <a:lnTo>
                  <a:pt x="5614873" y="5772124"/>
                </a:lnTo>
                <a:lnTo>
                  <a:pt x="5583615" y="5804763"/>
                </a:lnTo>
                <a:lnTo>
                  <a:pt x="5551934" y="5837009"/>
                </a:lnTo>
                <a:lnTo>
                  <a:pt x="5519831" y="5868835"/>
                </a:lnTo>
                <a:lnTo>
                  <a:pt x="5487304" y="5900242"/>
                </a:lnTo>
                <a:lnTo>
                  <a:pt x="5454380" y="5931230"/>
                </a:lnTo>
                <a:lnTo>
                  <a:pt x="5421034" y="5961799"/>
                </a:lnTo>
                <a:lnTo>
                  <a:pt x="5387303" y="5991936"/>
                </a:lnTo>
                <a:lnTo>
                  <a:pt x="5353163" y="6021641"/>
                </a:lnTo>
                <a:lnTo>
                  <a:pt x="5318625" y="6050902"/>
                </a:lnTo>
                <a:lnTo>
                  <a:pt x="5283703" y="6079718"/>
                </a:lnTo>
                <a:lnTo>
                  <a:pt x="5248410" y="6108090"/>
                </a:lnTo>
                <a:lnTo>
                  <a:pt x="5212720" y="6136005"/>
                </a:lnTo>
                <a:lnTo>
                  <a:pt x="5176657" y="6163475"/>
                </a:lnTo>
                <a:lnTo>
                  <a:pt x="5140237" y="6190475"/>
                </a:lnTo>
                <a:lnTo>
                  <a:pt x="5103432" y="6217018"/>
                </a:lnTo>
                <a:lnTo>
                  <a:pt x="5066281" y="6243078"/>
                </a:lnTo>
                <a:lnTo>
                  <a:pt x="5028758" y="6268682"/>
                </a:lnTo>
                <a:lnTo>
                  <a:pt x="4990889" y="6293790"/>
                </a:lnTo>
                <a:lnTo>
                  <a:pt x="4952675" y="6318428"/>
                </a:lnTo>
                <a:lnTo>
                  <a:pt x="4914116" y="6342570"/>
                </a:lnTo>
                <a:lnTo>
                  <a:pt x="4875222" y="6366218"/>
                </a:lnTo>
                <a:lnTo>
                  <a:pt x="4835983" y="6389383"/>
                </a:lnTo>
                <a:lnTo>
                  <a:pt x="4796423" y="6412027"/>
                </a:lnTo>
                <a:lnTo>
                  <a:pt x="4756531" y="6434188"/>
                </a:lnTo>
                <a:lnTo>
                  <a:pt x="4716318" y="6455829"/>
                </a:lnTo>
                <a:lnTo>
                  <a:pt x="4675785" y="6476949"/>
                </a:lnTo>
                <a:lnTo>
                  <a:pt x="4634946" y="6497561"/>
                </a:lnTo>
                <a:lnTo>
                  <a:pt x="4593796" y="6517640"/>
                </a:lnTo>
                <a:lnTo>
                  <a:pt x="4552341" y="6537198"/>
                </a:lnTo>
                <a:lnTo>
                  <a:pt x="4510592" y="6556222"/>
                </a:lnTo>
                <a:lnTo>
                  <a:pt x="4468547" y="6574714"/>
                </a:lnTo>
                <a:lnTo>
                  <a:pt x="4426207" y="6592671"/>
                </a:lnTo>
                <a:lnTo>
                  <a:pt x="4383573" y="6610070"/>
                </a:lnTo>
                <a:lnTo>
                  <a:pt x="4340670" y="6626923"/>
                </a:lnTo>
                <a:lnTo>
                  <a:pt x="4297498" y="6643230"/>
                </a:lnTo>
                <a:lnTo>
                  <a:pt x="4254045" y="6658965"/>
                </a:lnTo>
                <a:lnTo>
                  <a:pt x="4210322" y="6674142"/>
                </a:lnTo>
                <a:lnTo>
                  <a:pt x="4166330" y="6688760"/>
                </a:lnTo>
                <a:lnTo>
                  <a:pt x="4122095" y="6702793"/>
                </a:lnTo>
                <a:lnTo>
                  <a:pt x="4077590" y="6716255"/>
                </a:lnTo>
                <a:lnTo>
                  <a:pt x="4032843" y="6729146"/>
                </a:lnTo>
                <a:lnTo>
                  <a:pt x="3987851" y="6741439"/>
                </a:lnTo>
                <a:lnTo>
                  <a:pt x="3942617" y="6753149"/>
                </a:lnTo>
                <a:lnTo>
                  <a:pt x="3897152" y="6764261"/>
                </a:lnTo>
                <a:lnTo>
                  <a:pt x="3851443" y="6774777"/>
                </a:lnTo>
                <a:lnTo>
                  <a:pt x="3805517" y="6784683"/>
                </a:lnTo>
                <a:lnTo>
                  <a:pt x="3759360" y="6793992"/>
                </a:lnTo>
                <a:lnTo>
                  <a:pt x="3712998" y="6802691"/>
                </a:lnTo>
                <a:lnTo>
                  <a:pt x="3666406" y="6810769"/>
                </a:lnTo>
                <a:lnTo>
                  <a:pt x="3619622" y="6818223"/>
                </a:lnTo>
                <a:lnTo>
                  <a:pt x="3572618" y="6825056"/>
                </a:lnTo>
                <a:lnTo>
                  <a:pt x="3525412" y="6831254"/>
                </a:lnTo>
                <a:lnTo>
                  <a:pt x="3478024" y="6836816"/>
                </a:lnTo>
                <a:lnTo>
                  <a:pt x="3430433" y="6841757"/>
                </a:lnTo>
                <a:lnTo>
                  <a:pt x="3382662" y="6846036"/>
                </a:lnTo>
                <a:lnTo>
                  <a:pt x="3334699" y="6849681"/>
                </a:lnTo>
                <a:lnTo>
                  <a:pt x="3286569" y="6852666"/>
                </a:lnTo>
                <a:lnTo>
                  <a:pt x="3238259" y="6854990"/>
                </a:lnTo>
                <a:lnTo>
                  <a:pt x="3189772" y="6856666"/>
                </a:lnTo>
                <a:lnTo>
                  <a:pt x="3141129" y="6857670"/>
                </a:lnTo>
                <a:lnTo>
                  <a:pt x="3092333" y="6858000"/>
                </a:lnTo>
                <a:lnTo>
                  <a:pt x="3092333" y="5572899"/>
                </a:lnTo>
                <a:lnTo>
                  <a:pt x="0" y="5572899"/>
                </a:lnTo>
                <a:lnTo>
                  <a:pt x="0" y="4287659"/>
                </a:lnTo>
                <a:close/>
                <a:moveTo>
                  <a:pt x="10007107" y="1287183"/>
                </a:moveTo>
                <a:lnTo>
                  <a:pt x="10055915" y="1287513"/>
                </a:lnTo>
                <a:lnTo>
                  <a:pt x="10104558" y="1288516"/>
                </a:lnTo>
                <a:lnTo>
                  <a:pt x="10153034" y="1290193"/>
                </a:lnTo>
                <a:lnTo>
                  <a:pt x="10201342" y="1292517"/>
                </a:lnTo>
                <a:lnTo>
                  <a:pt x="10249485" y="1295514"/>
                </a:lnTo>
                <a:lnTo>
                  <a:pt x="10297435" y="1299146"/>
                </a:lnTo>
                <a:lnTo>
                  <a:pt x="10345206" y="1303439"/>
                </a:lnTo>
                <a:lnTo>
                  <a:pt x="10392798" y="1308366"/>
                </a:lnTo>
                <a:lnTo>
                  <a:pt x="10440198" y="1313929"/>
                </a:lnTo>
                <a:lnTo>
                  <a:pt x="10487393" y="1320139"/>
                </a:lnTo>
                <a:lnTo>
                  <a:pt x="10534395" y="1326972"/>
                </a:lnTo>
                <a:lnTo>
                  <a:pt x="10581192" y="1334427"/>
                </a:lnTo>
                <a:lnTo>
                  <a:pt x="10627771" y="1342504"/>
                </a:lnTo>
                <a:lnTo>
                  <a:pt x="10674146" y="1351191"/>
                </a:lnTo>
                <a:lnTo>
                  <a:pt x="10720304" y="1360500"/>
                </a:lnTo>
                <a:lnTo>
                  <a:pt x="10766230" y="1370406"/>
                </a:lnTo>
                <a:lnTo>
                  <a:pt x="10811926" y="1380921"/>
                </a:lnTo>
                <a:lnTo>
                  <a:pt x="10857404" y="1392034"/>
                </a:lnTo>
                <a:lnTo>
                  <a:pt x="10902638" y="1403743"/>
                </a:lnTo>
                <a:lnTo>
                  <a:pt x="10947629" y="1416050"/>
                </a:lnTo>
                <a:lnTo>
                  <a:pt x="10992377" y="1428927"/>
                </a:lnTo>
                <a:lnTo>
                  <a:pt x="11036868" y="1442389"/>
                </a:lnTo>
                <a:lnTo>
                  <a:pt x="11081116" y="1456436"/>
                </a:lnTo>
                <a:lnTo>
                  <a:pt x="11125095" y="1471041"/>
                </a:lnTo>
                <a:lnTo>
                  <a:pt x="11168818" y="1486217"/>
                </a:lnTo>
                <a:lnTo>
                  <a:pt x="11212273" y="1501965"/>
                </a:lnTo>
                <a:lnTo>
                  <a:pt x="11255457" y="1518259"/>
                </a:lnTo>
                <a:lnTo>
                  <a:pt x="11298361" y="1535112"/>
                </a:lnTo>
                <a:lnTo>
                  <a:pt x="11340982" y="1552524"/>
                </a:lnTo>
                <a:lnTo>
                  <a:pt x="11383321" y="1570469"/>
                </a:lnTo>
                <a:lnTo>
                  <a:pt x="11425365" y="1588960"/>
                </a:lnTo>
                <a:lnTo>
                  <a:pt x="11467116" y="1607985"/>
                </a:lnTo>
                <a:lnTo>
                  <a:pt x="11508571" y="1627543"/>
                </a:lnTo>
                <a:lnTo>
                  <a:pt x="11549718" y="1647621"/>
                </a:lnTo>
                <a:lnTo>
                  <a:pt x="11590572" y="1668233"/>
                </a:lnTo>
                <a:lnTo>
                  <a:pt x="11631092" y="1689366"/>
                </a:lnTo>
                <a:lnTo>
                  <a:pt x="11671305" y="1711007"/>
                </a:lnTo>
                <a:lnTo>
                  <a:pt x="11711198" y="1733156"/>
                </a:lnTo>
                <a:lnTo>
                  <a:pt x="11750770" y="1755813"/>
                </a:lnTo>
                <a:lnTo>
                  <a:pt x="11789996" y="1778965"/>
                </a:lnTo>
                <a:lnTo>
                  <a:pt x="11828902" y="1802625"/>
                </a:lnTo>
                <a:lnTo>
                  <a:pt x="11867462" y="1826768"/>
                </a:lnTo>
                <a:lnTo>
                  <a:pt x="11905677" y="1851393"/>
                </a:lnTo>
                <a:lnTo>
                  <a:pt x="11943545" y="1876513"/>
                </a:lnTo>
                <a:lnTo>
                  <a:pt x="11981054" y="1902104"/>
                </a:lnTo>
                <a:lnTo>
                  <a:pt x="12018218" y="1928177"/>
                </a:lnTo>
                <a:lnTo>
                  <a:pt x="12055010" y="1954707"/>
                </a:lnTo>
                <a:lnTo>
                  <a:pt x="12091444" y="1981708"/>
                </a:lnTo>
                <a:lnTo>
                  <a:pt x="12127507" y="2009178"/>
                </a:lnTo>
                <a:lnTo>
                  <a:pt x="12163184" y="2037092"/>
                </a:lnTo>
                <a:lnTo>
                  <a:pt x="12192000" y="2060249"/>
                </a:lnTo>
                <a:lnTo>
                  <a:pt x="12192000" y="4714710"/>
                </a:lnTo>
                <a:lnTo>
                  <a:pt x="12167975" y="4714710"/>
                </a:lnTo>
                <a:lnTo>
                  <a:pt x="12167438" y="4666285"/>
                </a:lnTo>
                <a:lnTo>
                  <a:pt x="12165811" y="4618126"/>
                </a:lnTo>
                <a:lnTo>
                  <a:pt x="12163120" y="4570247"/>
                </a:lnTo>
                <a:lnTo>
                  <a:pt x="12159367" y="4522635"/>
                </a:lnTo>
                <a:lnTo>
                  <a:pt x="12154576" y="4475327"/>
                </a:lnTo>
                <a:lnTo>
                  <a:pt x="12148746" y="4428312"/>
                </a:lnTo>
                <a:lnTo>
                  <a:pt x="12141893" y="4381627"/>
                </a:lnTo>
                <a:lnTo>
                  <a:pt x="12134040" y="4335272"/>
                </a:lnTo>
                <a:lnTo>
                  <a:pt x="12125174" y="4289247"/>
                </a:lnTo>
                <a:lnTo>
                  <a:pt x="12115323" y="4243578"/>
                </a:lnTo>
                <a:lnTo>
                  <a:pt x="12104499" y="4198264"/>
                </a:lnTo>
                <a:lnTo>
                  <a:pt x="12092713" y="4153331"/>
                </a:lnTo>
                <a:lnTo>
                  <a:pt x="12079966" y="4108780"/>
                </a:lnTo>
                <a:lnTo>
                  <a:pt x="12066284" y="4064622"/>
                </a:lnTo>
                <a:lnTo>
                  <a:pt x="12051679" y="4020870"/>
                </a:lnTo>
                <a:lnTo>
                  <a:pt x="12036140" y="3977551"/>
                </a:lnTo>
                <a:lnTo>
                  <a:pt x="12019704" y="3934650"/>
                </a:lnTo>
                <a:lnTo>
                  <a:pt x="12002371" y="3892194"/>
                </a:lnTo>
                <a:lnTo>
                  <a:pt x="11984155" y="3850195"/>
                </a:lnTo>
                <a:lnTo>
                  <a:pt x="11965054" y="3808666"/>
                </a:lnTo>
                <a:lnTo>
                  <a:pt x="11945108" y="3767607"/>
                </a:lnTo>
                <a:lnTo>
                  <a:pt x="11924303" y="3727031"/>
                </a:lnTo>
                <a:lnTo>
                  <a:pt x="11902666" y="3686962"/>
                </a:lnTo>
                <a:lnTo>
                  <a:pt x="11880196" y="3647402"/>
                </a:lnTo>
                <a:lnTo>
                  <a:pt x="11856919" y="3608362"/>
                </a:lnTo>
                <a:lnTo>
                  <a:pt x="11832835" y="3569855"/>
                </a:lnTo>
                <a:lnTo>
                  <a:pt x="11807957" y="3531895"/>
                </a:lnTo>
                <a:lnTo>
                  <a:pt x="11782297" y="3494494"/>
                </a:lnTo>
                <a:lnTo>
                  <a:pt x="11755881" y="3457651"/>
                </a:lnTo>
                <a:lnTo>
                  <a:pt x="11728697" y="3421392"/>
                </a:lnTo>
                <a:lnTo>
                  <a:pt x="11700769" y="3385731"/>
                </a:lnTo>
                <a:lnTo>
                  <a:pt x="11672112" y="3350666"/>
                </a:lnTo>
                <a:lnTo>
                  <a:pt x="11642724" y="3316224"/>
                </a:lnTo>
                <a:lnTo>
                  <a:pt x="11612632" y="3282391"/>
                </a:lnTo>
                <a:lnTo>
                  <a:pt x="11581835" y="3249206"/>
                </a:lnTo>
                <a:lnTo>
                  <a:pt x="11550347" y="3216669"/>
                </a:lnTo>
                <a:lnTo>
                  <a:pt x="11518192" y="3184779"/>
                </a:lnTo>
                <a:lnTo>
                  <a:pt x="11485370" y="3153575"/>
                </a:lnTo>
                <a:lnTo>
                  <a:pt x="11451883" y="3123044"/>
                </a:lnTo>
                <a:lnTo>
                  <a:pt x="11417768" y="3093213"/>
                </a:lnTo>
                <a:lnTo>
                  <a:pt x="11383013" y="3064078"/>
                </a:lnTo>
                <a:lnTo>
                  <a:pt x="11347643" y="3035669"/>
                </a:lnTo>
                <a:lnTo>
                  <a:pt x="11311671" y="3007982"/>
                </a:lnTo>
                <a:lnTo>
                  <a:pt x="11275096" y="2981033"/>
                </a:lnTo>
                <a:lnTo>
                  <a:pt x="11237945" y="2954832"/>
                </a:lnTo>
                <a:lnTo>
                  <a:pt x="11200218" y="2929394"/>
                </a:lnTo>
                <a:lnTo>
                  <a:pt x="11161927" y="2904744"/>
                </a:lnTo>
                <a:lnTo>
                  <a:pt x="11123084" y="2880868"/>
                </a:lnTo>
                <a:lnTo>
                  <a:pt x="11083704" y="2857779"/>
                </a:lnTo>
                <a:lnTo>
                  <a:pt x="11043799" y="2835516"/>
                </a:lnTo>
                <a:lnTo>
                  <a:pt x="11003381" y="2814053"/>
                </a:lnTo>
                <a:lnTo>
                  <a:pt x="10962451" y="2793441"/>
                </a:lnTo>
                <a:lnTo>
                  <a:pt x="10921034" y="2773654"/>
                </a:lnTo>
                <a:lnTo>
                  <a:pt x="10879143" y="2754731"/>
                </a:lnTo>
                <a:lnTo>
                  <a:pt x="10836765" y="2736672"/>
                </a:lnTo>
                <a:lnTo>
                  <a:pt x="10793952" y="2719489"/>
                </a:lnTo>
                <a:lnTo>
                  <a:pt x="10750677" y="2703196"/>
                </a:lnTo>
                <a:lnTo>
                  <a:pt x="10706968" y="2687790"/>
                </a:lnTo>
                <a:lnTo>
                  <a:pt x="10662848" y="2673300"/>
                </a:lnTo>
                <a:lnTo>
                  <a:pt x="10618305" y="2659735"/>
                </a:lnTo>
                <a:lnTo>
                  <a:pt x="10573364" y="2647111"/>
                </a:lnTo>
                <a:lnTo>
                  <a:pt x="10528041" y="2635415"/>
                </a:lnTo>
                <a:lnTo>
                  <a:pt x="10482345" y="2624683"/>
                </a:lnTo>
                <a:lnTo>
                  <a:pt x="10436265" y="2614930"/>
                </a:lnTo>
                <a:lnTo>
                  <a:pt x="10389852" y="2606141"/>
                </a:lnTo>
                <a:lnTo>
                  <a:pt x="10343080" y="2598343"/>
                </a:lnTo>
                <a:lnTo>
                  <a:pt x="10295988" y="2591562"/>
                </a:lnTo>
                <a:lnTo>
                  <a:pt x="10248575" y="2585783"/>
                </a:lnTo>
                <a:lnTo>
                  <a:pt x="10200843" y="2581033"/>
                </a:lnTo>
                <a:lnTo>
                  <a:pt x="10152829" y="2577312"/>
                </a:lnTo>
                <a:lnTo>
                  <a:pt x="10104519" y="2574645"/>
                </a:lnTo>
                <a:lnTo>
                  <a:pt x="10055941" y="2573032"/>
                </a:lnTo>
                <a:lnTo>
                  <a:pt x="10007107" y="2572499"/>
                </a:lnTo>
                <a:close/>
                <a:moveTo>
                  <a:pt x="6549733" y="0"/>
                </a:moveTo>
                <a:lnTo>
                  <a:pt x="10007107" y="0"/>
                </a:lnTo>
                <a:lnTo>
                  <a:pt x="10007107" y="1285252"/>
                </a:lnTo>
                <a:lnTo>
                  <a:pt x="7846264" y="1285252"/>
                </a:lnTo>
                <a:lnTo>
                  <a:pt x="7846264" y="3427742"/>
                </a:lnTo>
                <a:lnTo>
                  <a:pt x="6549733" y="3427742"/>
                </a:lnTo>
                <a:lnTo>
                  <a:pt x="6549733" y="1285252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>
            <a:noAutofit/>
          </a:bodyPr>
          <a:lstStyle/>
          <a:p>
            <a:endParaRPr>
              <a:latin typeface="Arial" panose="020B0604020202020204" pitchFamily="34" charset="0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84AE2E5-313F-8ADE-BDDC-06E38B7E94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CD602E07-C281-4409-A9EA-EC31ABE6903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8EB0E77-E4AE-48FA-F8A9-5EFCD335ED9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6879" y="1714500"/>
            <a:ext cx="5198121" cy="4457700"/>
          </a:xfrm>
          <a:prstGeom prst="rect">
            <a:avLst/>
          </a:prstGeom>
        </p:spPr>
        <p:txBody>
          <a:bodyPr lIns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65225" indent="-266700" defTabSz="107632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□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27175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−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5265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E3AE829-B643-F0C2-854A-1C7E695E8104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6485878" y="1714500"/>
            <a:ext cx="5190186" cy="4457700"/>
          </a:xfrm>
          <a:prstGeom prst="rect">
            <a:avLst/>
          </a:prstGeom>
        </p:spPr>
        <p:txBody>
          <a:bodyPr lIns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65225" indent="-266700" defTabSz="107632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□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27175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−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5265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C832F59-F091-C855-93E5-A8E52E12E1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6879" y="514090"/>
            <a:ext cx="11159184" cy="487911"/>
          </a:xfrm>
          <a:prstGeom prst="rect">
            <a:avLst/>
          </a:prstGeom>
        </p:spPr>
        <p:txBody>
          <a:bodyPr lIns="0" tIns="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3000"/>
            </a:lvl1pPr>
          </a:lstStyle>
          <a:p>
            <a:r>
              <a:rPr lang="en-US"/>
              <a:t>Click to add title (Font size 30)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1C262EE-AF4D-C820-EFA4-ED11E808E9BC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516313" y="1018627"/>
            <a:ext cx="11159186" cy="452986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000">
                <a:latin typeface="Arial" panose="020B0604020202020204" pitchFamily="34" charset="0"/>
              </a:defRPr>
            </a:lvl1pPr>
            <a:lvl2pPr marL="268288" indent="0">
              <a:buNone/>
              <a:defRPr sz="2000">
                <a:latin typeface="Arial" panose="020B0604020202020204" pitchFamily="34" charset="0"/>
              </a:defRPr>
            </a:lvl2pPr>
            <a:lvl3pPr marL="879475" indent="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2000">
                <a:latin typeface="Arial" panose="020B0604020202020204" pitchFamily="34" charset="0"/>
              </a:defRPr>
            </a:lvl3pPr>
            <a:lvl4pPr marL="1327150" indent="0">
              <a:buNone/>
              <a:defRPr sz="2000">
                <a:latin typeface="Arial" panose="020B0604020202020204" pitchFamily="34" charset="0"/>
              </a:defRPr>
            </a:lvl4pPr>
            <a:lvl5pPr marL="1700213" indent="0">
              <a:buFont typeface="Courier New" panose="02070309020205020404" pitchFamily="49" charset="0"/>
              <a:buNone/>
              <a:defRPr sz="2000">
                <a:latin typeface="Arial" panose="020B0604020202020204" pitchFamily="34" charset="0"/>
              </a:defRPr>
            </a:lvl5pPr>
            <a:lvl6pPr>
              <a:defRPr>
                <a:latin typeface="Arial" panose="020B0604020202020204" pitchFamily="34" charset="0"/>
              </a:defRPr>
            </a:lvl6pPr>
            <a:lvl7pPr>
              <a:defRPr>
                <a:latin typeface="Arial" panose="020B0604020202020204" pitchFamily="34" charset="0"/>
              </a:defRPr>
            </a:lvl7pPr>
            <a:lvl8pPr>
              <a:defRPr>
                <a:latin typeface="Arial" panose="020B0604020202020204" pitchFamily="34" charset="0"/>
              </a:defRPr>
            </a:lvl8pPr>
            <a:lvl9pPr>
              <a:defRPr>
                <a:latin typeface="Arial" panose="020B0604020202020204" pitchFamily="34" charset="0"/>
              </a:defRPr>
            </a:lvl9pPr>
          </a:lstStyle>
          <a:p>
            <a:pPr lvl="0"/>
            <a:r>
              <a:rPr lang="en-GB"/>
              <a:t>Click to add Sub-title</a:t>
            </a:r>
          </a:p>
        </p:txBody>
      </p:sp>
    </p:spTree>
    <p:extLst>
      <p:ext uri="{BB962C8B-B14F-4D97-AF65-F5344CB8AC3E}">
        <p14:creationId xmlns:p14="http://schemas.microsoft.com/office/powerpoint/2010/main" val="40563422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927">
          <p15:clr>
            <a:srgbClr val="A4A3A4"/>
          </p15:clr>
        </p15:guide>
        <p15:guide id="5" orient="horz" pos="1073">
          <p15:clr>
            <a:srgbClr val="A4A3A4"/>
          </p15:clr>
        </p15:guide>
        <p15:guide id="6" orient="horz" pos="3888">
          <p15:clr>
            <a:srgbClr val="A4A3A4"/>
          </p15:clr>
        </p15:guide>
        <p15:guide id="7" pos="4080">
          <p15:clr>
            <a:srgbClr val="A4A3A4"/>
          </p15:clr>
        </p15:guide>
        <p15:guide id="8" pos="3600">
          <p15:clr>
            <a:srgbClr val="A4A3A4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Pattern(For less conten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FD02F7A2-E485-58D8-4EF0-018DA9C06BD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2145170 h 6858000"/>
              <a:gd name="connsiteX1" fmla="*/ 931465 w 12192000"/>
              <a:gd name="connsiteY1" fmla="*/ 2145170 h 6858000"/>
              <a:gd name="connsiteX2" fmla="*/ 931465 w 12192000"/>
              <a:gd name="connsiteY2" fmla="*/ 4287659 h 6858000"/>
              <a:gd name="connsiteX3" fmla="*/ 3092333 w 12192000"/>
              <a:gd name="connsiteY3" fmla="*/ 4287659 h 6858000"/>
              <a:gd name="connsiteX4" fmla="*/ 3092333 w 12192000"/>
              <a:gd name="connsiteY4" fmla="*/ 5572696 h 6858000"/>
              <a:gd name="connsiteX5" fmla="*/ 3141168 w 12192000"/>
              <a:gd name="connsiteY5" fmla="*/ 5572150 h 6858000"/>
              <a:gd name="connsiteX6" fmla="*/ 3189745 w 12192000"/>
              <a:gd name="connsiteY6" fmla="*/ 5570550 h 6858000"/>
              <a:gd name="connsiteX7" fmla="*/ 3238055 w 12192000"/>
              <a:gd name="connsiteY7" fmla="*/ 5567870 h 6858000"/>
              <a:gd name="connsiteX8" fmla="*/ 3286069 w 12192000"/>
              <a:gd name="connsiteY8" fmla="*/ 5564162 h 6858000"/>
              <a:gd name="connsiteX9" fmla="*/ 3333802 w 12192000"/>
              <a:gd name="connsiteY9" fmla="*/ 5559399 h 6858000"/>
              <a:gd name="connsiteX10" fmla="*/ 3381215 w 12192000"/>
              <a:gd name="connsiteY10" fmla="*/ 5553634 h 6858000"/>
              <a:gd name="connsiteX11" fmla="*/ 3428306 w 12192000"/>
              <a:gd name="connsiteY11" fmla="*/ 5546839 h 6858000"/>
              <a:gd name="connsiteX12" fmla="*/ 3475077 w 12192000"/>
              <a:gd name="connsiteY12" fmla="*/ 5539041 h 6858000"/>
              <a:gd name="connsiteX13" fmla="*/ 3521504 w 12192000"/>
              <a:gd name="connsiteY13" fmla="*/ 5530266 h 6858000"/>
              <a:gd name="connsiteX14" fmla="*/ 3567571 w 12192000"/>
              <a:gd name="connsiteY14" fmla="*/ 5520499 h 6858000"/>
              <a:gd name="connsiteX15" fmla="*/ 3613266 w 12192000"/>
              <a:gd name="connsiteY15" fmla="*/ 5509768 h 6858000"/>
              <a:gd name="connsiteX16" fmla="*/ 3658604 w 12192000"/>
              <a:gd name="connsiteY16" fmla="*/ 5498084 h 6858000"/>
              <a:gd name="connsiteX17" fmla="*/ 3703544 w 12192000"/>
              <a:gd name="connsiteY17" fmla="*/ 5485447 h 6858000"/>
              <a:gd name="connsiteX18" fmla="*/ 3748073 w 12192000"/>
              <a:gd name="connsiteY18" fmla="*/ 5471884 h 6858000"/>
              <a:gd name="connsiteX19" fmla="*/ 3792207 w 12192000"/>
              <a:gd name="connsiteY19" fmla="*/ 5457393 h 6858000"/>
              <a:gd name="connsiteX20" fmla="*/ 3835916 w 12192000"/>
              <a:gd name="connsiteY20" fmla="*/ 5442001 h 6858000"/>
              <a:gd name="connsiteX21" fmla="*/ 3879178 w 12192000"/>
              <a:gd name="connsiteY21" fmla="*/ 5425694 h 6858000"/>
              <a:gd name="connsiteX22" fmla="*/ 3922004 w 12192000"/>
              <a:gd name="connsiteY22" fmla="*/ 5408511 h 6858000"/>
              <a:gd name="connsiteX23" fmla="*/ 3964369 w 12192000"/>
              <a:gd name="connsiteY23" fmla="*/ 5390451 h 6858000"/>
              <a:gd name="connsiteX24" fmla="*/ 4006273 w 12192000"/>
              <a:gd name="connsiteY24" fmla="*/ 5371528 h 6858000"/>
              <a:gd name="connsiteX25" fmla="*/ 4047690 w 12192000"/>
              <a:gd name="connsiteY25" fmla="*/ 5351742 h 6858000"/>
              <a:gd name="connsiteX26" fmla="*/ 4088608 w 12192000"/>
              <a:gd name="connsiteY26" fmla="*/ 5331130 h 6858000"/>
              <a:gd name="connsiteX27" fmla="*/ 4129038 w 12192000"/>
              <a:gd name="connsiteY27" fmla="*/ 5309667 h 6858000"/>
              <a:gd name="connsiteX28" fmla="*/ 4168944 w 12192000"/>
              <a:gd name="connsiteY28" fmla="*/ 5287403 h 6858000"/>
              <a:gd name="connsiteX29" fmla="*/ 4208310 w 12192000"/>
              <a:gd name="connsiteY29" fmla="*/ 5264315 h 6858000"/>
              <a:gd name="connsiteX30" fmla="*/ 4247152 w 12192000"/>
              <a:gd name="connsiteY30" fmla="*/ 5240452 h 6858000"/>
              <a:gd name="connsiteX31" fmla="*/ 4285443 w 12192000"/>
              <a:gd name="connsiteY31" fmla="*/ 5215788 h 6858000"/>
              <a:gd name="connsiteX32" fmla="*/ 4323184 w 12192000"/>
              <a:gd name="connsiteY32" fmla="*/ 5190350 h 6858000"/>
              <a:gd name="connsiteX33" fmla="*/ 4360335 w 12192000"/>
              <a:gd name="connsiteY33" fmla="*/ 5164150 h 6858000"/>
              <a:gd name="connsiteX34" fmla="*/ 4396909 w 12192000"/>
              <a:gd name="connsiteY34" fmla="*/ 5137201 h 6858000"/>
              <a:gd name="connsiteX35" fmla="*/ 4432882 w 12192000"/>
              <a:gd name="connsiteY35" fmla="*/ 5109515 h 6858000"/>
              <a:gd name="connsiteX36" fmla="*/ 4468251 w 12192000"/>
              <a:gd name="connsiteY36" fmla="*/ 5081105 h 6858000"/>
              <a:gd name="connsiteX37" fmla="*/ 4503008 w 12192000"/>
              <a:gd name="connsiteY37" fmla="*/ 5051971 h 6858000"/>
              <a:gd name="connsiteX38" fmla="*/ 4537123 w 12192000"/>
              <a:gd name="connsiteY38" fmla="*/ 5022139 h 6858000"/>
              <a:gd name="connsiteX39" fmla="*/ 4570597 w 12192000"/>
              <a:gd name="connsiteY39" fmla="*/ 4991608 h 6858000"/>
              <a:gd name="connsiteX40" fmla="*/ 4603430 w 12192000"/>
              <a:gd name="connsiteY40" fmla="*/ 4960404 h 6858000"/>
              <a:gd name="connsiteX41" fmla="*/ 4635585 w 12192000"/>
              <a:gd name="connsiteY41" fmla="*/ 4928514 h 6858000"/>
              <a:gd name="connsiteX42" fmla="*/ 4667073 w 12192000"/>
              <a:gd name="connsiteY42" fmla="*/ 4895977 h 6858000"/>
              <a:gd name="connsiteX43" fmla="*/ 4697858 w 12192000"/>
              <a:gd name="connsiteY43" fmla="*/ 4862792 h 6858000"/>
              <a:gd name="connsiteX44" fmla="*/ 4727963 w 12192000"/>
              <a:gd name="connsiteY44" fmla="*/ 4828959 h 6858000"/>
              <a:gd name="connsiteX45" fmla="*/ 4757339 w 12192000"/>
              <a:gd name="connsiteY45" fmla="*/ 4794516 h 6858000"/>
              <a:gd name="connsiteX46" fmla="*/ 4786008 w 12192000"/>
              <a:gd name="connsiteY46" fmla="*/ 4759452 h 6858000"/>
              <a:gd name="connsiteX47" fmla="*/ 4813935 w 12192000"/>
              <a:gd name="connsiteY47" fmla="*/ 4723777 h 6858000"/>
              <a:gd name="connsiteX48" fmla="*/ 4841121 w 12192000"/>
              <a:gd name="connsiteY48" fmla="*/ 4687532 h 6858000"/>
              <a:gd name="connsiteX49" fmla="*/ 4867535 w 12192000"/>
              <a:gd name="connsiteY49" fmla="*/ 4650689 h 6858000"/>
              <a:gd name="connsiteX50" fmla="*/ 4893195 w 12192000"/>
              <a:gd name="connsiteY50" fmla="*/ 4613287 h 6858000"/>
              <a:gd name="connsiteX51" fmla="*/ 4918075 w 12192000"/>
              <a:gd name="connsiteY51" fmla="*/ 4575327 h 6858000"/>
              <a:gd name="connsiteX52" fmla="*/ 4942158 w 12192000"/>
              <a:gd name="connsiteY52" fmla="*/ 4536821 h 6858000"/>
              <a:gd name="connsiteX53" fmla="*/ 4965434 w 12192000"/>
              <a:gd name="connsiteY53" fmla="*/ 4497781 h 6858000"/>
              <a:gd name="connsiteX54" fmla="*/ 4987905 w 12192000"/>
              <a:gd name="connsiteY54" fmla="*/ 4458220 h 6858000"/>
              <a:gd name="connsiteX55" fmla="*/ 5009542 w 12192000"/>
              <a:gd name="connsiteY55" fmla="*/ 4418152 h 6858000"/>
              <a:gd name="connsiteX56" fmla="*/ 5030347 w 12192000"/>
              <a:gd name="connsiteY56" fmla="*/ 4377575 h 6858000"/>
              <a:gd name="connsiteX57" fmla="*/ 5050293 w 12192000"/>
              <a:gd name="connsiteY57" fmla="*/ 4336516 h 6858000"/>
              <a:gd name="connsiteX58" fmla="*/ 5069380 w 12192000"/>
              <a:gd name="connsiteY58" fmla="*/ 4294987 h 6858000"/>
              <a:gd name="connsiteX59" fmla="*/ 5087599 w 12192000"/>
              <a:gd name="connsiteY59" fmla="*/ 4252988 h 6858000"/>
              <a:gd name="connsiteX60" fmla="*/ 5104943 w 12192000"/>
              <a:gd name="connsiteY60" fmla="*/ 4210532 h 6858000"/>
              <a:gd name="connsiteX61" fmla="*/ 5121381 w 12192000"/>
              <a:gd name="connsiteY61" fmla="*/ 4167632 h 6858000"/>
              <a:gd name="connsiteX62" fmla="*/ 5136906 w 12192000"/>
              <a:gd name="connsiteY62" fmla="*/ 4124312 h 6858000"/>
              <a:gd name="connsiteX63" fmla="*/ 5151523 w 12192000"/>
              <a:gd name="connsiteY63" fmla="*/ 4080560 h 6858000"/>
              <a:gd name="connsiteX64" fmla="*/ 5165204 w 12192000"/>
              <a:gd name="connsiteY64" fmla="*/ 4036403 h 6858000"/>
              <a:gd name="connsiteX65" fmla="*/ 5177951 w 12192000"/>
              <a:gd name="connsiteY65" fmla="*/ 3991851 h 6858000"/>
              <a:gd name="connsiteX66" fmla="*/ 5189738 w 12192000"/>
              <a:gd name="connsiteY66" fmla="*/ 3946918 h 6858000"/>
              <a:gd name="connsiteX67" fmla="*/ 5200562 w 12192000"/>
              <a:gd name="connsiteY67" fmla="*/ 3901605 h 6858000"/>
              <a:gd name="connsiteX68" fmla="*/ 5210414 w 12192000"/>
              <a:gd name="connsiteY68" fmla="*/ 3855936 h 6858000"/>
              <a:gd name="connsiteX69" fmla="*/ 5219266 w 12192000"/>
              <a:gd name="connsiteY69" fmla="*/ 3809911 h 6858000"/>
              <a:gd name="connsiteX70" fmla="*/ 5227132 w 12192000"/>
              <a:gd name="connsiteY70" fmla="*/ 3763556 h 6858000"/>
              <a:gd name="connsiteX71" fmla="*/ 5233986 w 12192000"/>
              <a:gd name="connsiteY71" fmla="*/ 3716871 h 6858000"/>
              <a:gd name="connsiteX72" fmla="*/ 5239801 w 12192000"/>
              <a:gd name="connsiteY72" fmla="*/ 3669855 h 6858000"/>
              <a:gd name="connsiteX73" fmla="*/ 5244605 w 12192000"/>
              <a:gd name="connsiteY73" fmla="*/ 3622548 h 6858000"/>
              <a:gd name="connsiteX74" fmla="*/ 5248346 w 12192000"/>
              <a:gd name="connsiteY74" fmla="*/ 3574948 h 6858000"/>
              <a:gd name="connsiteX75" fmla="*/ 5251049 w 12192000"/>
              <a:gd name="connsiteY75" fmla="*/ 3527056 h 6858000"/>
              <a:gd name="connsiteX76" fmla="*/ 5252663 w 12192000"/>
              <a:gd name="connsiteY76" fmla="*/ 3478898 h 6858000"/>
              <a:gd name="connsiteX77" fmla="*/ 5253214 w 12192000"/>
              <a:gd name="connsiteY77" fmla="*/ 3430486 h 6858000"/>
              <a:gd name="connsiteX78" fmla="*/ 6549733 w 12192000"/>
              <a:gd name="connsiteY78" fmla="*/ 3430486 h 6858000"/>
              <a:gd name="connsiteX79" fmla="*/ 6549387 w 12192000"/>
              <a:gd name="connsiteY79" fmla="*/ 3478860 h 6858000"/>
              <a:gd name="connsiteX80" fmla="*/ 6548374 w 12192000"/>
              <a:gd name="connsiteY80" fmla="*/ 3527082 h 6858000"/>
              <a:gd name="connsiteX81" fmla="*/ 6546684 w 12192000"/>
              <a:gd name="connsiteY81" fmla="*/ 3575151 h 6858000"/>
              <a:gd name="connsiteX82" fmla="*/ 6544339 w 12192000"/>
              <a:gd name="connsiteY82" fmla="*/ 3623043 h 6858000"/>
              <a:gd name="connsiteX83" fmla="*/ 6541328 w 12192000"/>
              <a:gd name="connsiteY83" fmla="*/ 3670757 h 6858000"/>
              <a:gd name="connsiteX84" fmla="*/ 6537652 w 12192000"/>
              <a:gd name="connsiteY84" fmla="*/ 3718306 h 6858000"/>
              <a:gd name="connsiteX85" fmla="*/ 6533335 w 12192000"/>
              <a:gd name="connsiteY85" fmla="*/ 3765664 h 6858000"/>
              <a:gd name="connsiteX86" fmla="*/ 6528351 w 12192000"/>
              <a:gd name="connsiteY86" fmla="*/ 3812844 h 6858000"/>
              <a:gd name="connsiteX87" fmla="*/ 6522741 w 12192000"/>
              <a:gd name="connsiteY87" fmla="*/ 3859822 h 6858000"/>
              <a:gd name="connsiteX88" fmla="*/ 6516489 w 12192000"/>
              <a:gd name="connsiteY88" fmla="*/ 3906621 h 6858000"/>
              <a:gd name="connsiteX89" fmla="*/ 6509596 w 12192000"/>
              <a:gd name="connsiteY89" fmla="*/ 3953218 h 6858000"/>
              <a:gd name="connsiteX90" fmla="*/ 6502077 w 12192000"/>
              <a:gd name="connsiteY90" fmla="*/ 3999598 h 6858000"/>
              <a:gd name="connsiteX91" fmla="*/ 6493929 w 12192000"/>
              <a:gd name="connsiteY91" fmla="*/ 4045788 h 6858000"/>
              <a:gd name="connsiteX92" fmla="*/ 6485154 w 12192000"/>
              <a:gd name="connsiteY92" fmla="*/ 4091749 h 6858000"/>
              <a:gd name="connsiteX93" fmla="*/ 6475764 w 12192000"/>
              <a:gd name="connsiteY93" fmla="*/ 4137507 h 6858000"/>
              <a:gd name="connsiteX94" fmla="*/ 6465772 w 12192000"/>
              <a:gd name="connsiteY94" fmla="*/ 4183037 h 6858000"/>
              <a:gd name="connsiteX95" fmla="*/ 6455164 w 12192000"/>
              <a:gd name="connsiteY95" fmla="*/ 4228350 h 6858000"/>
              <a:gd name="connsiteX96" fmla="*/ 6443955 w 12192000"/>
              <a:gd name="connsiteY96" fmla="*/ 4273423 h 6858000"/>
              <a:gd name="connsiteX97" fmla="*/ 6432143 w 12192000"/>
              <a:gd name="connsiteY97" fmla="*/ 4318266 h 6858000"/>
              <a:gd name="connsiteX98" fmla="*/ 6419743 w 12192000"/>
              <a:gd name="connsiteY98" fmla="*/ 4362869 h 6858000"/>
              <a:gd name="connsiteX99" fmla="*/ 6406740 w 12192000"/>
              <a:gd name="connsiteY99" fmla="*/ 4407230 h 6858000"/>
              <a:gd name="connsiteX100" fmla="*/ 6393161 w 12192000"/>
              <a:gd name="connsiteY100" fmla="*/ 4451350 h 6858000"/>
              <a:gd name="connsiteX101" fmla="*/ 6379005 w 12192000"/>
              <a:gd name="connsiteY101" fmla="*/ 4495203 h 6858000"/>
              <a:gd name="connsiteX102" fmla="*/ 6364260 w 12192000"/>
              <a:gd name="connsiteY102" fmla="*/ 4538815 h 6858000"/>
              <a:gd name="connsiteX103" fmla="*/ 6348951 w 12192000"/>
              <a:gd name="connsiteY103" fmla="*/ 4582160 h 6858000"/>
              <a:gd name="connsiteX104" fmla="*/ 6333079 w 12192000"/>
              <a:gd name="connsiteY104" fmla="*/ 4625238 h 6858000"/>
              <a:gd name="connsiteX105" fmla="*/ 6316629 w 12192000"/>
              <a:gd name="connsiteY105" fmla="*/ 4668037 h 6858000"/>
              <a:gd name="connsiteX106" fmla="*/ 6299629 w 12192000"/>
              <a:gd name="connsiteY106" fmla="*/ 4710569 h 6858000"/>
              <a:gd name="connsiteX107" fmla="*/ 6282078 w 12192000"/>
              <a:gd name="connsiteY107" fmla="*/ 4752835 h 6858000"/>
              <a:gd name="connsiteX108" fmla="*/ 6263965 w 12192000"/>
              <a:gd name="connsiteY108" fmla="*/ 4794809 h 6858000"/>
              <a:gd name="connsiteX109" fmla="*/ 6245312 w 12192000"/>
              <a:gd name="connsiteY109" fmla="*/ 4836490 h 6858000"/>
              <a:gd name="connsiteX110" fmla="*/ 6226122 w 12192000"/>
              <a:gd name="connsiteY110" fmla="*/ 4877879 h 6858000"/>
              <a:gd name="connsiteX111" fmla="*/ 6206394 w 12192000"/>
              <a:gd name="connsiteY111" fmla="*/ 4918976 h 6858000"/>
              <a:gd name="connsiteX112" fmla="*/ 6186140 w 12192000"/>
              <a:gd name="connsiteY112" fmla="*/ 4959769 h 6858000"/>
              <a:gd name="connsiteX113" fmla="*/ 6165348 w 12192000"/>
              <a:gd name="connsiteY113" fmla="*/ 5000256 h 6858000"/>
              <a:gd name="connsiteX114" fmla="*/ 6144044 w 12192000"/>
              <a:gd name="connsiteY114" fmla="*/ 5040439 h 6858000"/>
              <a:gd name="connsiteX115" fmla="*/ 6122214 w 12192000"/>
              <a:gd name="connsiteY115" fmla="*/ 5080305 h 6858000"/>
              <a:gd name="connsiteX116" fmla="*/ 6099861 w 12192000"/>
              <a:gd name="connsiteY116" fmla="*/ 5119852 h 6858000"/>
              <a:gd name="connsiteX117" fmla="*/ 6077018 w 12192000"/>
              <a:gd name="connsiteY117" fmla="*/ 5159070 h 6858000"/>
              <a:gd name="connsiteX118" fmla="*/ 6053652 w 12192000"/>
              <a:gd name="connsiteY118" fmla="*/ 5197970 h 6858000"/>
              <a:gd name="connsiteX119" fmla="*/ 6029798 w 12192000"/>
              <a:gd name="connsiteY119" fmla="*/ 5236527 h 6858000"/>
              <a:gd name="connsiteX120" fmla="*/ 6005445 w 12192000"/>
              <a:gd name="connsiteY120" fmla="*/ 5274754 h 6858000"/>
              <a:gd name="connsiteX121" fmla="*/ 5980593 w 12192000"/>
              <a:gd name="connsiteY121" fmla="*/ 5312638 h 6858000"/>
              <a:gd name="connsiteX122" fmla="*/ 5955266 w 12192000"/>
              <a:gd name="connsiteY122" fmla="*/ 5350180 h 6858000"/>
              <a:gd name="connsiteX123" fmla="*/ 5929439 w 12192000"/>
              <a:gd name="connsiteY123" fmla="*/ 5387378 h 6858000"/>
              <a:gd name="connsiteX124" fmla="*/ 5903151 w 12192000"/>
              <a:gd name="connsiteY124" fmla="*/ 5424208 h 6858000"/>
              <a:gd name="connsiteX125" fmla="*/ 5876378 w 12192000"/>
              <a:gd name="connsiteY125" fmla="*/ 5460695 h 6858000"/>
              <a:gd name="connsiteX126" fmla="*/ 5849143 w 12192000"/>
              <a:gd name="connsiteY126" fmla="*/ 5496801 h 6858000"/>
              <a:gd name="connsiteX127" fmla="*/ 5821432 w 12192000"/>
              <a:gd name="connsiteY127" fmla="*/ 5532552 h 6858000"/>
              <a:gd name="connsiteX128" fmla="*/ 5793274 w 12192000"/>
              <a:gd name="connsiteY128" fmla="*/ 5567934 h 6858000"/>
              <a:gd name="connsiteX129" fmla="*/ 5764655 w 12192000"/>
              <a:gd name="connsiteY129" fmla="*/ 5602922 h 6858000"/>
              <a:gd name="connsiteX130" fmla="*/ 5735588 w 12192000"/>
              <a:gd name="connsiteY130" fmla="*/ 5637542 h 6858000"/>
              <a:gd name="connsiteX131" fmla="*/ 5706072 w 12192000"/>
              <a:gd name="connsiteY131" fmla="*/ 5671782 h 6858000"/>
              <a:gd name="connsiteX132" fmla="*/ 5676108 w 12192000"/>
              <a:gd name="connsiteY132" fmla="*/ 5705627 h 6858000"/>
              <a:gd name="connsiteX133" fmla="*/ 5645708 w 12192000"/>
              <a:gd name="connsiteY133" fmla="*/ 5739066 h 6858000"/>
              <a:gd name="connsiteX134" fmla="*/ 5614873 w 12192000"/>
              <a:gd name="connsiteY134" fmla="*/ 5772124 h 6858000"/>
              <a:gd name="connsiteX135" fmla="*/ 5583615 w 12192000"/>
              <a:gd name="connsiteY135" fmla="*/ 5804763 h 6858000"/>
              <a:gd name="connsiteX136" fmla="*/ 5551934 w 12192000"/>
              <a:gd name="connsiteY136" fmla="*/ 5837009 h 6858000"/>
              <a:gd name="connsiteX137" fmla="*/ 5519831 w 12192000"/>
              <a:gd name="connsiteY137" fmla="*/ 5868835 h 6858000"/>
              <a:gd name="connsiteX138" fmla="*/ 5487304 w 12192000"/>
              <a:gd name="connsiteY138" fmla="*/ 5900242 h 6858000"/>
              <a:gd name="connsiteX139" fmla="*/ 5454380 w 12192000"/>
              <a:gd name="connsiteY139" fmla="*/ 5931230 h 6858000"/>
              <a:gd name="connsiteX140" fmla="*/ 5421034 w 12192000"/>
              <a:gd name="connsiteY140" fmla="*/ 5961799 h 6858000"/>
              <a:gd name="connsiteX141" fmla="*/ 5387303 w 12192000"/>
              <a:gd name="connsiteY141" fmla="*/ 5991936 h 6858000"/>
              <a:gd name="connsiteX142" fmla="*/ 5353163 w 12192000"/>
              <a:gd name="connsiteY142" fmla="*/ 6021641 h 6858000"/>
              <a:gd name="connsiteX143" fmla="*/ 5318625 w 12192000"/>
              <a:gd name="connsiteY143" fmla="*/ 6050902 h 6858000"/>
              <a:gd name="connsiteX144" fmla="*/ 5283703 w 12192000"/>
              <a:gd name="connsiteY144" fmla="*/ 6079718 h 6858000"/>
              <a:gd name="connsiteX145" fmla="*/ 5248410 w 12192000"/>
              <a:gd name="connsiteY145" fmla="*/ 6108090 h 6858000"/>
              <a:gd name="connsiteX146" fmla="*/ 5212720 w 12192000"/>
              <a:gd name="connsiteY146" fmla="*/ 6136005 h 6858000"/>
              <a:gd name="connsiteX147" fmla="*/ 5176657 w 12192000"/>
              <a:gd name="connsiteY147" fmla="*/ 6163475 h 6858000"/>
              <a:gd name="connsiteX148" fmla="*/ 5140237 w 12192000"/>
              <a:gd name="connsiteY148" fmla="*/ 6190475 h 6858000"/>
              <a:gd name="connsiteX149" fmla="*/ 5103432 w 12192000"/>
              <a:gd name="connsiteY149" fmla="*/ 6217018 h 6858000"/>
              <a:gd name="connsiteX150" fmla="*/ 5066281 w 12192000"/>
              <a:gd name="connsiteY150" fmla="*/ 6243078 h 6858000"/>
              <a:gd name="connsiteX151" fmla="*/ 5028758 w 12192000"/>
              <a:gd name="connsiteY151" fmla="*/ 6268682 h 6858000"/>
              <a:gd name="connsiteX152" fmla="*/ 4990889 w 12192000"/>
              <a:gd name="connsiteY152" fmla="*/ 6293790 h 6858000"/>
              <a:gd name="connsiteX153" fmla="*/ 4952675 w 12192000"/>
              <a:gd name="connsiteY153" fmla="*/ 6318428 h 6858000"/>
              <a:gd name="connsiteX154" fmla="*/ 4914116 w 12192000"/>
              <a:gd name="connsiteY154" fmla="*/ 6342570 h 6858000"/>
              <a:gd name="connsiteX155" fmla="*/ 4875222 w 12192000"/>
              <a:gd name="connsiteY155" fmla="*/ 6366218 h 6858000"/>
              <a:gd name="connsiteX156" fmla="*/ 4835983 w 12192000"/>
              <a:gd name="connsiteY156" fmla="*/ 6389383 h 6858000"/>
              <a:gd name="connsiteX157" fmla="*/ 4796423 w 12192000"/>
              <a:gd name="connsiteY157" fmla="*/ 6412027 h 6858000"/>
              <a:gd name="connsiteX158" fmla="*/ 4756531 w 12192000"/>
              <a:gd name="connsiteY158" fmla="*/ 6434188 h 6858000"/>
              <a:gd name="connsiteX159" fmla="*/ 4716318 w 12192000"/>
              <a:gd name="connsiteY159" fmla="*/ 6455829 h 6858000"/>
              <a:gd name="connsiteX160" fmla="*/ 4675785 w 12192000"/>
              <a:gd name="connsiteY160" fmla="*/ 6476949 h 6858000"/>
              <a:gd name="connsiteX161" fmla="*/ 4634946 w 12192000"/>
              <a:gd name="connsiteY161" fmla="*/ 6497561 h 6858000"/>
              <a:gd name="connsiteX162" fmla="*/ 4593796 w 12192000"/>
              <a:gd name="connsiteY162" fmla="*/ 6517640 h 6858000"/>
              <a:gd name="connsiteX163" fmla="*/ 4552341 w 12192000"/>
              <a:gd name="connsiteY163" fmla="*/ 6537198 h 6858000"/>
              <a:gd name="connsiteX164" fmla="*/ 4510592 w 12192000"/>
              <a:gd name="connsiteY164" fmla="*/ 6556222 h 6858000"/>
              <a:gd name="connsiteX165" fmla="*/ 4468547 w 12192000"/>
              <a:gd name="connsiteY165" fmla="*/ 6574714 h 6858000"/>
              <a:gd name="connsiteX166" fmla="*/ 4426207 w 12192000"/>
              <a:gd name="connsiteY166" fmla="*/ 6592671 h 6858000"/>
              <a:gd name="connsiteX167" fmla="*/ 4383573 w 12192000"/>
              <a:gd name="connsiteY167" fmla="*/ 6610070 h 6858000"/>
              <a:gd name="connsiteX168" fmla="*/ 4340670 w 12192000"/>
              <a:gd name="connsiteY168" fmla="*/ 6626923 h 6858000"/>
              <a:gd name="connsiteX169" fmla="*/ 4297498 w 12192000"/>
              <a:gd name="connsiteY169" fmla="*/ 6643230 h 6858000"/>
              <a:gd name="connsiteX170" fmla="*/ 4254045 w 12192000"/>
              <a:gd name="connsiteY170" fmla="*/ 6658965 h 6858000"/>
              <a:gd name="connsiteX171" fmla="*/ 4210322 w 12192000"/>
              <a:gd name="connsiteY171" fmla="*/ 6674142 h 6858000"/>
              <a:gd name="connsiteX172" fmla="*/ 4166330 w 12192000"/>
              <a:gd name="connsiteY172" fmla="*/ 6688760 h 6858000"/>
              <a:gd name="connsiteX173" fmla="*/ 4122095 w 12192000"/>
              <a:gd name="connsiteY173" fmla="*/ 6702793 h 6858000"/>
              <a:gd name="connsiteX174" fmla="*/ 4077590 w 12192000"/>
              <a:gd name="connsiteY174" fmla="*/ 6716255 h 6858000"/>
              <a:gd name="connsiteX175" fmla="*/ 4032843 w 12192000"/>
              <a:gd name="connsiteY175" fmla="*/ 6729146 h 6858000"/>
              <a:gd name="connsiteX176" fmla="*/ 3987851 w 12192000"/>
              <a:gd name="connsiteY176" fmla="*/ 6741439 h 6858000"/>
              <a:gd name="connsiteX177" fmla="*/ 3942617 w 12192000"/>
              <a:gd name="connsiteY177" fmla="*/ 6753149 h 6858000"/>
              <a:gd name="connsiteX178" fmla="*/ 3897152 w 12192000"/>
              <a:gd name="connsiteY178" fmla="*/ 6764261 h 6858000"/>
              <a:gd name="connsiteX179" fmla="*/ 3851443 w 12192000"/>
              <a:gd name="connsiteY179" fmla="*/ 6774777 h 6858000"/>
              <a:gd name="connsiteX180" fmla="*/ 3805517 w 12192000"/>
              <a:gd name="connsiteY180" fmla="*/ 6784683 h 6858000"/>
              <a:gd name="connsiteX181" fmla="*/ 3759360 w 12192000"/>
              <a:gd name="connsiteY181" fmla="*/ 6793992 h 6858000"/>
              <a:gd name="connsiteX182" fmla="*/ 3712998 w 12192000"/>
              <a:gd name="connsiteY182" fmla="*/ 6802691 h 6858000"/>
              <a:gd name="connsiteX183" fmla="*/ 3666406 w 12192000"/>
              <a:gd name="connsiteY183" fmla="*/ 6810769 h 6858000"/>
              <a:gd name="connsiteX184" fmla="*/ 3619622 w 12192000"/>
              <a:gd name="connsiteY184" fmla="*/ 6818223 h 6858000"/>
              <a:gd name="connsiteX185" fmla="*/ 3572618 w 12192000"/>
              <a:gd name="connsiteY185" fmla="*/ 6825056 h 6858000"/>
              <a:gd name="connsiteX186" fmla="*/ 3525412 w 12192000"/>
              <a:gd name="connsiteY186" fmla="*/ 6831254 h 6858000"/>
              <a:gd name="connsiteX187" fmla="*/ 3478024 w 12192000"/>
              <a:gd name="connsiteY187" fmla="*/ 6836816 h 6858000"/>
              <a:gd name="connsiteX188" fmla="*/ 3430433 w 12192000"/>
              <a:gd name="connsiteY188" fmla="*/ 6841757 h 6858000"/>
              <a:gd name="connsiteX189" fmla="*/ 3382662 w 12192000"/>
              <a:gd name="connsiteY189" fmla="*/ 6846036 h 6858000"/>
              <a:gd name="connsiteX190" fmla="*/ 3334699 w 12192000"/>
              <a:gd name="connsiteY190" fmla="*/ 6849681 h 6858000"/>
              <a:gd name="connsiteX191" fmla="*/ 3286569 w 12192000"/>
              <a:gd name="connsiteY191" fmla="*/ 6852666 h 6858000"/>
              <a:gd name="connsiteX192" fmla="*/ 3238259 w 12192000"/>
              <a:gd name="connsiteY192" fmla="*/ 6854990 h 6858000"/>
              <a:gd name="connsiteX193" fmla="*/ 3189772 w 12192000"/>
              <a:gd name="connsiteY193" fmla="*/ 6856666 h 6858000"/>
              <a:gd name="connsiteX194" fmla="*/ 3141129 w 12192000"/>
              <a:gd name="connsiteY194" fmla="*/ 6857670 h 6858000"/>
              <a:gd name="connsiteX195" fmla="*/ 3092333 w 12192000"/>
              <a:gd name="connsiteY195" fmla="*/ 6858000 h 6858000"/>
              <a:gd name="connsiteX196" fmla="*/ 3092333 w 12192000"/>
              <a:gd name="connsiteY196" fmla="*/ 5572899 h 6858000"/>
              <a:gd name="connsiteX197" fmla="*/ 0 w 12192000"/>
              <a:gd name="connsiteY197" fmla="*/ 5572899 h 6858000"/>
              <a:gd name="connsiteX198" fmla="*/ 0 w 12192000"/>
              <a:gd name="connsiteY198" fmla="*/ 4287659 h 6858000"/>
              <a:gd name="connsiteX199" fmla="*/ 10007107 w 12192000"/>
              <a:gd name="connsiteY199" fmla="*/ 1287183 h 6858000"/>
              <a:gd name="connsiteX200" fmla="*/ 10055915 w 12192000"/>
              <a:gd name="connsiteY200" fmla="*/ 1287513 h 6858000"/>
              <a:gd name="connsiteX201" fmla="*/ 10104558 w 12192000"/>
              <a:gd name="connsiteY201" fmla="*/ 1288516 h 6858000"/>
              <a:gd name="connsiteX202" fmla="*/ 10153034 w 12192000"/>
              <a:gd name="connsiteY202" fmla="*/ 1290193 h 6858000"/>
              <a:gd name="connsiteX203" fmla="*/ 10201342 w 12192000"/>
              <a:gd name="connsiteY203" fmla="*/ 1292517 h 6858000"/>
              <a:gd name="connsiteX204" fmla="*/ 10249485 w 12192000"/>
              <a:gd name="connsiteY204" fmla="*/ 1295514 h 6858000"/>
              <a:gd name="connsiteX205" fmla="*/ 10297435 w 12192000"/>
              <a:gd name="connsiteY205" fmla="*/ 1299146 h 6858000"/>
              <a:gd name="connsiteX206" fmla="*/ 10345206 w 12192000"/>
              <a:gd name="connsiteY206" fmla="*/ 1303439 h 6858000"/>
              <a:gd name="connsiteX207" fmla="*/ 10392798 w 12192000"/>
              <a:gd name="connsiteY207" fmla="*/ 1308366 h 6858000"/>
              <a:gd name="connsiteX208" fmla="*/ 10440198 w 12192000"/>
              <a:gd name="connsiteY208" fmla="*/ 1313929 h 6858000"/>
              <a:gd name="connsiteX209" fmla="*/ 10487393 w 12192000"/>
              <a:gd name="connsiteY209" fmla="*/ 1320139 h 6858000"/>
              <a:gd name="connsiteX210" fmla="*/ 10534395 w 12192000"/>
              <a:gd name="connsiteY210" fmla="*/ 1326972 h 6858000"/>
              <a:gd name="connsiteX211" fmla="*/ 10581192 w 12192000"/>
              <a:gd name="connsiteY211" fmla="*/ 1334427 h 6858000"/>
              <a:gd name="connsiteX212" fmla="*/ 10627771 w 12192000"/>
              <a:gd name="connsiteY212" fmla="*/ 1342504 h 6858000"/>
              <a:gd name="connsiteX213" fmla="*/ 10674146 w 12192000"/>
              <a:gd name="connsiteY213" fmla="*/ 1351191 h 6858000"/>
              <a:gd name="connsiteX214" fmla="*/ 10720304 w 12192000"/>
              <a:gd name="connsiteY214" fmla="*/ 1360500 h 6858000"/>
              <a:gd name="connsiteX215" fmla="*/ 10766230 w 12192000"/>
              <a:gd name="connsiteY215" fmla="*/ 1370406 h 6858000"/>
              <a:gd name="connsiteX216" fmla="*/ 10811926 w 12192000"/>
              <a:gd name="connsiteY216" fmla="*/ 1380921 h 6858000"/>
              <a:gd name="connsiteX217" fmla="*/ 10857404 w 12192000"/>
              <a:gd name="connsiteY217" fmla="*/ 1392034 h 6858000"/>
              <a:gd name="connsiteX218" fmla="*/ 10902638 w 12192000"/>
              <a:gd name="connsiteY218" fmla="*/ 1403743 h 6858000"/>
              <a:gd name="connsiteX219" fmla="*/ 10947629 w 12192000"/>
              <a:gd name="connsiteY219" fmla="*/ 1416050 h 6858000"/>
              <a:gd name="connsiteX220" fmla="*/ 10992377 w 12192000"/>
              <a:gd name="connsiteY220" fmla="*/ 1428927 h 6858000"/>
              <a:gd name="connsiteX221" fmla="*/ 11036868 w 12192000"/>
              <a:gd name="connsiteY221" fmla="*/ 1442389 h 6858000"/>
              <a:gd name="connsiteX222" fmla="*/ 11081116 w 12192000"/>
              <a:gd name="connsiteY222" fmla="*/ 1456436 h 6858000"/>
              <a:gd name="connsiteX223" fmla="*/ 11125095 w 12192000"/>
              <a:gd name="connsiteY223" fmla="*/ 1471041 h 6858000"/>
              <a:gd name="connsiteX224" fmla="*/ 11168818 w 12192000"/>
              <a:gd name="connsiteY224" fmla="*/ 1486217 h 6858000"/>
              <a:gd name="connsiteX225" fmla="*/ 11212273 w 12192000"/>
              <a:gd name="connsiteY225" fmla="*/ 1501965 h 6858000"/>
              <a:gd name="connsiteX226" fmla="*/ 11255457 w 12192000"/>
              <a:gd name="connsiteY226" fmla="*/ 1518259 h 6858000"/>
              <a:gd name="connsiteX227" fmla="*/ 11298361 w 12192000"/>
              <a:gd name="connsiteY227" fmla="*/ 1535112 h 6858000"/>
              <a:gd name="connsiteX228" fmla="*/ 11340982 w 12192000"/>
              <a:gd name="connsiteY228" fmla="*/ 1552524 h 6858000"/>
              <a:gd name="connsiteX229" fmla="*/ 11383321 w 12192000"/>
              <a:gd name="connsiteY229" fmla="*/ 1570469 h 6858000"/>
              <a:gd name="connsiteX230" fmla="*/ 11425365 w 12192000"/>
              <a:gd name="connsiteY230" fmla="*/ 1588960 h 6858000"/>
              <a:gd name="connsiteX231" fmla="*/ 11467116 w 12192000"/>
              <a:gd name="connsiteY231" fmla="*/ 1607985 h 6858000"/>
              <a:gd name="connsiteX232" fmla="*/ 11508571 w 12192000"/>
              <a:gd name="connsiteY232" fmla="*/ 1627543 h 6858000"/>
              <a:gd name="connsiteX233" fmla="*/ 11549718 w 12192000"/>
              <a:gd name="connsiteY233" fmla="*/ 1647621 h 6858000"/>
              <a:gd name="connsiteX234" fmla="*/ 11590572 w 12192000"/>
              <a:gd name="connsiteY234" fmla="*/ 1668233 h 6858000"/>
              <a:gd name="connsiteX235" fmla="*/ 11631092 w 12192000"/>
              <a:gd name="connsiteY235" fmla="*/ 1689366 h 6858000"/>
              <a:gd name="connsiteX236" fmla="*/ 11671305 w 12192000"/>
              <a:gd name="connsiteY236" fmla="*/ 1711007 h 6858000"/>
              <a:gd name="connsiteX237" fmla="*/ 11711198 w 12192000"/>
              <a:gd name="connsiteY237" fmla="*/ 1733156 h 6858000"/>
              <a:gd name="connsiteX238" fmla="*/ 11750770 w 12192000"/>
              <a:gd name="connsiteY238" fmla="*/ 1755813 h 6858000"/>
              <a:gd name="connsiteX239" fmla="*/ 11789996 w 12192000"/>
              <a:gd name="connsiteY239" fmla="*/ 1778965 h 6858000"/>
              <a:gd name="connsiteX240" fmla="*/ 11828902 w 12192000"/>
              <a:gd name="connsiteY240" fmla="*/ 1802625 h 6858000"/>
              <a:gd name="connsiteX241" fmla="*/ 11867462 w 12192000"/>
              <a:gd name="connsiteY241" fmla="*/ 1826768 h 6858000"/>
              <a:gd name="connsiteX242" fmla="*/ 11905677 w 12192000"/>
              <a:gd name="connsiteY242" fmla="*/ 1851393 h 6858000"/>
              <a:gd name="connsiteX243" fmla="*/ 11943545 w 12192000"/>
              <a:gd name="connsiteY243" fmla="*/ 1876513 h 6858000"/>
              <a:gd name="connsiteX244" fmla="*/ 11981054 w 12192000"/>
              <a:gd name="connsiteY244" fmla="*/ 1902104 h 6858000"/>
              <a:gd name="connsiteX245" fmla="*/ 12018218 w 12192000"/>
              <a:gd name="connsiteY245" fmla="*/ 1928177 h 6858000"/>
              <a:gd name="connsiteX246" fmla="*/ 12055010 w 12192000"/>
              <a:gd name="connsiteY246" fmla="*/ 1954707 h 6858000"/>
              <a:gd name="connsiteX247" fmla="*/ 12091444 w 12192000"/>
              <a:gd name="connsiteY247" fmla="*/ 1981708 h 6858000"/>
              <a:gd name="connsiteX248" fmla="*/ 12127507 w 12192000"/>
              <a:gd name="connsiteY248" fmla="*/ 2009178 h 6858000"/>
              <a:gd name="connsiteX249" fmla="*/ 12163184 w 12192000"/>
              <a:gd name="connsiteY249" fmla="*/ 2037092 h 6858000"/>
              <a:gd name="connsiteX250" fmla="*/ 12192000 w 12192000"/>
              <a:gd name="connsiteY250" fmla="*/ 2060249 h 6858000"/>
              <a:gd name="connsiteX251" fmla="*/ 12192000 w 12192000"/>
              <a:gd name="connsiteY251" fmla="*/ 4714710 h 6858000"/>
              <a:gd name="connsiteX252" fmla="*/ 12167975 w 12192000"/>
              <a:gd name="connsiteY252" fmla="*/ 4714710 h 6858000"/>
              <a:gd name="connsiteX253" fmla="*/ 12167438 w 12192000"/>
              <a:gd name="connsiteY253" fmla="*/ 4666285 h 6858000"/>
              <a:gd name="connsiteX254" fmla="*/ 12165811 w 12192000"/>
              <a:gd name="connsiteY254" fmla="*/ 4618126 h 6858000"/>
              <a:gd name="connsiteX255" fmla="*/ 12163120 w 12192000"/>
              <a:gd name="connsiteY255" fmla="*/ 4570247 h 6858000"/>
              <a:gd name="connsiteX256" fmla="*/ 12159367 w 12192000"/>
              <a:gd name="connsiteY256" fmla="*/ 4522635 h 6858000"/>
              <a:gd name="connsiteX257" fmla="*/ 12154576 w 12192000"/>
              <a:gd name="connsiteY257" fmla="*/ 4475327 h 6858000"/>
              <a:gd name="connsiteX258" fmla="*/ 12148746 w 12192000"/>
              <a:gd name="connsiteY258" fmla="*/ 4428312 h 6858000"/>
              <a:gd name="connsiteX259" fmla="*/ 12141893 w 12192000"/>
              <a:gd name="connsiteY259" fmla="*/ 4381627 h 6858000"/>
              <a:gd name="connsiteX260" fmla="*/ 12134040 w 12192000"/>
              <a:gd name="connsiteY260" fmla="*/ 4335272 h 6858000"/>
              <a:gd name="connsiteX261" fmla="*/ 12125174 w 12192000"/>
              <a:gd name="connsiteY261" fmla="*/ 4289247 h 6858000"/>
              <a:gd name="connsiteX262" fmla="*/ 12115323 w 12192000"/>
              <a:gd name="connsiteY262" fmla="*/ 4243578 h 6858000"/>
              <a:gd name="connsiteX263" fmla="*/ 12104499 w 12192000"/>
              <a:gd name="connsiteY263" fmla="*/ 4198264 h 6858000"/>
              <a:gd name="connsiteX264" fmla="*/ 12092713 w 12192000"/>
              <a:gd name="connsiteY264" fmla="*/ 4153331 h 6858000"/>
              <a:gd name="connsiteX265" fmla="*/ 12079966 w 12192000"/>
              <a:gd name="connsiteY265" fmla="*/ 4108780 h 6858000"/>
              <a:gd name="connsiteX266" fmla="*/ 12066284 w 12192000"/>
              <a:gd name="connsiteY266" fmla="*/ 4064622 h 6858000"/>
              <a:gd name="connsiteX267" fmla="*/ 12051679 w 12192000"/>
              <a:gd name="connsiteY267" fmla="*/ 4020870 h 6858000"/>
              <a:gd name="connsiteX268" fmla="*/ 12036140 w 12192000"/>
              <a:gd name="connsiteY268" fmla="*/ 3977551 h 6858000"/>
              <a:gd name="connsiteX269" fmla="*/ 12019704 w 12192000"/>
              <a:gd name="connsiteY269" fmla="*/ 3934650 h 6858000"/>
              <a:gd name="connsiteX270" fmla="*/ 12002371 w 12192000"/>
              <a:gd name="connsiteY270" fmla="*/ 3892194 h 6858000"/>
              <a:gd name="connsiteX271" fmla="*/ 11984155 w 12192000"/>
              <a:gd name="connsiteY271" fmla="*/ 3850195 h 6858000"/>
              <a:gd name="connsiteX272" fmla="*/ 11965054 w 12192000"/>
              <a:gd name="connsiteY272" fmla="*/ 3808666 h 6858000"/>
              <a:gd name="connsiteX273" fmla="*/ 11945108 w 12192000"/>
              <a:gd name="connsiteY273" fmla="*/ 3767607 h 6858000"/>
              <a:gd name="connsiteX274" fmla="*/ 11924303 w 12192000"/>
              <a:gd name="connsiteY274" fmla="*/ 3727031 h 6858000"/>
              <a:gd name="connsiteX275" fmla="*/ 11902666 w 12192000"/>
              <a:gd name="connsiteY275" fmla="*/ 3686962 h 6858000"/>
              <a:gd name="connsiteX276" fmla="*/ 11880196 w 12192000"/>
              <a:gd name="connsiteY276" fmla="*/ 3647402 h 6858000"/>
              <a:gd name="connsiteX277" fmla="*/ 11856919 w 12192000"/>
              <a:gd name="connsiteY277" fmla="*/ 3608362 h 6858000"/>
              <a:gd name="connsiteX278" fmla="*/ 11832835 w 12192000"/>
              <a:gd name="connsiteY278" fmla="*/ 3569855 h 6858000"/>
              <a:gd name="connsiteX279" fmla="*/ 11807957 w 12192000"/>
              <a:gd name="connsiteY279" fmla="*/ 3531895 h 6858000"/>
              <a:gd name="connsiteX280" fmla="*/ 11782297 w 12192000"/>
              <a:gd name="connsiteY280" fmla="*/ 3494494 h 6858000"/>
              <a:gd name="connsiteX281" fmla="*/ 11755881 w 12192000"/>
              <a:gd name="connsiteY281" fmla="*/ 3457651 h 6858000"/>
              <a:gd name="connsiteX282" fmla="*/ 11728697 w 12192000"/>
              <a:gd name="connsiteY282" fmla="*/ 3421392 h 6858000"/>
              <a:gd name="connsiteX283" fmla="*/ 11700769 w 12192000"/>
              <a:gd name="connsiteY283" fmla="*/ 3385731 h 6858000"/>
              <a:gd name="connsiteX284" fmla="*/ 11672112 w 12192000"/>
              <a:gd name="connsiteY284" fmla="*/ 3350666 h 6858000"/>
              <a:gd name="connsiteX285" fmla="*/ 11642724 w 12192000"/>
              <a:gd name="connsiteY285" fmla="*/ 3316224 h 6858000"/>
              <a:gd name="connsiteX286" fmla="*/ 11612632 w 12192000"/>
              <a:gd name="connsiteY286" fmla="*/ 3282391 h 6858000"/>
              <a:gd name="connsiteX287" fmla="*/ 11581835 w 12192000"/>
              <a:gd name="connsiteY287" fmla="*/ 3249206 h 6858000"/>
              <a:gd name="connsiteX288" fmla="*/ 11550347 w 12192000"/>
              <a:gd name="connsiteY288" fmla="*/ 3216669 h 6858000"/>
              <a:gd name="connsiteX289" fmla="*/ 11518192 w 12192000"/>
              <a:gd name="connsiteY289" fmla="*/ 3184779 h 6858000"/>
              <a:gd name="connsiteX290" fmla="*/ 11485370 w 12192000"/>
              <a:gd name="connsiteY290" fmla="*/ 3153575 h 6858000"/>
              <a:gd name="connsiteX291" fmla="*/ 11451883 w 12192000"/>
              <a:gd name="connsiteY291" fmla="*/ 3123044 h 6858000"/>
              <a:gd name="connsiteX292" fmla="*/ 11417768 w 12192000"/>
              <a:gd name="connsiteY292" fmla="*/ 3093213 h 6858000"/>
              <a:gd name="connsiteX293" fmla="*/ 11383013 w 12192000"/>
              <a:gd name="connsiteY293" fmla="*/ 3064078 h 6858000"/>
              <a:gd name="connsiteX294" fmla="*/ 11347643 w 12192000"/>
              <a:gd name="connsiteY294" fmla="*/ 3035669 h 6858000"/>
              <a:gd name="connsiteX295" fmla="*/ 11311671 w 12192000"/>
              <a:gd name="connsiteY295" fmla="*/ 3007982 h 6858000"/>
              <a:gd name="connsiteX296" fmla="*/ 11275096 w 12192000"/>
              <a:gd name="connsiteY296" fmla="*/ 2981033 h 6858000"/>
              <a:gd name="connsiteX297" fmla="*/ 11237945 w 12192000"/>
              <a:gd name="connsiteY297" fmla="*/ 2954832 h 6858000"/>
              <a:gd name="connsiteX298" fmla="*/ 11200218 w 12192000"/>
              <a:gd name="connsiteY298" fmla="*/ 2929394 h 6858000"/>
              <a:gd name="connsiteX299" fmla="*/ 11161927 w 12192000"/>
              <a:gd name="connsiteY299" fmla="*/ 2904744 h 6858000"/>
              <a:gd name="connsiteX300" fmla="*/ 11123084 w 12192000"/>
              <a:gd name="connsiteY300" fmla="*/ 2880868 h 6858000"/>
              <a:gd name="connsiteX301" fmla="*/ 11083704 w 12192000"/>
              <a:gd name="connsiteY301" fmla="*/ 2857779 h 6858000"/>
              <a:gd name="connsiteX302" fmla="*/ 11043799 w 12192000"/>
              <a:gd name="connsiteY302" fmla="*/ 2835516 h 6858000"/>
              <a:gd name="connsiteX303" fmla="*/ 11003381 w 12192000"/>
              <a:gd name="connsiteY303" fmla="*/ 2814053 h 6858000"/>
              <a:gd name="connsiteX304" fmla="*/ 10962451 w 12192000"/>
              <a:gd name="connsiteY304" fmla="*/ 2793441 h 6858000"/>
              <a:gd name="connsiteX305" fmla="*/ 10921034 w 12192000"/>
              <a:gd name="connsiteY305" fmla="*/ 2773654 h 6858000"/>
              <a:gd name="connsiteX306" fmla="*/ 10879143 w 12192000"/>
              <a:gd name="connsiteY306" fmla="*/ 2754731 h 6858000"/>
              <a:gd name="connsiteX307" fmla="*/ 10836765 w 12192000"/>
              <a:gd name="connsiteY307" fmla="*/ 2736672 h 6858000"/>
              <a:gd name="connsiteX308" fmla="*/ 10793952 w 12192000"/>
              <a:gd name="connsiteY308" fmla="*/ 2719489 h 6858000"/>
              <a:gd name="connsiteX309" fmla="*/ 10750677 w 12192000"/>
              <a:gd name="connsiteY309" fmla="*/ 2703196 h 6858000"/>
              <a:gd name="connsiteX310" fmla="*/ 10706968 w 12192000"/>
              <a:gd name="connsiteY310" fmla="*/ 2687790 h 6858000"/>
              <a:gd name="connsiteX311" fmla="*/ 10662848 w 12192000"/>
              <a:gd name="connsiteY311" fmla="*/ 2673300 h 6858000"/>
              <a:gd name="connsiteX312" fmla="*/ 10618305 w 12192000"/>
              <a:gd name="connsiteY312" fmla="*/ 2659735 h 6858000"/>
              <a:gd name="connsiteX313" fmla="*/ 10573364 w 12192000"/>
              <a:gd name="connsiteY313" fmla="*/ 2647111 h 6858000"/>
              <a:gd name="connsiteX314" fmla="*/ 10528041 w 12192000"/>
              <a:gd name="connsiteY314" fmla="*/ 2635415 h 6858000"/>
              <a:gd name="connsiteX315" fmla="*/ 10482345 w 12192000"/>
              <a:gd name="connsiteY315" fmla="*/ 2624683 h 6858000"/>
              <a:gd name="connsiteX316" fmla="*/ 10436265 w 12192000"/>
              <a:gd name="connsiteY316" fmla="*/ 2614930 h 6858000"/>
              <a:gd name="connsiteX317" fmla="*/ 10389852 w 12192000"/>
              <a:gd name="connsiteY317" fmla="*/ 2606141 h 6858000"/>
              <a:gd name="connsiteX318" fmla="*/ 10343080 w 12192000"/>
              <a:gd name="connsiteY318" fmla="*/ 2598343 h 6858000"/>
              <a:gd name="connsiteX319" fmla="*/ 10295988 w 12192000"/>
              <a:gd name="connsiteY319" fmla="*/ 2591562 h 6858000"/>
              <a:gd name="connsiteX320" fmla="*/ 10248575 w 12192000"/>
              <a:gd name="connsiteY320" fmla="*/ 2585783 h 6858000"/>
              <a:gd name="connsiteX321" fmla="*/ 10200843 w 12192000"/>
              <a:gd name="connsiteY321" fmla="*/ 2581033 h 6858000"/>
              <a:gd name="connsiteX322" fmla="*/ 10152829 w 12192000"/>
              <a:gd name="connsiteY322" fmla="*/ 2577312 h 6858000"/>
              <a:gd name="connsiteX323" fmla="*/ 10104519 w 12192000"/>
              <a:gd name="connsiteY323" fmla="*/ 2574645 h 6858000"/>
              <a:gd name="connsiteX324" fmla="*/ 10055941 w 12192000"/>
              <a:gd name="connsiteY324" fmla="*/ 2573032 h 6858000"/>
              <a:gd name="connsiteX325" fmla="*/ 10007107 w 12192000"/>
              <a:gd name="connsiteY325" fmla="*/ 2572499 h 6858000"/>
              <a:gd name="connsiteX326" fmla="*/ 6549733 w 12192000"/>
              <a:gd name="connsiteY326" fmla="*/ 0 h 6858000"/>
              <a:gd name="connsiteX327" fmla="*/ 10007107 w 12192000"/>
              <a:gd name="connsiteY327" fmla="*/ 0 h 6858000"/>
              <a:gd name="connsiteX328" fmla="*/ 10007107 w 12192000"/>
              <a:gd name="connsiteY328" fmla="*/ 1285252 h 6858000"/>
              <a:gd name="connsiteX329" fmla="*/ 7846264 w 12192000"/>
              <a:gd name="connsiteY329" fmla="*/ 1285252 h 6858000"/>
              <a:gd name="connsiteX330" fmla="*/ 7846264 w 12192000"/>
              <a:gd name="connsiteY330" fmla="*/ 3427742 h 6858000"/>
              <a:gd name="connsiteX331" fmla="*/ 6549733 w 12192000"/>
              <a:gd name="connsiteY331" fmla="*/ 3427742 h 6858000"/>
              <a:gd name="connsiteX332" fmla="*/ 6549733 w 12192000"/>
              <a:gd name="connsiteY332" fmla="*/ 128525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</a:cxnLst>
            <a:rect l="l" t="t" r="r" b="b"/>
            <a:pathLst>
              <a:path w="12192000" h="6858000">
                <a:moveTo>
                  <a:pt x="0" y="2145170"/>
                </a:moveTo>
                <a:lnTo>
                  <a:pt x="931465" y="2145170"/>
                </a:lnTo>
                <a:lnTo>
                  <a:pt x="931465" y="4287659"/>
                </a:lnTo>
                <a:lnTo>
                  <a:pt x="3092333" y="4287659"/>
                </a:lnTo>
                <a:lnTo>
                  <a:pt x="3092333" y="5572696"/>
                </a:lnTo>
                <a:lnTo>
                  <a:pt x="3141168" y="5572150"/>
                </a:lnTo>
                <a:lnTo>
                  <a:pt x="3189745" y="5570550"/>
                </a:lnTo>
                <a:lnTo>
                  <a:pt x="3238055" y="5567870"/>
                </a:lnTo>
                <a:lnTo>
                  <a:pt x="3286069" y="5564162"/>
                </a:lnTo>
                <a:lnTo>
                  <a:pt x="3333802" y="5559399"/>
                </a:lnTo>
                <a:lnTo>
                  <a:pt x="3381215" y="5553634"/>
                </a:lnTo>
                <a:lnTo>
                  <a:pt x="3428306" y="5546839"/>
                </a:lnTo>
                <a:lnTo>
                  <a:pt x="3475077" y="5539041"/>
                </a:lnTo>
                <a:lnTo>
                  <a:pt x="3521504" y="5530266"/>
                </a:lnTo>
                <a:lnTo>
                  <a:pt x="3567571" y="5520499"/>
                </a:lnTo>
                <a:lnTo>
                  <a:pt x="3613266" y="5509768"/>
                </a:lnTo>
                <a:lnTo>
                  <a:pt x="3658604" y="5498084"/>
                </a:lnTo>
                <a:lnTo>
                  <a:pt x="3703544" y="5485447"/>
                </a:lnTo>
                <a:lnTo>
                  <a:pt x="3748073" y="5471884"/>
                </a:lnTo>
                <a:lnTo>
                  <a:pt x="3792207" y="5457393"/>
                </a:lnTo>
                <a:lnTo>
                  <a:pt x="3835916" y="5442001"/>
                </a:lnTo>
                <a:lnTo>
                  <a:pt x="3879178" y="5425694"/>
                </a:lnTo>
                <a:lnTo>
                  <a:pt x="3922004" y="5408511"/>
                </a:lnTo>
                <a:lnTo>
                  <a:pt x="3964369" y="5390451"/>
                </a:lnTo>
                <a:lnTo>
                  <a:pt x="4006273" y="5371528"/>
                </a:lnTo>
                <a:lnTo>
                  <a:pt x="4047690" y="5351742"/>
                </a:lnTo>
                <a:lnTo>
                  <a:pt x="4088608" y="5331130"/>
                </a:lnTo>
                <a:lnTo>
                  <a:pt x="4129038" y="5309667"/>
                </a:lnTo>
                <a:lnTo>
                  <a:pt x="4168944" y="5287403"/>
                </a:lnTo>
                <a:lnTo>
                  <a:pt x="4208310" y="5264315"/>
                </a:lnTo>
                <a:lnTo>
                  <a:pt x="4247152" y="5240452"/>
                </a:lnTo>
                <a:lnTo>
                  <a:pt x="4285443" y="5215788"/>
                </a:lnTo>
                <a:lnTo>
                  <a:pt x="4323184" y="5190350"/>
                </a:lnTo>
                <a:lnTo>
                  <a:pt x="4360335" y="5164150"/>
                </a:lnTo>
                <a:lnTo>
                  <a:pt x="4396909" y="5137201"/>
                </a:lnTo>
                <a:lnTo>
                  <a:pt x="4432882" y="5109515"/>
                </a:lnTo>
                <a:lnTo>
                  <a:pt x="4468251" y="5081105"/>
                </a:lnTo>
                <a:lnTo>
                  <a:pt x="4503008" y="5051971"/>
                </a:lnTo>
                <a:lnTo>
                  <a:pt x="4537123" y="5022139"/>
                </a:lnTo>
                <a:lnTo>
                  <a:pt x="4570597" y="4991608"/>
                </a:lnTo>
                <a:lnTo>
                  <a:pt x="4603430" y="4960404"/>
                </a:lnTo>
                <a:lnTo>
                  <a:pt x="4635585" y="4928514"/>
                </a:lnTo>
                <a:lnTo>
                  <a:pt x="4667073" y="4895977"/>
                </a:lnTo>
                <a:lnTo>
                  <a:pt x="4697858" y="4862792"/>
                </a:lnTo>
                <a:lnTo>
                  <a:pt x="4727963" y="4828959"/>
                </a:lnTo>
                <a:lnTo>
                  <a:pt x="4757339" y="4794516"/>
                </a:lnTo>
                <a:lnTo>
                  <a:pt x="4786008" y="4759452"/>
                </a:lnTo>
                <a:lnTo>
                  <a:pt x="4813935" y="4723777"/>
                </a:lnTo>
                <a:lnTo>
                  <a:pt x="4841121" y="4687532"/>
                </a:lnTo>
                <a:lnTo>
                  <a:pt x="4867535" y="4650689"/>
                </a:lnTo>
                <a:lnTo>
                  <a:pt x="4893195" y="4613287"/>
                </a:lnTo>
                <a:lnTo>
                  <a:pt x="4918075" y="4575327"/>
                </a:lnTo>
                <a:lnTo>
                  <a:pt x="4942158" y="4536821"/>
                </a:lnTo>
                <a:lnTo>
                  <a:pt x="4965434" y="4497781"/>
                </a:lnTo>
                <a:lnTo>
                  <a:pt x="4987905" y="4458220"/>
                </a:lnTo>
                <a:lnTo>
                  <a:pt x="5009542" y="4418152"/>
                </a:lnTo>
                <a:lnTo>
                  <a:pt x="5030347" y="4377575"/>
                </a:lnTo>
                <a:lnTo>
                  <a:pt x="5050293" y="4336516"/>
                </a:lnTo>
                <a:lnTo>
                  <a:pt x="5069380" y="4294987"/>
                </a:lnTo>
                <a:lnTo>
                  <a:pt x="5087599" y="4252988"/>
                </a:lnTo>
                <a:lnTo>
                  <a:pt x="5104943" y="4210532"/>
                </a:lnTo>
                <a:lnTo>
                  <a:pt x="5121381" y="4167632"/>
                </a:lnTo>
                <a:lnTo>
                  <a:pt x="5136906" y="4124312"/>
                </a:lnTo>
                <a:lnTo>
                  <a:pt x="5151523" y="4080560"/>
                </a:lnTo>
                <a:lnTo>
                  <a:pt x="5165204" y="4036403"/>
                </a:lnTo>
                <a:lnTo>
                  <a:pt x="5177951" y="3991851"/>
                </a:lnTo>
                <a:lnTo>
                  <a:pt x="5189738" y="3946918"/>
                </a:lnTo>
                <a:lnTo>
                  <a:pt x="5200562" y="3901605"/>
                </a:lnTo>
                <a:lnTo>
                  <a:pt x="5210414" y="3855936"/>
                </a:lnTo>
                <a:lnTo>
                  <a:pt x="5219266" y="3809911"/>
                </a:lnTo>
                <a:lnTo>
                  <a:pt x="5227132" y="3763556"/>
                </a:lnTo>
                <a:lnTo>
                  <a:pt x="5233986" y="3716871"/>
                </a:lnTo>
                <a:lnTo>
                  <a:pt x="5239801" y="3669855"/>
                </a:lnTo>
                <a:lnTo>
                  <a:pt x="5244605" y="3622548"/>
                </a:lnTo>
                <a:lnTo>
                  <a:pt x="5248346" y="3574948"/>
                </a:lnTo>
                <a:lnTo>
                  <a:pt x="5251049" y="3527056"/>
                </a:lnTo>
                <a:lnTo>
                  <a:pt x="5252663" y="3478898"/>
                </a:lnTo>
                <a:lnTo>
                  <a:pt x="5253214" y="3430486"/>
                </a:lnTo>
                <a:lnTo>
                  <a:pt x="6549733" y="3430486"/>
                </a:lnTo>
                <a:lnTo>
                  <a:pt x="6549387" y="3478860"/>
                </a:lnTo>
                <a:lnTo>
                  <a:pt x="6548374" y="3527082"/>
                </a:lnTo>
                <a:lnTo>
                  <a:pt x="6546684" y="3575151"/>
                </a:lnTo>
                <a:lnTo>
                  <a:pt x="6544339" y="3623043"/>
                </a:lnTo>
                <a:lnTo>
                  <a:pt x="6541328" y="3670757"/>
                </a:lnTo>
                <a:lnTo>
                  <a:pt x="6537652" y="3718306"/>
                </a:lnTo>
                <a:lnTo>
                  <a:pt x="6533335" y="3765664"/>
                </a:lnTo>
                <a:lnTo>
                  <a:pt x="6528351" y="3812844"/>
                </a:lnTo>
                <a:lnTo>
                  <a:pt x="6522741" y="3859822"/>
                </a:lnTo>
                <a:lnTo>
                  <a:pt x="6516489" y="3906621"/>
                </a:lnTo>
                <a:lnTo>
                  <a:pt x="6509596" y="3953218"/>
                </a:lnTo>
                <a:lnTo>
                  <a:pt x="6502077" y="3999598"/>
                </a:lnTo>
                <a:lnTo>
                  <a:pt x="6493929" y="4045788"/>
                </a:lnTo>
                <a:lnTo>
                  <a:pt x="6485154" y="4091749"/>
                </a:lnTo>
                <a:lnTo>
                  <a:pt x="6475764" y="4137507"/>
                </a:lnTo>
                <a:lnTo>
                  <a:pt x="6465772" y="4183037"/>
                </a:lnTo>
                <a:lnTo>
                  <a:pt x="6455164" y="4228350"/>
                </a:lnTo>
                <a:lnTo>
                  <a:pt x="6443955" y="4273423"/>
                </a:lnTo>
                <a:lnTo>
                  <a:pt x="6432143" y="4318266"/>
                </a:lnTo>
                <a:lnTo>
                  <a:pt x="6419743" y="4362869"/>
                </a:lnTo>
                <a:lnTo>
                  <a:pt x="6406740" y="4407230"/>
                </a:lnTo>
                <a:lnTo>
                  <a:pt x="6393161" y="4451350"/>
                </a:lnTo>
                <a:lnTo>
                  <a:pt x="6379005" y="4495203"/>
                </a:lnTo>
                <a:lnTo>
                  <a:pt x="6364260" y="4538815"/>
                </a:lnTo>
                <a:lnTo>
                  <a:pt x="6348951" y="4582160"/>
                </a:lnTo>
                <a:lnTo>
                  <a:pt x="6333079" y="4625238"/>
                </a:lnTo>
                <a:lnTo>
                  <a:pt x="6316629" y="4668037"/>
                </a:lnTo>
                <a:lnTo>
                  <a:pt x="6299629" y="4710569"/>
                </a:lnTo>
                <a:lnTo>
                  <a:pt x="6282078" y="4752835"/>
                </a:lnTo>
                <a:lnTo>
                  <a:pt x="6263965" y="4794809"/>
                </a:lnTo>
                <a:lnTo>
                  <a:pt x="6245312" y="4836490"/>
                </a:lnTo>
                <a:lnTo>
                  <a:pt x="6226122" y="4877879"/>
                </a:lnTo>
                <a:lnTo>
                  <a:pt x="6206394" y="4918976"/>
                </a:lnTo>
                <a:lnTo>
                  <a:pt x="6186140" y="4959769"/>
                </a:lnTo>
                <a:lnTo>
                  <a:pt x="6165348" y="5000256"/>
                </a:lnTo>
                <a:lnTo>
                  <a:pt x="6144044" y="5040439"/>
                </a:lnTo>
                <a:lnTo>
                  <a:pt x="6122214" y="5080305"/>
                </a:lnTo>
                <a:lnTo>
                  <a:pt x="6099861" y="5119852"/>
                </a:lnTo>
                <a:lnTo>
                  <a:pt x="6077018" y="5159070"/>
                </a:lnTo>
                <a:lnTo>
                  <a:pt x="6053652" y="5197970"/>
                </a:lnTo>
                <a:lnTo>
                  <a:pt x="6029798" y="5236527"/>
                </a:lnTo>
                <a:lnTo>
                  <a:pt x="6005445" y="5274754"/>
                </a:lnTo>
                <a:lnTo>
                  <a:pt x="5980593" y="5312638"/>
                </a:lnTo>
                <a:lnTo>
                  <a:pt x="5955266" y="5350180"/>
                </a:lnTo>
                <a:lnTo>
                  <a:pt x="5929439" y="5387378"/>
                </a:lnTo>
                <a:lnTo>
                  <a:pt x="5903151" y="5424208"/>
                </a:lnTo>
                <a:lnTo>
                  <a:pt x="5876378" y="5460695"/>
                </a:lnTo>
                <a:lnTo>
                  <a:pt x="5849143" y="5496801"/>
                </a:lnTo>
                <a:lnTo>
                  <a:pt x="5821432" y="5532552"/>
                </a:lnTo>
                <a:lnTo>
                  <a:pt x="5793274" y="5567934"/>
                </a:lnTo>
                <a:lnTo>
                  <a:pt x="5764655" y="5602922"/>
                </a:lnTo>
                <a:lnTo>
                  <a:pt x="5735588" y="5637542"/>
                </a:lnTo>
                <a:lnTo>
                  <a:pt x="5706072" y="5671782"/>
                </a:lnTo>
                <a:lnTo>
                  <a:pt x="5676108" y="5705627"/>
                </a:lnTo>
                <a:lnTo>
                  <a:pt x="5645708" y="5739066"/>
                </a:lnTo>
                <a:lnTo>
                  <a:pt x="5614873" y="5772124"/>
                </a:lnTo>
                <a:lnTo>
                  <a:pt x="5583615" y="5804763"/>
                </a:lnTo>
                <a:lnTo>
                  <a:pt x="5551934" y="5837009"/>
                </a:lnTo>
                <a:lnTo>
                  <a:pt x="5519831" y="5868835"/>
                </a:lnTo>
                <a:lnTo>
                  <a:pt x="5487304" y="5900242"/>
                </a:lnTo>
                <a:lnTo>
                  <a:pt x="5454380" y="5931230"/>
                </a:lnTo>
                <a:lnTo>
                  <a:pt x="5421034" y="5961799"/>
                </a:lnTo>
                <a:lnTo>
                  <a:pt x="5387303" y="5991936"/>
                </a:lnTo>
                <a:lnTo>
                  <a:pt x="5353163" y="6021641"/>
                </a:lnTo>
                <a:lnTo>
                  <a:pt x="5318625" y="6050902"/>
                </a:lnTo>
                <a:lnTo>
                  <a:pt x="5283703" y="6079718"/>
                </a:lnTo>
                <a:lnTo>
                  <a:pt x="5248410" y="6108090"/>
                </a:lnTo>
                <a:lnTo>
                  <a:pt x="5212720" y="6136005"/>
                </a:lnTo>
                <a:lnTo>
                  <a:pt x="5176657" y="6163475"/>
                </a:lnTo>
                <a:lnTo>
                  <a:pt x="5140237" y="6190475"/>
                </a:lnTo>
                <a:lnTo>
                  <a:pt x="5103432" y="6217018"/>
                </a:lnTo>
                <a:lnTo>
                  <a:pt x="5066281" y="6243078"/>
                </a:lnTo>
                <a:lnTo>
                  <a:pt x="5028758" y="6268682"/>
                </a:lnTo>
                <a:lnTo>
                  <a:pt x="4990889" y="6293790"/>
                </a:lnTo>
                <a:lnTo>
                  <a:pt x="4952675" y="6318428"/>
                </a:lnTo>
                <a:lnTo>
                  <a:pt x="4914116" y="6342570"/>
                </a:lnTo>
                <a:lnTo>
                  <a:pt x="4875222" y="6366218"/>
                </a:lnTo>
                <a:lnTo>
                  <a:pt x="4835983" y="6389383"/>
                </a:lnTo>
                <a:lnTo>
                  <a:pt x="4796423" y="6412027"/>
                </a:lnTo>
                <a:lnTo>
                  <a:pt x="4756531" y="6434188"/>
                </a:lnTo>
                <a:lnTo>
                  <a:pt x="4716318" y="6455829"/>
                </a:lnTo>
                <a:lnTo>
                  <a:pt x="4675785" y="6476949"/>
                </a:lnTo>
                <a:lnTo>
                  <a:pt x="4634946" y="6497561"/>
                </a:lnTo>
                <a:lnTo>
                  <a:pt x="4593796" y="6517640"/>
                </a:lnTo>
                <a:lnTo>
                  <a:pt x="4552341" y="6537198"/>
                </a:lnTo>
                <a:lnTo>
                  <a:pt x="4510592" y="6556222"/>
                </a:lnTo>
                <a:lnTo>
                  <a:pt x="4468547" y="6574714"/>
                </a:lnTo>
                <a:lnTo>
                  <a:pt x="4426207" y="6592671"/>
                </a:lnTo>
                <a:lnTo>
                  <a:pt x="4383573" y="6610070"/>
                </a:lnTo>
                <a:lnTo>
                  <a:pt x="4340670" y="6626923"/>
                </a:lnTo>
                <a:lnTo>
                  <a:pt x="4297498" y="6643230"/>
                </a:lnTo>
                <a:lnTo>
                  <a:pt x="4254045" y="6658965"/>
                </a:lnTo>
                <a:lnTo>
                  <a:pt x="4210322" y="6674142"/>
                </a:lnTo>
                <a:lnTo>
                  <a:pt x="4166330" y="6688760"/>
                </a:lnTo>
                <a:lnTo>
                  <a:pt x="4122095" y="6702793"/>
                </a:lnTo>
                <a:lnTo>
                  <a:pt x="4077590" y="6716255"/>
                </a:lnTo>
                <a:lnTo>
                  <a:pt x="4032843" y="6729146"/>
                </a:lnTo>
                <a:lnTo>
                  <a:pt x="3987851" y="6741439"/>
                </a:lnTo>
                <a:lnTo>
                  <a:pt x="3942617" y="6753149"/>
                </a:lnTo>
                <a:lnTo>
                  <a:pt x="3897152" y="6764261"/>
                </a:lnTo>
                <a:lnTo>
                  <a:pt x="3851443" y="6774777"/>
                </a:lnTo>
                <a:lnTo>
                  <a:pt x="3805517" y="6784683"/>
                </a:lnTo>
                <a:lnTo>
                  <a:pt x="3759360" y="6793992"/>
                </a:lnTo>
                <a:lnTo>
                  <a:pt x="3712998" y="6802691"/>
                </a:lnTo>
                <a:lnTo>
                  <a:pt x="3666406" y="6810769"/>
                </a:lnTo>
                <a:lnTo>
                  <a:pt x="3619622" y="6818223"/>
                </a:lnTo>
                <a:lnTo>
                  <a:pt x="3572618" y="6825056"/>
                </a:lnTo>
                <a:lnTo>
                  <a:pt x="3525412" y="6831254"/>
                </a:lnTo>
                <a:lnTo>
                  <a:pt x="3478024" y="6836816"/>
                </a:lnTo>
                <a:lnTo>
                  <a:pt x="3430433" y="6841757"/>
                </a:lnTo>
                <a:lnTo>
                  <a:pt x="3382662" y="6846036"/>
                </a:lnTo>
                <a:lnTo>
                  <a:pt x="3334699" y="6849681"/>
                </a:lnTo>
                <a:lnTo>
                  <a:pt x="3286569" y="6852666"/>
                </a:lnTo>
                <a:lnTo>
                  <a:pt x="3238259" y="6854990"/>
                </a:lnTo>
                <a:lnTo>
                  <a:pt x="3189772" y="6856666"/>
                </a:lnTo>
                <a:lnTo>
                  <a:pt x="3141129" y="6857670"/>
                </a:lnTo>
                <a:lnTo>
                  <a:pt x="3092333" y="6858000"/>
                </a:lnTo>
                <a:lnTo>
                  <a:pt x="3092333" y="5572899"/>
                </a:lnTo>
                <a:lnTo>
                  <a:pt x="0" y="5572899"/>
                </a:lnTo>
                <a:lnTo>
                  <a:pt x="0" y="4287659"/>
                </a:lnTo>
                <a:close/>
                <a:moveTo>
                  <a:pt x="10007107" y="1287183"/>
                </a:moveTo>
                <a:lnTo>
                  <a:pt x="10055915" y="1287513"/>
                </a:lnTo>
                <a:lnTo>
                  <a:pt x="10104558" y="1288516"/>
                </a:lnTo>
                <a:lnTo>
                  <a:pt x="10153034" y="1290193"/>
                </a:lnTo>
                <a:lnTo>
                  <a:pt x="10201342" y="1292517"/>
                </a:lnTo>
                <a:lnTo>
                  <a:pt x="10249485" y="1295514"/>
                </a:lnTo>
                <a:lnTo>
                  <a:pt x="10297435" y="1299146"/>
                </a:lnTo>
                <a:lnTo>
                  <a:pt x="10345206" y="1303439"/>
                </a:lnTo>
                <a:lnTo>
                  <a:pt x="10392798" y="1308366"/>
                </a:lnTo>
                <a:lnTo>
                  <a:pt x="10440198" y="1313929"/>
                </a:lnTo>
                <a:lnTo>
                  <a:pt x="10487393" y="1320139"/>
                </a:lnTo>
                <a:lnTo>
                  <a:pt x="10534395" y="1326972"/>
                </a:lnTo>
                <a:lnTo>
                  <a:pt x="10581192" y="1334427"/>
                </a:lnTo>
                <a:lnTo>
                  <a:pt x="10627771" y="1342504"/>
                </a:lnTo>
                <a:lnTo>
                  <a:pt x="10674146" y="1351191"/>
                </a:lnTo>
                <a:lnTo>
                  <a:pt x="10720304" y="1360500"/>
                </a:lnTo>
                <a:lnTo>
                  <a:pt x="10766230" y="1370406"/>
                </a:lnTo>
                <a:lnTo>
                  <a:pt x="10811926" y="1380921"/>
                </a:lnTo>
                <a:lnTo>
                  <a:pt x="10857404" y="1392034"/>
                </a:lnTo>
                <a:lnTo>
                  <a:pt x="10902638" y="1403743"/>
                </a:lnTo>
                <a:lnTo>
                  <a:pt x="10947629" y="1416050"/>
                </a:lnTo>
                <a:lnTo>
                  <a:pt x="10992377" y="1428927"/>
                </a:lnTo>
                <a:lnTo>
                  <a:pt x="11036868" y="1442389"/>
                </a:lnTo>
                <a:lnTo>
                  <a:pt x="11081116" y="1456436"/>
                </a:lnTo>
                <a:lnTo>
                  <a:pt x="11125095" y="1471041"/>
                </a:lnTo>
                <a:lnTo>
                  <a:pt x="11168818" y="1486217"/>
                </a:lnTo>
                <a:lnTo>
                  <a:pt x="11212273" y="1501965"/>
                </a:lnTo>
                <a:lnTo>
                  <a:pt x="11255457" y="1518259"/>
                </a:lnTo>
                <a:lnTo>
                  <a:pt x="11298361" y="1535112"/>
                </a:lnTo>
                <a:lnTo>
                  <a:pt x="11340982" y="1552524"/>
                </a:lnTo>
                <a:lnTo>
                  <a:pt x="11383321" y="1570469"/>
                </a:lnTo>
                <a:lnTo>
                  <a:pt x="11425365" y="1588960"/>
                </a:lnTo>
                <a:lnTo>
                  <a:pt x="11467116" y="1607985"/>
                </a:lnTo>
                <a:lnTo>
                  <a:pt x="11508571" y="1627543"/>
                </a:lnTo>
                <a:lnTo>
                  <a:pt x="11549718" y="1647621"/>
                </a:lnTo>
                <a:lnTo>
                  <a:pt x="11590572" y="1668233"/>
                </a:lnTo>
                <a:lnTo>
                  <a:pt x="11631092" y="1689366"/>
                </a:lnTo>
                <a:lnTo>
                  <a:pt x="11671305" y="1711007"/>
                </a:lnTo>
                <a:lnTo>
                  <a:pt x="11711198" y="1733156"/>
                </a:lnTo>
                <a:lnTo>
                  <a:pt x="11750770" y="1755813"/>
                </a:lnTo>
                <a:lnTo>
                  <a:pt x="11789996" y="1778965"/>
                </a:lnTo>
                <a:lnTo>
                  <a:pt x="11828902" y="1802625"/>
                </a:lnTo>
                <a:lnTo>
                  <a:pt x="11867462" y="1826768"/>
                </a:lnTo>
                <a:lnTo>
                  <a:pt x="11905677" y="1851393"/>
                </a:lnTo>
                <a:lnTo>
                  <a:pt x="11943545" y="1876513"/>
                </a:lnTo>
                <a:lnTo>
                  <a:pt x="11981054" y="1902104"/>
                </a:lnTo>
                <a:lnTo>
                  <a:pt x="12018218" y="1928177"/>
                </a:lnTo>
                <a:lnTo>
                  <a:pt x="12055010" y="1954707"/>
                </a:lnTo>
                <a:lnTo>
                  <a:pt x="12091444" y="1981708"/>
                </a:lnTo>
                <a:lnTo>
                  <a:pt x="12127507" y="2009178"/>
                </a:lnTo>
                <a:lnTo>
                  <a:pt x="12163184" y="2037092"/>
                </a:lnTo>
                <a:lnTo>
                  <a:pt x="12192000" y="2060249"/>
                </a:lnTo>
                <a:lnTo>
                  <a:pt x="12192000" y="4714710"/>
                </a:lnTo>
                <a:lnTo>
                  <a:pt x="12167975" y="4714710"/>
                </a:lnTo>
                <a:lnTo>
                  <a:pt x="12167438" y="4666285"/>
                </a:lnTo>
                <a:lnTo>
                  <a:pt x="12165811" y="4618126"/>
                </a:lnTo>
                <a:lnTo>
                  <a:pt x="12163120" y="4570247"/>
                </a:lnTo>
                <a:lnTo>
                  <a:pt x="12159367" y="4522635"/>
                </a:lnTo>
                <a:lnTo>
                  <a:pt x="12154576" y="4475327"/>
                </a:lnTo>
                <a:lnTo>
                  <a:pt x="12148746" y="4428312"/>
                </a:lnTo>
                <a:lnTo>
                  <a:pt x="12141893" y="4381627"/>
                </a:lnTo>
                <a:lnTo>
                  <a:pt x="12134040" y="4335272"/>
                </a:lnTo>
                <a:lnTo>
                  <a:pt x="12125174" y="4289247"/>
                </a:lnTo>
                <a:lnTo>
                  <a:pt x="12115323" y="4243578"/>
                </a:lnTo>
                <a:lnTo>
                  <a:pt x="12104499" y="4198264"/>
                </a:lnTo>
                <a:lnTo>
                  <a:pt x="12092713" y="4153331"/>
                </a:lnTo>
                <a:lnTo>
                  <a:pt x="12079966" y="4108780"/>
                </a:lnTo>
                <a:lnTo>
                  <a:pt x="12066284" y="4064622"/>
                </a:lnTo>
                <a:lnTo>
                  <a:pt x="12051679" y="4020870"/>
                </a:lnTo>
                <a:lnTo>
                  <a:pt x="12036140" y="3977551"/>
                </a:lnTo>
                <a:lnTo>
                  <a:pt x="12019704" y="3934650"/>
                </a:lnTo>
                <a:lnTo>
                  <a:pt x="12002371" y="3892194"/>
                </a:lnTo>
                <a:lnTo>
                  <a:pt x="11984155" y="3850195"/>
                </a:lnTo>
                <a:lnTo>
                  <a:pt x="11965054" y="3808666"/>
                </a:lnTo>
                <a:lnTo>
                  <a:pt x="11945108" y="3767607"/>
                </a:lnTo>
                <a:lnTo>
                  <a:pt x="11924303" y="3727031"/>
                </a:lnTo>
                <a:lnTo>
                  <a:pt x="11902666" y="3686962"/>
                </a:lnTo>
                <a:lnTo>
                  <a:pt x="11880196" y="3647402"/>
                </a:lnTo>
                <a:lnTo>
                  <a:pt x="11856919" y="3608362"/>
                </a:lnTo>
                <a:lnTo>
                  <a:pt x="11832835" y="3569855"/>
                </a:lnTo>
                <a:lnTo>
                  <a:pt x="11807957" y="3531895"/>
                </a:lnTo>
                <a:lnTo>
                  <a:pt x="11782297" y="3494494"/>
                </a:lnTo>
                <a:lnTo>
                  <a:pt x="11755881" y="3457651"/>
                </a:lnTo>
                <a:lnTo>
                  <a:pt x="11728697" y="3421392"/>
                </a:lnTo>
                <a:lnTo>
                  <a:pt x="11700769" y="3385731"/>
                </a:lnTo>
                <a:lnTo>
                  <a:pt x="11672112" y="3350666"/>
                </a:lnTo>
                <a:lnTo>
                  <a:pt x="11642724" y="3316224"/>
                </a:lnTo>
                <a:lnTo>
                  <a:pt x="11612632" y="3282391"/>
                </a:lnTo>
                <a:lnTo>
                  <a:pt x="11581835" y="3249206"/>
                </a:lnTo>
                <a:lnTo>
                  <a:pt x="11550347" y="3216669"/>
                </a:lnTo>
                <a:lnTo>
                  <a:pt x="11518192" y="3184779"/>
                </a:lnTo>
                <a:lnTo>
                  <a:pt x="11485370" y="3153575"/>
                </a:lnTo>
                <a:lnTo>
                  <a:pt x="11451883" y="3123044"/>
                </a:lnTo>
                <a:lnTo>
                  <a:pt x="11417768" y="3093213"/>
                </a:lnTo>
                <a:lnTo>
                  <a:pt x="11383013" y="3064078"/>
                </a:lnTo>
                <a:lnTo>
                  <a:pt x="11347643" y="3035669"/>
                </a:lnTo>
                <a:lnTo>
                  <a:pt x="11311671" y="3007982"/>
                </a:lnTo>
                <a:lnTo>
                  <a:pt x="11275096" y="2981033"/>
                </a:lnTo>
                <a:lnTo>
                  <a:pt x="11237945" y="2954832"/>
                </a:lnTo>
                <a:lnTo>
                  <a:pt x="11200218" y="2929394"/>
                </a:lnTo>
                <a:lnTo>
                  <a:pt x="11161927" y="2904744"/>
                </a:lnTo>
                <a:lnTo>
                  <a:pt x="11123084" y="2880868"/>
                </a:lnTo>
                <a:lnTo>
                  <a:pt x="11083704" y="2857779"/>
                </a:lnTo>
                <a:lnTo>
                  <a:pt x="11043799" y="2835516"/>
                </a:lnTo>
                <a:lnTo>
                  <a:pt x="11003381" y="2814053"/>
                </a:lnTo>
                <a:lnTo>
                  <a:pt x="10962451" y="2793441"/>
                </a:lnTo>
                <a:lnTo>
                  <a:pt x="10921034" y="2773654"/>
                </a:lnTo>
                <a:lnTo>
                  <a:pt x="10879143" y="2754731"/>
                </a:lnTo>
                <a:lnTo>
                  <a:pt x="10836765" y="2736672"/>
                </a:lnTo>
                <a:lnTo>
                  <a:pt x="10793952" y="2719489"/>
                </a:lnTo>
                <a:lnTo>
                  <a:pt x="10750677" y="2703196"/>
                </a:lnTo>
                <a:lnTo>
                  <a:pt x="10706968" y="2687790"/>
                </a:lnTo>
                <a:lnTo>
                  <a:pt x="10662848" y="2673300"/>
                </a:lnTo>
                <a:lnTo>
                  <a:pt x="10618305" y="2659735"/>
                </a:lnTo>
                <a:lnTo>
                  <a:pt x="10573364" y="2647111"/>
                </a:lnTo>
                <a:lnTo>
                  <a:pt x="10528041" y="2635415"/>
                </a:lnTo>
                <a:lnTo>
                  <a:pt x="10482345" y="2624683"/>
                </a:lnTo>
                <a:lnTo>
                  <a:pt x="10436265" y="2614930"/>
                </a:lnTo>
                <a:lnTo>
                  <a:pt x="10389852" y="2606141"/>
                </a:lnTo>
                <a:lnTo>
                  <a:pt x="10343080" y="2598343"/>
                </a:lnTo>
                <a:lnTo>
                  <a:pt x="10295988" y="2591562"/>
                </a:lnTo>
                <a:lnTo>
                  <a:pt x="10248575" y="2585783"/>
                </a:lnTo>
                <a:lnTo>
                  <a:pt x="10200843" y="2581033"/>
                </a:lnTo>
                <a:lnTo>
                  <a:pt x="10152829" y="2577312"/>
                </a:lnTo>
                <a:lnTo>
                  <a:pt x="10104519" y="2574645"/>
                </a:lnTo>
                <a:lnTo>
                  <a:pt x="10055941" y="2573032"/>
                </a:lnTo>
                <a:lnTo>
                  <a:pt x="10007107" y="2572499"/>
                </a:lnTo>
                <a:close/>
                <a:moveTo>
                  <a:pt x="6549733" y="0"/>
                </a:moveTo>
                <a:lnTo>
                  <a:pt x="10007107" y="0"/>
                </a:lnTo>
                <a:lnTo>
                  <a:pt x="10007107" y="1285252"/>
                </a:lnTo>
                <a:lnTo>
                  <a:pt x="7846264" y="1285252"/>
                </a:lnTo>
                <a:lnTo>
                  <a:pt x="7846264" y="3427742"/>
                </a:lnTo>
                <a:lnTo>
                  <a:pt x="6549733" y="3427742"/>
                </a:lnTo>
                <a:lnTo>
                  <a:pt x="6549733" y="1285252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>
            <a:noAutofit/>
          </a:bodyPr>
          <a:lstStyle/>
          <a:p>
            <a:endParaRPr>
              <a:latin typeface="Arial" panose="020B0604020202020204" pitchFamily="34" charset="0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84AE2E5-313F-8ADE-BDDC-06E38B7E94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CD602E07-C281-4409-A9EA-EC31ABE6903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5E3FE5B-3E44-57F9-E0F4-4C85B124325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6877" y="2454274"/>
            <a:ext cx="5198123" cy="3408363"/>
          </a:xfrm>
          <a:prstGeom prst="rect">
            <a:avLst/>
          </a:prstGeom>
        </p:spPr>
        <p:txBody>
          <a:bodyPr lIns="0"/>
          <a:lstStyle>
            <a:lvl1pPr>
              <a:defRPr>
                <a:latin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</a:defRPr>
            </a:lvl2pPr>
            <a:lvl3pPr marL="1165225" indent="-28575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□"/>
              <a:defRPr>
                <a:latin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</a:defRPr>
            </a:lvl4pPr>
            <a:lvl5pPr marL="1881188" indent="-180975">
              <a:buFont typeface="Courier New" panose="02070309020205020404" pitchFamily="49" charset="0"/>
              <a:buChar char="o"/>
              <a:defRPr>
                <a:latin typeface="Arial" panose="020B0604020202020204" pitchFamily="34" charset="0"/>
              </a:defRPr>
            </a:lvl5pPr>
            <a:lvl6pPr>
              <a:defRPr>
                <a:latin typeface="Arial" panose="020B0604020202020204" pitchFamily="34" charset="0"/>
              </a:defRPr>
            </a:lvl6pPr>
            <a:lvl7pPr>
              <a:defRPr>
                <a:latin typeface="Arial" panose="020B0604020202020204" pitchFamily="34" charset="0"/>
              </a:defRPr>
            </a:lvl7pPr>
            <a:lvl8pPr>
              <a:defRPr>
                <a:latin typeface="Arial" panose="020B0604020202020204" pitchFamily="34" charset="0"/>
              </a:defRPr>
            </a:lvl8pPr>
            <a:lvl9pPr>
              <a:defRPr>
                <a:latin typeface="Arial" panose="020B0604020202020204" pitchFamily="34" charset="0"/>
              </a:defRPr>
            </a:lvl9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3DB458B1-9279-019E-F403-8152E1AAE6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6879" y="925253"/>
            <a:ext cx="11159184" cy="957522"/>
          </a:xfrm>
          <a:prstGeom prst="rect">
            <a:avLst/>
          </a:prstGeom>
        </p:spPr>
        <p:txBody>
          <a:bodyPr lIns="0" tIns="0"/>
          <a:lstStyle>
            <a:lvl1pPr>
              <a:lnSpc>
                <a:spcPct val="100000"/>
              </a:lnSpc>
              <a:defRPr sz="30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8FF78F7-8AED-C067-4B83-167B34D58069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6486254" y="2448732"/>
            <a:ext cx="5189810" cy="3408363"/>
          </a:xfrm>
          <a:prstGeom prst="rect">
            <a:avLst/>
          </a:prstGeom>
        </p:spPr>
        <p:txBody>
          <a:bodyPr lIns="0"/>
          <a:lstStyle>
            <a:lvl1pPr>
              <a:defRPr>
                <a:latin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</a:defRPr>
            </a:lvl2pPr>
            <a:lvl3pPr marL="1165225" indent="-28575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□"/>
              <a:defRPr>
                <a:latin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</a:defRPr>
            </a:lvl4pPr>
            <a:lvl5pPr marL="1881188" indent="-180975">
              <a:buFont typeface="Courier New" panose="02070309020205020404" pitchFamily="49" charset="0"/>
              <a:buChar char="o"/>
              <a:defRPr>
                <a:latin typeface="Arial" panose="020B0604020202020204" pitchFamily="34" charset="0"/>
              </a:defRPr>
            </a:lvl5pPr>
            <a:lvl6pPr>
              <a:defRPr>
                <a:latin typeface="Arial" panose="020B0604020202020204" pitchFamily="34" charset="0"/>
              </a:defRPr>
            </a:lvl6pPr>
            <a:lvl7pPr>
              <a:defRPr>
                <a:latin typeface="Arial" panose="020B0604020202020204" pitchFamily="34" charset="0"/>
              </a:defRPr>
            </a:lvl7pPr>
            <a:lvl8pPr>
              <a:defRPr>
                <a:latin typeface="Arial" panose="020B0604020202020204" pitchFamily="34" charset="0"/>
              </a:defRPr>
            </a:lvl8pPr>
            <a:lvl9pPr>
              <a:defRPr>
                <a:latin typeface="Arial" panose="020B0604020202020204" pitchFamily="34" charset="0"/>
              </a:defRPr>
            </a:lvl9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87695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00">
          <p15:clr>
            <a:srgbClr val="A4A3A4"/>
          </p15:clr>
        </p15:guide>
        <p15:guide id="2" pos="4080">
          <p15:clr>
            <a:srgbClr val="A4A3A4"/>
          </p15:clr>
        </p15:guide>
        <p15:guide id="3" orient="horz" pos="576">
          <p15:clr>
            <a:srgbClr val="A4A3A4"/>
          </p15:clr>
        </p15:guide>
        <p15:guide id="4" orient="horz" pos="1183">
          <p15:clr>
            <a:srgbClr val="A4A3A4"/>
          </p15:clr>
        </p15:guide>
        <p15:guide id="5" orient="horz" pos="1539">
          <p15:clr>
            <a:srgbClr val="A4A3A4"/>
          </p15:clr>
        </p15:guide>
        <p15:guide id="6" orient="horz" pos="3692">
          <p15:clr>
            <a:srgbClr val="A4A3A4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Pattern(For less content) With 2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FD02F7A2-E485-58D8-4EF0-018DA9C06BD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2145170 h 6858000"/>
              <a:gd name="connsiteX1" fmla="*/ 931465 w 12192000"/>
              <a:gd name="connsiteY1" fmla="*/ 2145170 h 6858000"/>
              <a:gd name="connsiteX2" fmla="*/ 931465 w 12192000"/>
              <a:gd name="connsiteY2" fmla="*/ 4287659 h 6858000"/>
              <a:gd name="connsiteX3" fmla="*/ 3092333 w 12192000"/>
              <a:gd name="connsiteY3" fmla="*/ 4287659 h 6858000"/>
              <a:gd name="connsiteX4" fmla="*/ 3092333 w 12192000"/>
              <a:gd name="connsiteY4" fmla="*/ 5572696 h 6858000"/>
              <a:gd name="connsiteX5" fmla="*/ 3141168 w 12192000"/>
              <a:gd name="connsiteY5" fmla="*/ 5572150 h 6858000"/>
              <a:gd name="connsiteX6" fmla="*/ 3189745 w 12192000"/>
              <a:gd name="connsiteY6" fmla="*/ 5570550 h 6858000"/>
              <a:gd name="connsiteX7" fmla="*/ 3238055 w 12192000"/>
              <a:gd name="connsiteY7" fmla="*/ 5567870 h 6858000"/>
              <a:gd name="connsiteX8" fmla="*/ 3286069 w 12192000"/>
              <a:gd name="connsiteY8" fmla="*/ 5564162 h 6858000"/>
              <a:gd name="connsiteX9" fmla="*/ 3333802 w 12192000"/>
              <a:gd name="connsiteY9" fmla="*/ 5559399 h 6858000"/>
              <a:gd name="connsiteX10" fmla="*/ 3381215 w 12192000"/>
              <a:gd name="connsiteY10" fmla="*/ 5553634 h 6858000"/>
              <a:gd name="connsiteX11" fmla="*/ 3428306 w 12192000"/>
              <a:gd name="connsiteY11" fmla="*/ 5546839 h 6858000"/>
              <a:gd name="connsiteX12" fmla="*/ 3475077 w 12192000"/>
              <a:gd name="connsiteY12" fmla="*/ 5539041 h 6858000"/>
              <a:gd name="connsiteX13" fmla="*/ 3521504 w 12192000"/>
              <a:gd name="connsiteY13" fmla="*/ 5530266 h 6858000"/>
              <a:gd name="connsiteX14" fmla="*/ 3567571 w 12192000"/>
              <a:gd name="connsiteY14" fmla="*/ 5520499 h 6858000"/>
              <a:gd name="connsiteX15" fmla="*/ 3613266 w 12192000"/>
              <a:gd name="connsiteY15" fmla="*/ 5509768 h 6858000"/>
              <a:gd name="connsiteX16" fmla="*/ 3658604 w 12192000"/>
              <a:gd name="connsiteY16" fmla="*/ 5498084 h 6858000"/>
              <a:gd name="connsiteX17" fmla="*/ 3703544 w 12192000"/>
              <a:gd name="connsiteY17" fmla="*/ 5485447 h 6858000"/>
              <a:gd name="connsiteX18" fmla="*/ 3748073 w 12192000"/>
              <a:gd name="connsiteY18" fmla="*/ 5471884 h 6858000"/>
              <a:gd name="connsiteX19" fmla="*/ 3792207 w 12192000"/>
              <a:gd name="connsiteY19" fmla="*/ 5457393 h 6858000"/>
              <a:gd name="connsiteX20" fmla="*/ 3835916 w 12192000"/>
              <a:gd name="connsiteY20" fmla="*/ 5442001 h 6858000"/>
              <a:gd name="connsiteX21" fmla="*/ 3879178 w 12192000"/>
              <a:gd name="connsiteY21" fmla="*/ 5425694 h 6858000"/>
              <a:gd name="connsiteX22" fmla="*/ 3922004 w 12192000"/>
              <a:gd name="connsiteY22" fmla="*/ 5408511 h 6858000"/>
              <a:gd name="connsiteX23" fmla="*/ 3964369 w 12192000"/>
              <a:gd name="connsiteY23" fmla="*/ 5390451 h 6858000"/>
              <a:gd name="connsiteX24" fmla="*/ 4006273 w 12192000"/>
              <a:gd name="connsiteY24" fmla="*/ 5371528 h 6858000"/>
              <a:gd name="connsiteX25" fmla="*/ 4047690 w 12192000"/>
              <a:gd name="connsiteY25" fmla="*/ 5351742 h 6858000"/>
              <a:gd name="connsiteX26" fmla="*/ 4088608 w 12192000"/>
              <a:gd name="connsiteY26" fmla="*/ 5331130 h 6858000"/>
              <a:gd name="connsiteX27" fmla="*/ 4129038 w 12192000"/>
              <a:gd name="connsiteY27" fmla="*/ 5309667 h 6858000"/>
              <a:gd name="connsiteX28" fmla="*/ 4168944 w 12192000"/>
              <a:gd name="connsiteY28" fmla="*/ 5287403 h 6858000"/>
              <a:gd name="connsiteX29" fmla="*/ 4208310 w 12192000"/>
              <a:gd name="connsiteY29" fmla="*/ 5264315 h 6858000"/>
              <a:gd name="connsiteX30" fmla="*/ 4247152 w 12192000"/>
              <a:gd name="connsiteY30" fmla="*/ 5240452 h 6858000"/>
              <a:gd name="connsiteX31" fmla="*/ 4285443 w 12192000"/>
              <a:gd name="connsiteY31" fmla="*/ 5215788 h 6858000"/>
              <a:gd name="connsiteX32" fmla="*/ 4323184 w 12192000"/>
              <a:gd name="connsiteY32" fmla="*/ 5190350 h 6858000"/>
              <a:gd name="connsiteX33" fmla="*/ 4360335 w 12192000"/>
              <a:gd name="connsiteY33" fmla="*/ 5164150 h 6858000"/>
              <a:gd name="connsiteX34" fmla="*/ 4396909 w 12192000"/>
              <a:gd name="connsiteY34" fmla="*/ 5137201 h 6858000"/>
              <a:gd name="connsiteX35" fmla="*/ 4432882 w 12192000"/>
              <a:gd name="connsiteY35" fmla="*/ 5109515 h 6858000"/>
              <a:gd name="connsiteX36" fmla="*/ 4468251 w 12192000"/>
              <a:gd name="connsiteY36" fmla="*/ 5081105 h 6858000"/>
              <a:gd name="connsiteX37" fmla="*/ 4503008 w 12192000"/>
              <a:gd name="connsiteY37" fmla="*/ 5051971 h 6858000"/>
              <a:gd name="connsiteX38" fmla="*/ 4537123 w 12192000"/>
              <a:gd name="connsiteY38" fmla="*/ 5022139 h 6858000"/>
              <a:gd name="connsiteX39" fmla="*/ 4570597 w 12192000"/>
              <a:gd name="connsiteY39" fmla="*/ 4991608 h 6858000"/>
              <a:gd name="connsiteX40" fmla="*/ 4603430 w 12192000"/>
              <a:gd name="connsiteY40" fmla="*/ 4960404 h 6858000"/>
              <a:gd name="connsiteX41" fmla="*/ 4635585 w 12192000"/>
              <a:gd name="connsiteY41" fmla="*/ 4928514 h 6858000"/>
              <a:gd name="connsiteX42" fmla="*/ 4667073 w 12192000"/>
              <a:gd name="connsiteY42" fmla="*/ 4895977 h 6858000"/>
              <a:gd name="connsiteX43" fmla="*/ 4697858 w 12192000"/>
              <a:gd name="connsiteY43" fmla="*/ 4862792 h 6858000"/>
              <a:gd name="connsiteX44" fmla="*/ 4727963 w 12192000"/>
              <a:gd name="connsiteY44" fmla="*/ 4828959 h 6858000"/>
              <a:gd name="connsiteX45" fmla="*/ 4757339 w 12192000"/>
              <a:gd name="connsiteY45" fmla="*/ 4794516 h 6858000"/>
              <a:gd name="connsiteX46" fmla="*/ 4786008 w 12192000"/>
              <a:gd name="connsiteY46" fmla="*/ 4759452 h 6858000"/>
              <a:gd name="connsiteX47" fmla="*/ 4813935 w 12192000"/>
              <a:gd name="connsiteY47" fmla="*/ 4723777 h 6858000"/>
              <a:gd name="connsiteX48" fmla="*/ 4841121 w 12192000"/>
              <a:gd name="connsiteY48" fmla="*/ 4687532 h 6858000"/>
              <a:gd name="connsiteX49" fmla="*/ 4867535 w 12192000"/>
              <a:gd name="connsiteY49" fmla="*/ 4650689 h 6858000"/>
              <a:gd name="connsiteX50" fmla="*/ 4893195 w 12192000"/>
              <a:gd name="connsiteY50" fmla="*/ 4613287 h 6858000"/>
              <a:gd name="connsiteX51" fmla="*/ 4918075 w 12192000"/>
              <a:gd name="connsiteY51" fmla="*/ 4575327 h 6858000"/>
              <a:gd name="connsiteX52" fmla="*/ 4942158 w 12192000"/>
              <a:gd name="connsiteY52" fmla="*/ 4536821 h 6858000"/>
              <a:gd name="connsiteX53" fmla="*/ 4965434 w 12192000"/>
              <a:gd name="connsiteY53" fmla="*/ 4497781 h 6858000"/>
              <a:gd name="connsiteX54" fmla="*/ 4987905 w 12192000"/>
              <a:gd name="connsiteY54" fmla="*/ 4458220 h 6858000"/>
              <a:gd name="connsiteX55" fmla="*/ 5009542 w 12192000"/>
              <a:gd name="connsiteY55" fmla="*/ 4418152 h 6858000"/>
              <a:gd name="connsiteX56" fmla="*/ 5030347 w 12192000"/>
              <a:gd name="connsiteY56" fmla="*/ 4377575 h 6858000"/>
              <a:gd name="connsiteX57" fmla="*/ 5050293 w 12192000"/>
              <a:gd name="connsiteY57" fmla="*/ 4336516 h 6858000"/>
              <a:gd name="connsiteX58" fmla="*/ 5069380 w 12192000"/>
              <a:gd name="connsiteY58" fmla="*/ 4294987 h 6858000"/>
              <a:gd name="connsiteX59" fmla="*/ 5087599 w 12192000"/>
              <a:gd name="connsiteY59" fmla="*/ 4252988 h 6858000"/>
              <a:gd name="connsiteX60" fmla="*/ 5104943 w 12192000"/>
              <a:gd name="connsiteY60" fmla="*/ 4210532 h 6858000"/>
              <a:gd name="connsiteX61" fmla="*/ 5121381 w 12192000"/>
              <a:gd name="connsiteY61" fmla="*/ 4167632 h 6858000"/>
              <a:gd name="connsiteX62" fmla="*/ 5136906 w 12192000"/>
              <a:gd name="connsiteY62" fmla="*/ 4124312 h 6858000"/>
              <a:gd name="connsiteX63" fmla="*/ 5151523 w 12192000"/>
              <a:gd name="connsiteY63" fmla="*/ 4080560 h 6858000"/>
              <a:gd name="connsiteX64" fmla="*/ 5165204 w 12192000"/>
              <a:gd name="connsiteY64" fmla="*/ 4036403 h 6858000"/>
              <a:gd name="connsiteX65" fmla="*/ 5177951 w 12192000"/>
              <a:gd name="connsiteY65" fmla="*/ 3991851 h 6858000"/>
              <a:gd name="connsiteX66" fmla="*/ 5189738 w 12192000"/>
              <a:gd name="connsiteY66" fmla="*/ 3946918 h 6858000"/>
              <a:gd name="connsiteX67" fmla="*/ 5200562 w 12192000"/>
              <a:gd name="connsiteY67" fmla="*/ 3901605 h 6858000"/>
              <a:gd name="connsiteX68" fmla="*/ 5210414 w 12192000"/>
              <a:gd name="connsiteY68" fmla="*/ 3855936 h 6858000"/>
              <a:gd name="connsiteX69" fmla="*/ 5219266 w 12192000"/>
              <a:gd name="connsiteY69" fmla="*/ 3809911 h 6858000"/>
              <a:gd name="connsiteX70" fmla="*/ 5227132 w 12192000"/>
              <a:gd name="connsiteY70" fmla="*/ 3763556 h 6858000"/>
              <a:gd name="connsiteX71" fmla="*/ 5233986 w 12192000"/>
              <a:gd name="connsiteY71" fmla="*/ 3716871 h 6858000"/>
              <a:gd name="connsiteX72" fmla="*/ 5239801 w 12192000"/>
              <a:gd name="connsiteY72" fmla="*/ 3669855 h 6858000"/>
              <a:gd name="connsiteX73" fmla="*/ 5244605 w 12192000"/>
              <a:gd name="connsiteY73" fmla="*/ 3622548 h 6858000"/>
              <a:gd name="connsiteX74" fmla="*/ 5248346 w 12192000"/>
              <a:gd name="connsiteY74" fmla="*/ 3574948 h 6858000"/>
              <a:gd name="connsiteX75" fmla="*/ 5251049 w 12192000"/>
              <a:gd name="connsiteY75" fmla="*/ 3527056 h 6858000"/>
              <a:gd name="connsiteX76" fmla="*/ 5252663 w 12192000"/>
              <a:gd name="connsiteY76" fmla="*/ 3478898 h 6858000"/>
              <a:gd name="connsiteX77" fmla="*/ 5253214 w 12192000"/>
              <a:gd name="connsiteY77" fmla="*/ 3430486 h 6858000"/>
              <a:gd name="connsiteX78" fmla="*/ 6549733 w 12192000"/>
              <a:gd name="connsiteY78" fmla="*/ 3430486 h 6858000"/>
              <a:gd name="connsiteX79" fmla="*/ 6549387 w 12192000"/>
              <a:gd name="connsiteY79" fmla="*/ 3478860 h 6858000"/>
              <a:gd name="connsiteX80" fmla="*/ 6548374 w 12192000"/>
              <a:gd name="connsiteY80" fmla="*/ 3527082 h 6858000"/>
              <a:gd name="connsiteX81" fmla="*/ 6546684 w 12192000"/>
              <a:gd name="connsiteY81" fmla="*/ 3575151 h 6858000"/>
              <a:gd name="connsiteX82" fmla="*/ 6544339 w 12192000"/>
              <a:gd name="connsiteY82" fmla="*/ 3623043 h 6858000"/>
              <a:gd name="connsiteX83" fmla="*/ 6541328 w 12192000"/>
              <a:gd name="connsiteY83" fmla="*/ 3670757 h 6858000"/>
              <a:gd name="connsiteX84" fmla="*/ 6537652 w 12192000"/>
              <a:gd name="connsiteY84" fmla="*/ 3718306 h 6858000"/>
              <a:gd name="connsiteX85" fmla="*/ 6533335 w 12192000"/>
              <a:gd name="connsiteY85" fmla="*/ 3765664 h 6858000"/>
              <a:gd name="connsiteX86" fmla="*/ 6528351 w 12192000"/>
              <a:gd name="connsiteY86" fmla="*/ 3812844 h 6858000"/>
              <a:gd name="connsiteX87" fmla="*/ 6522741 w 12192000"/>
              <a:gd name="connsiteY87" fmla="*/ 3859822 h 6858000"/>
              <a:gd name="connsiteX88" fmla="*/ 6516489 w 12192000"/>
              <a:gd name="connsiteY88" fmla="*/ 3906621 h 6858000"/>
              <a:gd name="connsiteX89" fmla="*/ 6509596 w 12192000"/>
              <a:gd name="connsiteY89" fmla="*/ 3953218 h 6858000"/>
              <a:gd name="connsiteX90" fmla="*/ 6502077 w 12192000"/>
              <a:gd name="connsiteY90" fmla="*/ 3999598 h 6858000"/>
              <a:gd name="connsiteX91" fmla="*/ 6493929 w 12192000"/>
              <a:gd name="connsiteY91" fmla="*/ 4045788 h 6858000"/>
              <a:gd name="connsiteX92" fmla="*/ 6485154 w 12192000"/>
              <a:gd name="connsiteY92" fmla="*/ 4091749 h 6858000"/>
              <a:gd name="connsiteX93" fmla="*/ 6475764 w 12192000"/>
              <a:gd name="connsiteY93" fmla="*/ 4137507 h 6858000"/>
              <a:gd name="connsiteX94" fmla="*/ 6465772 w 12192000"/>
              <a:gd name="connsiteY94" fmla="*/ 4183037 h 6858000"/>
              <a:gd name="connsiteX95" fmla="*/ 6455164 w 12192000"/>
              <a:gd name="connsiteY95" fmla="*/ 4228350 h 6858000"/>
              <a:gd name="connsiteX96" fmla="*/ 6443955 w 12192000"/>
              <a:gd name="connsiteY96" fmla="*/ 4273423 h 6858000"/>
              <a:gd name="connsiteX97" fmla="*/ 6432143 w 12192000"/>
              <a:gd name="connsiteY97" fmla="*/ 4318266 h 6858000"/>
              <a:gd name="connsiteX98" fmla="*/ 6419743 w 12192000"/>
              <a:gd name="connsiteY98" fmla="*/ 4362869 h 6858000"/>
              <a:gd name="connsiteX99" fmla="*/ 6406740 w 12192000"/>
              <a:gd name="connsiteY99" fmla="*/ 4407230 h 6858000"/>
              <a:gd name="connsiteX100" fmla="*/ 6393161 w 12192000"/>
              <a:gd name="connsiteY100" fmla="*/ 4451350 h 6858000"/>
              <a:gd name="connsiteX101" fmla="*/ 6379005 w 12192000"/>
              <a:gd name="connsiteY101" fmla="*/ 4495203 h 6858000"/>
              <a:gd name="connsiteX102" fmla="*/ 6364260 w 12192000"/>
              <a:gd name="connsiteY102" fmla="*/ 4538815 h 6858000"/>
              <a:gd name="connsiteX103" fmla="*/ 6348951 w 12192000"/>
              <a:gd name="connsiteY103" fmla="*/ 4582160 h 6858000"/>
              <a:gd name="connsiteX104" fmla="*/ 6333079 w 12192000"/>
              <a:gd name="connsiteY104" fmla="*/ 4625238 h 6858000"/>
              <a:gd name="connsiteX105" fmla="*/ 6316629 w 12192000"/>
              <a:gd name="connsiteY105" fmla="*/ 4668037 h 6858000"/>
              <a:gd name="connsiteX106" fmla="*/ 6299629 w 12192000"/>
              <a:gd name="connsiteY106" fmla="*/ 4710569 h 6858000"/>
              <a:gd name="connsiteX107" fmla="*/ 6282078 w 12192000"/>
              <a:gd name="connsiteY107" fmla="*/ 4752835 h 6858000"/>
              <a:gd name="connsiteX108" fmla="*/ 6263965 w 12192000"/>
              <a:gd name="connsiteY108" fmla="*/ 4794809 h 6858000"/>
              <a:gd name="connsiteX109" fmla="*/ 6245312 w 12192000"/>
              <a:gd name="connsiteY109" fmla="*/ 4836490 h 6858000"/>
              <a:gd name="connsiteX110" fmla="*/ 6226122 w 12192000"/>
              <a:gd name="connsiteY110" fmla="*/ 4877879 h 6858000"/>
              <a:gd name="connsiteX111" fmla="*/ 6206394 w 12192000"/>
              <a:gd name="connsiteY111" fmla="*/ 4918976 h 6858000"/>
              <a:gd name="connsiteX112" fmla="*/ 6186140 w 12192000"/>
              <a:gd name="connsiteY112" fmla="*/ 4959769 h 6858000"/>
              <a:gd name="connsiteX113" fmla="*/ 6165348 w 12192000"/>
              <a:gd name="connsiteY113" fmla="*/ 5000256 h 6858000"/>
              <a:gd name="connsiteX114" fmla="*/ 6144044 w 12192000"/>
              <a:gd name="connsiteY114" fmla="*/ 5040439 h 6858000"/>
              <a:gd name="connsiteX115" fmla="*/ 6122214 w 12192000"/>
              <a:gd name="connsiteY115" fmla="*/ 5080305 h 6858000"/>
              <a:gd name="connsiteX116" fmla="*/ 6099861 w 12192000"/>
              <a:gd name="connsiteY116" fmla="*/ 5119852 h 6858000"/>
              <a:gd name="connsiteX117" fmla="*/ 6077018 w 12192000"/>
              <a:gd name="connsiteY117" fmla="*/ 5159070 h 6858000"/>
              <a:gd name="connsiteX118" fmla="*/ 6053652 w 12192000"/>
              <a:gd name="connsiteY118" fmla="*/ 5197970 h 6858000"/>
              <a:gd name="connsiteX119" fmla="*/ 6029798 w 12192000"/>
              <a:gd name="connsiteY119" fmla="*/ 5236527 h 6858000"/>
              <a:gd name="connsiteX120" fmla="*/ 6005445 w 12192000"/>
              <a:gd name="connsiteY120" fmla="*/ 5274754 h 6858000"/>
              <a:gd name="connsiteX121" fmla="*/ 5980593 w 12192000"/>
              <a:gd name="connsiteY121" fmla="*/ 5312638 h 6858000"/>
              <a:gd name="connsiteX122" fmla="*/ 5955266 w 12192000"/>
              <a:gd name="connsiteY122" fmla="*/ 5350180 h 6858000"/>
              <a:gd name="connsiteX123" fmla="*/ 5929439 w 12192000"/>
              <a:gd name="connsiteY123" fmla="*/ 5387378 h 6858000"/>
              <a:gd name="connsiteX124" fmla="*/ 5903151 w 12192000"/>
              <a:gd name="connsiteY124" fmla="*/ 5424208 h 6858000"/>
              <a:gd name="connsiteX125" fmla="*/ 5876378 w 12192000"/>
              <a:gd name="connsiteY125" fmla="*/ 5460695 h 6858000"/>
              <a:gd name="connsiteX126" fmla="*/ 5849143 w 12192000"/>
              <a:gd name="connsiteY126" fmla="*/ 5496801 h 6858000"/>
              <a:gd name="connsiteX127" fmla="*/ 5821432 w 12192000"/>
              <a:gd name="connsiteY127" fmla="*/ 5532552 h 6858000"/>
              <a:gd name="connsiteX128" fmla="*/ 5793274 w 12192000"/>
              <a:gd name="connsiteY128" fmla="*/ 5567934 h 6858000"/>
              <a:gd name="connsiteX129" fmla="*/ 5764655 w 12192000"/>
              <a:gd name="connsiteY129" fmla="*/ 5602922 h 6858000"/>
              <a:gd name="connsiteX130" fmla="*/ 5735588 w 12192000"/>
              <a:gd name="connsiteY130" fmla="*/ 5637542 h 6858000"/>
              <a:gd name="connsiteX131" fmla="*/ 5706072 w 12192000"/>
              <a:gd name="connsiteY131" fmla="*/ 5671782 h 6858000"/>
              <a:gd name="connsiteX132" fmla="*/ 5676108 w 12192000"/>
              <a:gd name="connsiteY132" fmla="*/ 5705627 h 6858000"/>
              <a:gd name="connsiteX133" fmla="*/ 5645708 w 12192000"/>
              <a:gd name="connsiteY133" fmla="*/ 5739066 h 6858000"/>
              <a:gd name="connsiteX134" fmla="*/ 5614873 w 12192000"/>
              <a:gd name="connsiteY134" fmla="*/ 5772124 h 6858000"/>
              <a:gd name="connsiteX135" fmla="*/ 5583615 w 12192000"/>
              <a:gd name="connsiteY135" fmla="*/ 5804763 h 6858000"/>
              <a:gd name="connsiteX136" fmla="*/ 5551934 w 12192000"/>
              <a:gd name="connsiteY136" fmla="*/ 5837009 h 6858000"/>
              <a:gd name="connsiteX137" fmla="*/ 5519831 w 12192000"/>
              <a:gd name="connsiteY137" fmla="*/ 5868835 h 6858000"/>
              <a:gd name="connsiteX138" fmla="*/ 5487304 w 12192000"/>
              <a:gd name="connsiteY138" fmla="*/ 5900242 h 6858000"/>
              <a:gd name="connsiteX139" fmla="*/ 5454380 w 12192000"/>
              <a:gd name="connsiteY139" fmla="*/ 5931230 h 6858000"/>
              <a:gd name="connsiteX140" fmla="*/ 5421034 w 12192000"/>
              <a:gd name="connsiteY140" fmla="*/ 5961799 h 6858000"/>
              <a:gd name="connsiteX141" fmla="*/ 5387303 w 12192000"/>
              <a:gd name="connsiteY141" fmla="*/ 5991936 h 6858000"/>
              <a:gd name="connsiteX142" fmla="*/ 5353163 w 12192000"/>
              <a:gd name="connsiteY142" fmla="*/ 6021641 h 6858000"/>
              <a:gd name="connsiteX143" fmla="*/ 5318625 w 12192000"/>
              <a:gd name="connsiteY143" fmla="*/ 6050902 h 6858000"/>
              <a:gd name="connsiteX144" fmla="*/ 5283703 w 12192000"/>
              <a:gd name="connsiteY144" fmla="*/ 6079718 h 6858000"/>
              <a:gd name="connsiteX145" fmla="*/ 5248410 w 12192000"/>
              <a:gd name="connsiteY145" fmla="*/ 6108090 h 6858000"/>
              <a:gd name="connsiteX146" fmla="*/ 5212720 w 12192000"/>
              <a:gd name="connsiteY146" fmla="*/ 6136005 h 6858000"/>
              <a:gd name="connsiteX147" fmla="*/ 5176657 w 12192000"/>
              <a:gd name="connsiteY147" fmla="*/ 6163475 h 6858000"/>
              <a:gd name="connsiteX148" fmla="*/ 5140237 w 12192000"/>
              <a:gd name="connsiteY148" fmla="*/ 6190475 h 6858000"/>
              <a:gd name="connsiteX149" fmla="*/ 5103432 w 12192000"/>
              <a:gd name="connsiteY149" fmla="*/ 6217018 h 6858000"/>
              <a:gd name="connsiteX150" fmla="*/ 5066281 w 12192000"/>
              <a:gd name="connsiteY150" fmla="*/ 6243078 h 6858000"/>
              <a:gd name="connsiteX151" fmla="*/ 5028758 w 12192000"/>
              <a:gd name="connsiteY151" fmla="*/ 6268682 h 6858000"/>
              <a:gd name="connsiteX152" fmla="*/ 4990889 w 12192000"/>
              <a:gd name="connsiteY152" fmla="*/ 6293790 h 6858000"/>
              <a:gd name="connsiteX153" fmla="*/ 4952675 w 12192000"/>
              <a:gd name="connsiteY153" fmla="*/ 6318428 h 6858000"/>
              <a:gd name="connsiteX154" fmla="*/ 4914116 w 12192000"/>
              <a:gd name="connsiteY154" fmla="*/ 6342570 h 6858000"/>
              <a:gd name="connsiteX155" fmla="*/ 4875222 w 12192000"/>
              <a:gd name="connsiteY155" fmla="*/ 6366218 h 6858000"/>
              <a:gd name="connsiteX156" fmla="*/ 4835983 w 12192000"/>
              <a:gd name="connsiteY156" fmla="*/ 6389383 h 6858000"/>
              <a:gd name="connsiteX157" fmla="*/ 4796423 w 12192000"/>
              <a:gd name="connsiteY157" fmla="*/ 6412027 h 6858000"/>
              <a:gd name="connsiteX158" fmla="*/ 4756531 w 12192000"/>
              <a:gd name="connsiteY158" fmla="*/ 6434188 h 6858000"/>
              <a:gd name="connsiteX159" fmla="*/ 4716318 w 12192000"/>
              <a:gd name="connsiteY159" fmla="*/ 6455829 h 6858000"/>
              <a:gd name="connsiteX160" fmla="*/ 4675785 w 12192000"/>
              <a:gd name="connsiteY160" fmla="*/ 6476949 h 6858000"/>
              <a:gd name="connsiteX161" fmla="*/ 4634946 w 12192000"/>
              <a:gd name="connsiteY161" fmla="*/ 6497561 h 6858000"/>
              <a:gd name="connsiteX162" fmla="*/ 4593796 w 12192000"/>
              <a:gd name="connsiteY162" fmla="*/ 6517640 h 6858000"/>
              <a:gd name="connsiteX163" fmla="*/ 4552341 w 12192000"/>
              <a:gd name="connsiteY163" fmla="*/ 6537198 h 6858000"/>
              <a:gd name="connsiteX164" fmla="*/ 4510592 w 12192000"/>
              <a:gd name="connsiteY164" fmla="*/ 6556222 h 6858000"/>
              <a:gd name="connsiteX165" fmla="*/ 4468547 w 12192000"/>
              <a:gd name="connsiteY165" fmla="*/ 6574714 h 6858000"/>
              <a:gd name="connsiteX166" fmla="*/ 4426207 w 12192000"/>
              <a:gd name="connsiteY166" fmla="*/ 6592671 h 6858000"/>
              <a:gd name="connsiteX167" fmla="*/ 4383573 w 12192000"/>
              <a:gd name="connsiteY167" fmla="*/ 6610070 h 6858000"/>
              <a:gd name="connsiteX168" fmla="*/ 4340670 w 12192000"/>
              <a:gd name="connsiteY168" fmla="*/ 6626923 h 6858000"/>
              <a:gd name="connsiteX169" fmla="*/ 4297498 w 12192000"/>
              <a:gd name="connsiteY169" fmla="*/ 6643230 h 6858000"/>
              <a:gd name="connsiteX170" fmla="*/ 4254045 w 12192000"/>
              <a:gd name="connsiteY170" fmla="*/ 6658965 h 6858000"/>
              <a:gd name="connsiteX171" fmla="*/ 4210322 w 12192000"/>
              <a:gd name="connsiteY171" fmla="*/ 6674142 h 6858000"/>
              <a:gd name="connsiteX172" fmla="*/ 4166330 w 12192000"/>
              <a:gd name="connsiteY172" fmla="*/ 6688760 h 6858000"/>
              <a:gd name="connsiteX173" fmla="*/ 4122095 w 12192000"/>
              <a:gd name="connsiteY173" fmla="*/ 6702793 h 6858000"/>
              <a:gd name="connsiteX174" fmla="*/ 4077590 w 12192000"/>
              <a:gd name="connsiteY174" fmla="*/ 6716255 h 6858000"/>
              <a:gd name="connsiteX175" fmla="*/ 4032843 w 12192000"/>
              <a:gd name="connsiteY175" fmla="*/ 6729146 h 6858000"/>
              <a:gd name="connsiteX176" fmla="*/ 3987851 w 12192000"/>
              <a:gd name="connsiteY176" fmla="*/ 6741439 h 6858000"/>
              <a:gd name="connsiteX177" fmla="*/ 3942617 w 12192000"/>
              <a:gd name="connsiteY177" fmla="*/ 6753149 h 6858000"/>
              <a:gd name="connsiteX178" fmla="*/ 3897152 w 12192000"/>
              <a:gd name="connsiteY178" fmla="*/ 6764261 h 6858000"/>
              <a:gd name="connsiteX179" fmla="*/ 3851443 w 12192000"/>
              <a:gd name="connsiteY179" fmla="*/ 6774777 h 6858000"/>
              <a:gd name="connsiteX180" fmla="*/ 3805517 w 12192000"/>
              <a:gd name="connsiteY180" fmla="*/ 6784683 h 6858000"/>
              <a:gd name="connsiteX181" fmla="*/ 3759360 w 12192000"/>
              <a:gd name="connsiteY181" fmla="*/ 6793992 h 6858000"/>
              <a:gd name="connsiteX182" fmla="*/ 3712998 w 12192000"/>
              <a:gd name="connsiteY182" fmla="*/ 6802691 h 6858000"/>
              <a:gd name="connsiteX183" fmla="*/ 3666406 w 12192000"/>
              <a:gd name="connsiteY183" fmla="*/ 6810769 h 6858000"/>
              <a:gd name="connsiteX184" fmla="*/ 3619622 w 12192000"/>
              <a:gd name="connsiteY184" fmla="*/ 6818223 h 6858000"/>
              <a:gd name="connsiteX185" fmla="*/ 3572618 w 12192000"/>
              <a:gd name="connsiteY185" fmla="*/ 6825056 h 6858000"/>
              <a:gd name="connsiteX186" fmla="*/ 3525412 w 12192000"/>
              <a:gd name="connsiteY186" fmla="*/ 6831254 h 6858000"/>
              <a:gd name="connsiteX187" fmla="*/ 3478024 w 12192000"/>
              <a:gd name="connsiteY187" fmla="*/ 6836816 h 6858000"/>
              <a:gd name="connsiteX188" fmla="*/ 3430433 w 12192000"/>
              <a:gd name="connsiteY188" fmla="*/ 6841757 h 6858000"/>
              <a:gd name="connsiteX189" fmla="*/ 3382662 w 12192000"/>
              <a:gd name="connsiteY189" fmla="*/ 6846036 h 6858000"/>
              <a:gd name="connsiteX190" fmla="*/ 3334699 w 12192000"/>
              <a:gd name="connsiteY190" fmla="*/ 6849681 h 6858000"/>
              <a:gd name="connsiteX191" fmla="*/ 3286569 w 12192000"/>
              <a:gd name="connsiteY191" fmla="*/ 6852666 h 6858000"/>
              <a:gd name="connsiteX192" fmla="*/ 3238259 w 12192000"/>
              <a:gd name="connsiteY192" fmla="*/ 6854990 h 6858000"/>
              <a:gd name="connsiteX193" fmla="*/ 3189772 w 12192000"/>
              <a:gd name="connsiteY193" fmla="*/ 6856666 h 6858000"/>
              <a:gd name="connsiteX194" fmla="*/ 3141129 w 12192000"/>
              <a:gd name="connsiteY194" fmla="*/ 6857670 h 6858000"/>
              <a:gd name="connsiteX195" fmla="*/ 3092333 w 12192000"/>
              <a:gd name="connsiteY195" fmla="*/ 6858000 h 6858000"/>
              <a:gd name="connsiteX196" fmla="*/ 3092333 w 12192000"/>
              <a:gd name="connsiteY196" fmla="*/ 5572899 h 6858000"/>
              <a:gd name="connsiteX197" fmla="*/ 0 w 12192000"/>
              <a:gd name="connsiteY197" fmla="*/ 5572899 h 6858000"/>
              <a:gd name="connsiteX198" fmla="*/ 0 w 12192000"/>
              <a:gd name="connsiteY198" fmla="*/ 4287659 h 6858000"/>
              <a:gd name="connsiteX199" fmla="*/ 10007107 w 12192000"/>
              <a:gd name="connsiteY199" fmla="*/ 1287183 h 6858000"/>
              <a:gd name="connsiteX200" fmla="*/ 10055915 w 12192000"/>
              <a:gd name="connsiteY200" fmla="*/ 1287513 h 6858000"/>
              <a:gd name="connsiteX201" fmla="*/ 10104558 w 12192000"/>
              <a:gd name="connsiteY201" fmla="*/ 1288516 h 6858000"/>
              <a:gd name="connsiteX202" fmla="*/ 10153034 w 12192000"/>
              <a:gd name="connsiteY202" fmla="*/ 1290193 h 6858000"/>
              <a:gd name="connsiteX203" fmla="*/ 10201342 w 12192000"/>
              <a:gd name="connsiteY203" fmla="*/ 1292517 h 6858000"/>
              <a:gd name="connsiteX204" fmla="*/ 10249485 w 12192000"/>
              <a:gd name="connsiteY204" fmla="*/ 1295514 h 6858000"/>
              <a:gd name="connsiteX205" fmla="*/ 10297435 w 12192000"/>
              <a:gd name="connsiteY205" fmla="*/ 1299146 h 6858000"/>
              <a:gd name="connsiteX206" fmla="*/ 10345206 w 12192000"/>
              <a:gd name="connsiteY206" fmla="*/ 1303439 h 6858000"/>
              <a:gd name="connsiteX207" fmla="*/ 10392798 w 12192000"/>
              <a:gd name="connsiteY207" fmla="*/ 1308366 h 6858000"/>
              <a:gd name="connsiteX208" fmla="*/ 10440198 w 12192000"/>
              <a:gd name="connsiteY208" fmla="*/ 1313929 h 6858000"/>
              <a:gd name="connsiteX209" fmla="*/ 10487393 w 12192000"/>
              <a:gd name="connsiteY209" fmla="*/ 1320139 h 6858000"/>
              <a:gd name="connsiteX210" fmla="*/ 10534395 w 12192000"/>
              <a:gd name="connsiteY210" fmla="*/ 1326972 h 6858000"/>
              <a:gd name="connsiteX211" fmla="*/ 10581192 w 12192000"/>
              <a:gd name="connsiteY211" fmla="*/ 1334427 h 6858000"/>
              <a:gd name="connsiteX212" fmla="*/ 10627771 w 12192000"/>
              <a:gd name="connsiteY212" fmla="*/ 1342504 h 6858000"/>
              <a:gd name="connsiteX213" fmla="*/ 10674146 w 12192000"/>
              <a:gd name="connsiteY213" fmla="*/ 1351191 h 6858000"/>
              <a:gd name="connsiteX214" fmla="*/ 10720304 w 12192000"/>
              <a:gd name="connsiteY214" fmla="*/ 1360500 h 6858000"/>
              <a:gd name="connsiteX215" fmla="*/ 10766230 w 12192000"/>
              <a:gd name="connsiteY215" fmla="*/ 1370406 h 6858000"/>
              <a:gd name="connsiteX216" fmla="*/ 10811926 w 12192000"/>
              <a:gd name="connsiteY216" fmla="*/ 1380921 h 6858000"/>
              <a:gd name="connsiteX217" fmla="*/ 10857404 w 12192000"/>
              <a:gd name="connsiteY217" fmla="*/ 1392034 h 6858000"/>
              <a:gd name="connsiteX218" fmla="*/ 10902638 w 12192000"/>
              <a:gd name="connsiteY218" fmla="*/ 1403743 h 6858000"/>
              <a:gd name="connsiteX219" fmla="*/ 10947629 w 12192000"/>
              <a:gd name="connsiteY219" fmla="*/ 1416050 h 6858000"/>
              <a:gd name="connsiteX220" fmla="*/ 10992377 w 12192000"/>
              <a:gd name="connsiteY220" fmla="*/ 1428927 h 6858000"/>
              <a:gd name="connsiteX221" fmla="*/ 11036868 w 12192000"/>
              <a:gd name="connsiteY221" fmla="*/ 1442389 h 6858000"/>
              <a:gd name="connsiteX222" fmla="*/ 11081116 w 12192000"/>
              <a:gd name="connsiteY222" fmla="*/ 1456436 h 6858000"/>
              <a:gd name="connsiteX223" fmla="*/ 11125095 w 12192000"/>
              <a:gd name="connsiteY223" fmla="*/ 1471041 h 6858000"/>
              <a:gd name="connsiteX224" fmla="*/ 11168818 w 12192000"/>
              <a:gd name="connsiteY224" fmla="*/ 1486217 h 6858000"/>
              <a:gd name="connsiteX225" fmla="*/ 11212273 w 12192000"/>
              <a:gd name="connsiteY225" fmla="*/ 1501965 h 6858000"/>
              <a:gd name="connsiteX226" fmla="*/ 11255457 w 12192000"/>
              <a:gd name="connsiteY226" fmla="*/ 1518259 h 6858000"/>
              <a:gd name="connsiteX227" fmla="*/ 11298361 w 12192000"/>
              <a:gd name="connsiteY227" fmla="*/ 1535112 h 6858000"/>
              <a:gd name="connsiteX228" fmla="*/ 11340982 w 12192000"/>
              <a:gd name="connsiteY228" fmla="*/ 1552524 h 6858000"/>
              <a:gd name="connsiteX229" fmla="*/ 11383321 w 12192000"/>
              <a:gd name="connsiteY229" fmla="*/ 1570469 h 6858000"/>
              <a:gd name="connsiteX230" fmla="*/ 11425365 w 12192000"/>
              <a:gd name="connsiteY230" fmla="*/ 1588960 h 6858000"/>
              <a:gd name="connsiteX231" fmla="*/ 11467116 w 12192000"/>
              <a:gd name="connsiteY231" fmla="*/ 1607985 h 6858000"/>
              <a:gd name="connsiteX232" fmla="*/ 11508571 w 12192000"/>
              <a:gd name="connsiteY232" fmla="*/ 1627543 h 6858000"/>
              <a:gd name="connsiteX233" fmla="*/ 11549718 w 12192000"/>
              <a:gd name="connsiteY233" fmla="*/ 1647621 h 6858000"/>
              <a:gd name="connsiteX234" fmla="*/ 11590572 w 12192000"/>
              <a:gd name="connsiteY234" fmla="*/ 1668233 h 6858000"/>
              <a:gd name="connsiteX235" fmla="*/ 11631092 w 12192000"/>
              <a:gd name="connsiteY235" fmla="*/ 1689366 h 6858000"/>
              <a:gd name="connsiteX236" fmla="*/ 11671305 w 12192000"/>
              <a:gd name="connsiteY236" fmla="*/ 1711007 h 6858000"/>
              <a:gd name="connsiteX237" fmla="*/ 11711198 w 12192000"/>
              <a:gd name="connsiteY237" fmla="*/ 1733156 h 6858000"/>
              <a:gd name="connsiteX238" fmla="*/ 11750770 w 12192000"/>
              <a:gd name="connsiteY238" fmla="*/ 1755813 h 6858000"/>
              <a:gd name="connsiteX239" fmla="*/ 11789996 w 12192000"/>
              <a:gd name="connsiteY239" fmla="*/ 1778965 h 6858000"/>
              <a:gd name="connsiteX240" fmla="*/ 11828902 w 12192000"/>
              <a:gd name="connsiteY240" fmla="*/ 1802625 h 6858000"/>
              <a:gd name="connsiteX241" fmla="*/ 11867462 w 12192000"/>
              <a:gd name="connsiteY241" fmla="*/ 1826768 h 6858000"/>
              <a:gd name="connsiteX242" fmla="*/ 11905677 w 12192000"/>
              <a:gd name="connsiteY242" fmla="*/ 1851393 h 6858000"/>
              <a:gd name="connsiteX243" fmla="*/ 11943545 w 12192000"/>
              <a:gd name="connsiteY243" fmla="*/ 1876513 h 6858000"/>
              <a:gd name="connsiteX244" fmla="*/ 11981054 w 12192000"/>
              <a:gd name="connsiteY244" fmla="*/ 1902104 h 6858000"/>
              <a:gd name="connsiteX245" fmla="*/ 12018218 w 12192000"/>
              <a:gd name="connsiteY245" fmla="*/ 1928177 h 6858000"/>
              <a:gd name="connsiteX246" fmla="*/ 12055010 w 12192000"/>
              <a:gd name="connsiteY246" fmla="*/ 1954707 h 6858000"/>
              <a:gd name="connsiteX247" fmla="*/ 12091444 w 12192000"/>
              <a:gd name="connsiteY247" fmla="*/ 1981708 h 6858000"/>
              <a:gd name="connsiteX248" fmla="*/ 12127507 w 12192000"/>
              <a:gd name="connsiteY248" fmla="*/ 2009178 h 6858000"/>
              <a:gd name="connsiteX249" fmla="*/ 12163184 w 12192000"/>
              <a:gd name="connsiteY249" fmla="*/ 2037092 h 6858000"/>
              <a:gd name="connsiteX250" fmla="*/ 12192000 w 12192000"/>
              <a:gd name="connsiteY250" fmla="*/ 2060249 h 6858000"/>
              <a:gd name="connsiteX251" fmla="*/ 12192000 w 12192000"/>
              <a:gd name="connsiteY251" fmla="*/ 4714710 h 6858000"/>
              <a:gd name="connsiteX252" fmla="*/ 12167975 w 12192000"/>
              <a:gd name="connsiteY252" fmla="*/ 4714710 h 6858000"/>
              <a:gd name="connsiteX253" fmla="*/ 12167438 w 12192000"/>
              <a:gd name="connsiteY253" fmla="*/ 4666285 h 6858000"/>
              <a:gd name="connsiteX254" fmla="*/ 12165811 w 12192000"/>
              <a:gd name="connsiteY254" fmla="*/ 4618126 h 6858000"/>
              <a:gd name="connsiteX255" fmla="*/ 12163120 w 12192000"/>
              <a:gd name="connsiteY255" fmla="*/ 4570247 h 6858000"/>
              <a:gd name="connsiteX256" fmla="*/ 12159367 w 12192000"/>
              <a:gd name="connsiteY256" fmla="*/ 4522635 h 6858000"/>
              <a:gd name="connsiteX257" fmla="*/ 12154576 w 12192000"/>
              <a:gd name="connsiteY257" fmla="*/ 4475327 h 6858000"/>
              <a:gd name="connsiteX258" fmla="*/ 12148746 w 12192000"/>
              <a:gd name="connsiteY258" fmla="*/ 4428312 h 6858000"/>
              <a:gd name="connsiteX259" fmla="*/ 12141893 w 12192000"/>
              <a:gd name="connsiteY259" fmla="*/ 4381627 h 6858000"/>
              <a:gd name="connsiteX260" fmla="*/ 12134040 w 12192000"/>
              <a:gd name="connsiteY260" fmla="*/ 4335272 h 6858000"/>
              <a:gd name="connsiteX261" fmla="*/ 12125174 w 12192000"/>
              <a:gd name="connsiteY261" fmla="*/ 4289247 h 6858000"/>
              <a:gd name="connsiteX262" fmla="*/ 12115323 w 12192000"/>
              <a:gd name="connsiteY262" fmla="*/ 4243578 h 6858000"/>
              <a:gd name="connsiteX263" fmla="*/ 12104499 w 12192000"/>
              <a:gd name="connsiteY263" fmla="*/ 4198264 h 6858000"/>
              <a:gd name="connsiteX264" fmla="*/ 12092713 w 12192000"/>
              <a:gd name="connsiteY264" fmla="*/ 4153331 h 6858000"/>
              <a:gd name="connsiteX265" fmla="*/ 12079966 w 12192000"/>
              <a:gd name="connsiteY265" fmla="*/ 4108780 h 6858000"/>
              <a:gd name="connsiteX266" fmla="*/ 12066284 w 12192000"/>
              <a:gd name="connsiteY266" fmla="*/ 4064622 h 6858000"/>
              <a:gd name="connsiteX267" fmla="*/ 12051679 w 12192000"/>
              <a:gd name="connsiteY267" fmla="*/ 4020870 h 6858000"/>
              <a:gd name="connsiteX268" fmla="*/ 12036140 w 12192000"/>
              <a:gd name="connsiteY268" fmla="*/ 3977551 h 6858000"/>
              <a:gd name="connsiteX269" fmla="*/ 12019704 w 12192000"/>
              <a:gd name="connsiteY269" fmla="*/ 3934650 h 6858000"/>
              <a:gd name="connsiteX270" fmla="*/ 12002371 w 12192000"/>
              <a:gd name="connsiteY270" fmla="*/ 3892194 h 6858000"/>
              <a:gd name="connsiteX271" fmla="*/ 11984155 w 12192000"/>
              <a:gd name="connsiteY271" fmla="*/ 3850195 h 6858000"/>
              <a:gd name="connsiteX272" fmla="*/ 11965054 w 12192000"/>
              <a:gd name="connsiteY272" fmla="*/ 3808666 h 6858000"/>
              <a:gd name="connsiteX273" fmla="*/ 11945108 w 12192000"/>
              <a:gd name="connsiteY273" fmla="*/ 3767607 h 6858000"/>
              <a:gd name="connsiteX274" fmla="*/ 11924303 w 12192000"/>
              <a:gd name="connsiteY274" fmla="*/ 3727031 h 6858000"/>
              <a:gd name="connsiteX275" fmla="*/ 11902666 w 12192000"/>
              <a:gd name="connsiteY275" fmla="*/ 3686962 h 6858000"/>
              <a:gd name="connsiteX276" fmla="*/ 11880196 w 12192000"/>
              <a:gd name="connsiteY276" fmla="*/ 3647402 h 6858000"/>
              <a:gd name="connsiteX277" fmla="*/ 11856919 w 12192000"/>
              <a:gd name="connsiteY277" fmla="*/ 3608362 h 6858000"/>
              <a:gd name="connsiteX278" fmla="*/ 11832835 w 12192000"/>
              <a:gd name="connsiteY278" fmla="*/ 3569855 h 6858000"/>
              <a:gd name="connsiteX279" fmla="*/ 11807957 w 12192000"/>
              <a:gd name="connsiteY279" fmla="*/ 3531895 h 6858000"/>
              <a:gd name="connsiteX280" fmla="*/ 11782297 w 12192000"/>
              <a:gd name="connsiteY280" fmla="*/ 3494494 h 6858000"/>
              <a:gd name="connsiteX281" fmla="*/ 11755881 w 12192000"/>
              <a:gd name="connsiteY281" fmla="*/ 3457651 h 6858000"/>
              <a:gd name="connsiteX282" fmla="*/ 11728697 w 12192000"/>
              <a:gd name="connsiteY282" fmla="*/ 3421392 h 6858000"/>
              <a:gd name="connsiteX283" fmla="*/ 11700769 w 12192000"/>
              <a:gd name="connsiteY283" fmla="*/ 3385731 h 6858000"/>
              <a:gd name="connsiteX284" fmla="*/ 11672112 w 12192000"/>
              <a:gd name="connsiteY284" fmla="*/ 3350666 h 6858000"/>
              <a:gd name="connsiteX285" fmla="*/ 11642724 w 12192000"/>
              <a:gd name="connsiteY285" fmla="*/ 3316224 h 6858000"/>
              <a:gd name="connsiteX286" fmla="*/ 11612632 w 12192000"/>
              <a:gd name="connsiteY286" fmla="*/ 3282391 h 6858000"/>
              <a:gd name="connsiteX287" fmla="*/ 11581835 w 12192000"/>
              <a:gd name="connsiteY287" fmla="*/ 3249206 h 6858000"/>
              <a:gd name="connsiteX288" fmla="*/ 11550347 w 12192000"/>
              <a:gd name="connsiteY288" fmla="*/ 3216669 h 6858000"/>
              <a:gd name="connsiteX289" fmla="*/ 11518192 w 12192000"/>
              <a:gd name="connsiteY289" fmla="*/ 3184779 h 6858000"/>
              <a:gd name="connsiteX290" fmla="*/ 11485370 w 12192000"/>
              <a:gd name="connsiteY290" fmla="*/ 3153575 h 6858000"/>
              <a:gd name="connsiteX291" fmla="*/ 11451883 w 12192000"/>
              <a:gd name="connsiteY291" fmla="*/ 3123044 h 6858000"/>
              <a:gd name="connsiteX292" fmla="*/ 11417768 w 12192000"/>
              <a:gd name="connsiteY292" fmla="*/ 3093213 h 6858000"/>
              <a:gd name="connsiteX293" fmla="*/ 11383013 w 12192000"/>
              <a:gd name="connsiteY293" fmla="*/ 3064078 h 6858000"/>
              <a:gd name="connsiteX294" fmla="*/ 11347643 w 12192000"/>
              <a:gd name="connsiteY294" fmla="*/ 3035669 h 6858000"/>
              <a:gd name="connsiteX295" fmla="*/ 11311671 w 12192000"/>
              <a:gd name="connsiteY295" fmla="*/ 3007982 h 6858000"/>
              <a:gd name="connsiteX296" fmla="*/ 11275096 w 12192000"/>
              <a:gd name="connsiteY296" fmla="*/ 2981033 h 6858000"/>
              <a:gd name="connsiteX297" fmla="*/ 11237945 w 12192000"/>
              <a:gd name="connsiteY297" fmla="*/ 2954832 h 6858000"/>
              <a:gd name="connsiteX298" fmla="*/ 11200218 w 12192000"/>
              <a:gd name="connsiteY298" fmla="*/ 2929394 h 6858000"/>
              <a:gd name="connsiteX299" fmla="*/ 11161927 w 12192000"/>
              <a:gd name="connsiteY299" fmla="*/ 2904744 h 6858000"/>
              <a:gd name="connsiteX300" fmla="*/ 11123084 w 12192000"/>
              <a:gd name="connsiteY300" fmla="*/ 2880868 h 6858000"/>
              <a:gd name="connsiteX301" fmla="*/ 11083704 w 12192000"/>
              <a:gd name="connsiteY301" fmla="*/ 2857779 h 6858000"/>
              <a:gd name="connsiteX302" fmla="*/ 11043799 w 12192000"/>
              <a:gd name="connsiteY302" fmla="*/ 2835516 h 6858000"/>
              <a:gd name="connsiteX303" fmla="*/ 11003381 w 12192000"/>
              <a:gd name="connsiteY303" fmla="*/ 2814053 h 6858000"/>
              <a:gd name="connsiteX304" fmla="*/ 10962451 w 12192000"/>
              <a:gd name="connsiteY304" fmla="*/ 2793441 h 6858000"/>
              <a:gd name="connsiteX305" fmla="*/ 10921034 w 12192000"/>
              <a:gd name="connsiteY305" fmla="*/ 2773654 h 6858000"/>
              <a:gd name="connsiteX306" fmla="*/ 10879143 w 12192000"/>
              <a:gd name="connsiteY306" fmla="*/ 2754731 h 6858000"/>
              <a:gd name="connsiteX307" fmla="*/ 10836765 w 12192000"/>
              <a:gd name="connsiteY307" fmla="*/ 2736672 h 6858000"/>
              <a:gd name="connsiteX308" fmla="*/ 10793952 w 12192000"/>
              <a:gd name="connsiteY308" fmla="*/ 2719489 h 6858000"/>
              <a:gd name="connsiteX309" fmla="*/ 10750677 w 12192000"/>
              <a:gd name="connsiteY309" fmla="*/ 2703196 h 6858000"/>
              <a:gd name="connsiteX310" fmla="*/ 10706968 w 12192000"/>
              <a:gd name="connsiteY310" fmla="*/ 2687790 h 6858000"/>
              <a:gd name="connsiteX311" fmla="*/ 10662848 w 12192000"/>
              <a:gd name="connsiteY311" fmla="*/ 2673300 h 6858000"/>
              <a:gd name="connsiteX312" fmla="*/ 10618305 w 12192000"/>
              <a:gd name="connsiteY312" fmla="*/ 2659735 h 6858000"/>
              <a:gd name="connsiteX313" fmla="*/ 10573364 w 12192000"/>
              <a:gd name="connsiteY313" fmla="*/ 2647111 h 6858000"/>
              <a:gd name="connsiteX314" fmla="*/ 10528041 w 12192000"/>
              <a:gd name="connsiteY314" fmla="*/ 2635415 h 6858000"/>
              <a:gd name="connsiteX315" fmla="*/ 10482345 w 12192000"/>
              <a:gd name="connsiteY315" fmla="*/ 2624683 h 6858000"/>
              <a:gd name="connsiteX316" fmla="*/ 10436265 w 12192000"/>
              <a:gd name="connsiteY316" fmla="*/ 2614930 h 6858000"/>
              <a:gd name="connsiteX317" fmla="*/ 10389852 w 12192000"/>
              <a:gd name="connsiteY317" fmla="*/ 2606141 h 6858000"/>
              <a:gd name="connsiteX318" fmla="*/ 10343080 w 12192000"/>
              <a:gd name="connsiteY318" fmla="*/ 2598343 h 6858000"/>
              <a:gd name="connsiteX319" fmla="*/ 10295988 w 12192000"/>
              <a:gd name="connsiteY319" fmla="*/ 2591562 h 6858000"/>
              <a:gd name="connsiteX320" fmla="*/ 10248575 w 12192000"/>
              <a:gd name="connsiteY320" fmla="*/ 2585783 h 6858000"/>
              <a:gd name="connsiteX321" fmla="*/ 10200843 w 12192000"/>
              <a:gd name="connsiteY321" fmla="*/ 2581033 h 6858000"/>
              <a:gd name="connsiteX322" fmla="*/ 10152829 w 12192000"/>
              <a:gd name="connsiteY322" fmla="*/ 2577312 h 6858000"/>
              <a:gd name="connsiteX323" fmla="*/ 10104519 w 12192000"/>
              <a:gd name="connsiteY323" fmla="*/ 2574645 h 6858000"/>
              <a:gd name="connsiteX324" fmla="*/ 10055941 w 12192000"/>
              <a:gd name="connsiteY324" fmla="*/ 2573032 h 6858000"/>
              <a:gd name="connsiteX325" fmla="*/ 10007107 w 12192000"/>
              <a:gd name="connsiteY325" fmla="*/ 2572499 h 6858000"/>
              <a:gd name="connsiteX326" fmla="*/ 6549733 w 12192000"/>
              <a:gd name="connsiteY326" fmla="*/ 0 h 6858000"/>
              <a:gd name="connsiteX327" fmla="*/ 10007107 w 12192000"/>
              <a:gd name="connsiteY327" fmla="*/ 0 h 6858000"/>
              <a:gd name="connsiteX328" fmla="*/ 10007107 w 12192000"/>
              <a:gd name="connsiteY328" fmla="*/ 1285252 h 6858000"/>
              <a:gd name="connsiteX329" fmla="*/ 7846264 w 12192000"/>
              <a:gd name="connsiteY329" fmla="*/ 1285252 h 6858000"/>
              <a:gd name="connsiteX330" fmla="*/ 7846264 w 12192000"/>
              <a:gd name="connsiteY330" fmla="*/ 3427742 h 6858000"/>
              <a:gd name="connsiteX331" fmla="*/ 6549733 w 12192000"/>
              <a:gd name="connsiteY331" fmla="*/ 3427742 h 6858000"/>
              <a:gd name="connsiteX332" fmla="*/ 6549733 w 12192000"/>
              <a:gd name="connsiteY332" fmla="*/ 128525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</a:cxnLst>
            <a:rect l="l" t="t" r="r" b="b"/>
            <a:pathLst>
              <a:path w="12192000" h="6858000">
                <a:moveTo>
                  <a:pt x="0" y="2145170"/>
                </a:moveTo>
                <a:lnTo>
                  <a:pt x="931465" y="2145170"/>
                </a:lnTo>
                <a:lnTo>
                  <a:pt x="931465" y="4287659"/>
                </a:lnTo>
                <a:lnTo>
                  <a:pt x="3092333" y="4287659"/>
                </a:lnTo>
                <a:lnTo>
                  <a:pt x="3092333" y="5572696"/>
                </a:lnTo>
                <a:lnTo>
                  <a:pt x="3141168" y="5572150"/>
                </a:lnTo>
                <a:lnTo>
                  <a:pt x="3189745" y="5570550"/>
                </a:lnTo>
                <a:lnTo>
                  <a:pt x="3238055" y="5567870"/>
                </a:lnTo>
                <a:lnTo>
                  <a:pt x="3286069" y="5564162"/>
                </a:lnTo>
                <a:lnTo>
                  <a:pt x="3333802" y="5559399"/>
                </a:lnTo>
                <a:lnTo>
                  <a:pt x="3381215" y="5553634"/>
                </a:lnTo>
                <a:lnTo>
                  <a:pt x="3428306" y="5546839"/>
                </a:lnTo>
                <a:lnTo>
                  <a:pt x="3475077" y="5539041"/>
                </a:lnTo>
                <a:lnTo>
                  <a:pt x="3521504" y="5530266"/>
                </a:lnTo>
                <a:lnTo>
                  <a:pt x="3567571" y="5520499"/>
                </a:lnTo>
                <a:lnTo>
                  <a:pt x="3613266" y="5509768"/>
                </a:lnTo>
                <a:lnTo>
                  <a:pt x="3658604" y="5498084"/>
                </a:lnTo>
                <a:lnTo>
                  <a:pt x="3703544" y="5485447"/>
                </a:lnTo>
                <a:lnTo>
                  <a:pt x="3748073" y="5471884"/>
                </a:lnTo>
                <a:lnTo>
                  <a:pt x="3792207" y="5457393"/>
                </a:lnTo>
                <a:lnTo>
                  <a:pt x="3835916" y="5442001"/>
                </a:lnTo>
                <a:lnTo>
                  <a:pt x="3879178" y="5425694"/>
                </a:lnTo>
                <a:lnTo>
                  <a:pt x="3922004" y="5408511"/>
                </a:lnTo>
                <a:lnTo>
                  <a:pt x="3964369" y="5390451"/>
                </a:lnTo>
                <a:lnTo>
                  <a:pt x="4006273" y="5371528"/>
                </a:lnTo>
                <a:lnTo>
                  <a:pt x="4047690" y="5351742"/>
                </a:lnTo>
                <a:lnTo>
                  <a:pt x="4088608" y="5331130"/>
                </a:lnTo>
                <a:lnTo>
                  <a:pt x="4129038" y="5309667"/>
                </a:lnTo>
                <a:lnTo>
                  <a:pt x="4168944" y="5287403"/>
                </a:lnTo>
                <a:lnTo>
                  <a:pt x="4208310" y="5264315"/>
                </a:lnTo>
                <a:lnTo>
                  <a:pt x="4247152" y="5240452"/>
                </a:lnTo>
                <a:lnTo>
                  <a:pt x="4285443" y="5215788"/>
                </a:lnTo>
                <a:lnTo>
                  <a:pt x="4323184" y="5190350"/>
                </a:lnTo>
                <a:lnTo>
                  <a:pt x="4360335" y="5164150"/>
                </a:lnTo>
                <a:lnTo>
                  <a:pt x="4396909" y="5137201"/>
                </a:lnTo>
                <a:lnTo>
                  <a:pt x="4432882" y="5109515"/>
                </a:lnTo>
                <a:lnTo>
                  <a:pt x="4468251" y="5081105"/>
                </a:lnTo>
                <a:lnTo>
                  <a:pt x="4503008" y="5051971"/>
                </a:lnTo>
                <a:lnTo>
                  <a:pt x="4537123" y="5022139"/>
                </a:lnTo>
                <a:lnTo>
                  <a:pt x="4570597" y="4991608"/>
                </a:lnTo>
                <a:lnTo>
                  <a:pt x="4603430" y="4960404"/>
                </a:lnTo>
                <a:lnTo>
                  <a:pt x="4635585" y="4928514"/>
                </a:lnTo>
                <a:lnTo>
                  <a:pt x="4667073" y="4895977"/>
                </a:lnTo>
                <a:lnTo>
                  <a:pt x="4697858" y="4862792"/>
                </a:lnTo>
                <a:lnTo>
                  <a:pt x="4727963" y="4828959"/>
                </a:lnTo>
                <a:lnTo>
                  <a:pt x="4757339" y="4794516"/>
                </a:lnTo>
                <a:lnTo>
                  <a:pt x="4786008" y="4759452"/>
                </a:lnTo>
                <a:lnTo>
                  <a:pt x="4813935" y="4723777"/>
                </a:lnTo>
                <a:lnTo>
                  <a:pt x="4841121" y="4687532"/>
                </a:lnTo>
                <a:lnTo>
                  <a:pt x="4867535" y="4650689"/>
                </a:lnTo>
                <a:lnTo>
                  <a:pt x="4893195" y="4613287"/>
                </a:lnTo>
                <a:lnTo>
                  <a:pt x="4918075" y="4575327"/>
                </a:lnTo>
                <a:lnTo>
                  <a:pt x="4942158" y="4536821"/>
                </a:lnTo>
                <a:lnTo>
                  <a:pt x="4965434" y="4497781"/>
                </a:lnTo>
                <a:lnTo>
                  <a:pt x="4987905" y="4458220"/>
                </a:lnTo>
                <a:lnTo>
                  <a:pt x="5009542" y="4418152"/>
                </a:lnTo>
                <a:lnTo>
                  <a:pt x="5030347" y="4377575"/>
                </a:lnTo>
                <a:lnTo>
                  <a:pt x="5050293" y="4336516"/>
                </a:lnTo>
                <a:lnTo>
                  <a:pt x="5069380" y="4294987"/>
                </a:lnTo>
                <a:lnTo>
                  <a:pt x="5087599" y="4252988"/>
                </a:lnTo>
                <a:lnTo>
                  <a:pt x="5104943" y="4210532"/>
                </a:lnTo>
                <a:lnTo>
                  <a:pt x="5121381" y="4167632"/>
                </a:lnTo>
                <a:lnTo>
                  <a:pt x="5136906" y="4124312"/>
                </a:lnTo>
                <a:lnTo>
                  <a:pt x="5151523" y="4080560"/>
                </a:lnTo>
                <a:lnTo>
                  <a:pt x="5165204" y="4036403"/>
                </a:lnTo>
                <a:lnTo>
                  <a:pt x="5177951" y="3991851"/>
                </a:lnTo>
                <a:lnTo>
                  <a:pt x="5189738" y="3946918"/>
                </a:lnTo>
                <a:lnTo>
                  <a:pt x="5200562" y="3901605"/>
                </a:lnTo>
                <a:lnTo>
                  <a:pt x="5210414" y="3855936"/>
                </a:lnTo>
                <a:lnTo>
                  <a:pt x="5219266" y="3809911"/>
                </a:lnTo>
                <a:lnTo>
                  <a:pt x="5227132" y="3763556"/>
                </a:lnTo>
                <a:lnTo>
                  <a:pt x="5233986" y="3716871"/>
                </a:lnTo>
                <a:lnTo>
                  <a:pt x="5239801" y="3669855"/>
                </a:lnTo>
                <a:lnTo>
                  <a:pt x="5244605" y="3622548"/>
                </a:lnTo>
                <a:lnTo>
                  <a:pt x="5248346" y="3574948"/>
                </a:lnTo>
                <a:lnTo>
                  <a:pt x="5251049" y="3527056"/>
                </a:lnTo>
                <a:lnTo>
                  <a:pt x="5252663" y="3478898"/>
                </a:lnTo>
                <a:lnTo>
                  <a:pt x="5253214" y="3430486"/>
                </a:lnTo>
                <a:lnTo>
                  <a:pt x="6549733" y="3430486"/>
                </a:lnTo>
                <a:lnTo>
                  <a:pt x="6549387" y="3478860"/>
                </a:lnTo>
                <a:lnTo>
                  <a:pt x="6548374" y="3527082"/>
                </a:lnTo>
                <a:lnTo>
                  <a:pt x="6546684" y="3575151"/>
                </a:lnTo>
                <a:lnTo>
                  <a:pt x="6544339" y="3623043"/>
                </a:lnTo>
                <a:lnTo>
                  <a:pt x="6541328" y="3670757"/>
                </a:lnTo>
                <a:lnTo>
                  <a:pt x="6537652" y="3718306"/>
                </a:lnTo>
                <a:lnTo>
                  <a:pt x="6533335" y="3765664"/>
                </a:lnTo>
                <a:lnTo>
                  <a:pt x="6528351" y="3812844"/>
                </a:lnTo>
                <a:lnTo>
                  <a:pt x="6522741" y="3859822"/>
                </a:lnTo>
                <a:lnTo>
                  <a:pt x="6516489" y="3906621"/>
                </a:lnTo>
                <a:lnTo>
                  <a:pt x="6509596" y="3953218"/>
                </a:lnTo>
                <a:lnTo>
                  <a:pt x="6502077" y="3999598"/>
                </a:lnTo>
                <a:lnTo>
                  <a:pt x="6493929" y="4045788"/>
                </a:lnTo>
                <a:lnTo>
                  <a:pt x="6485154" y="4091749"/>
                </a:lnTo>
                <a:lnTo>
                  <a:pt x="6475764" y="4137507"/>
                </a:lnTo>
                <a:lnTo>
                  <a:pt x="6465772" y="4183037"/>
                </a:lnTo>
                <a:lnTo>
                  <a:pt x="6455164" y="4228350"/>
                </a:lnTo>
                <a:lnTo>
                  <a:pt x="6443955" y="4273423"/>
                </a:lnTo>
                <a:lnTo>
                  <a:pt x="6432143" y="4318266"/>
                </a:lnTo>
                <a:lnTo>
                  <a:pt x="6419743" y="4362869"/>
                </a:lnTo>
                <a:lnTo>
                  <a:pt x="6406740" y="4407230"/>
                </a:lnTo>
                <a:lnTo>
                  <a:pt x="6393161" y="4451350"/>
                </a:lnTo>
                <a:lnTo>
                  <a:pt x="6379005" y="4495203"/>
                </a:lnTo>
                <a:lnTo>
                  <a:pt x="6364260" y="4538815"/>
                </a:lnTo>
                <a:lnTo>
                  <a:pt x="6348951" y="4582160"/>
                </a:lnTo>
                <a:lnTo>
                  <a:pt x="6333079" y="4625238"/>
                </a:lnTo>
                <a:lnTo>
                  <a:pt x="6316629" y="4668037"/>
                </a:lnTo>
                <a:lnTo>
                  <a:pt x="6299629" y="4710569"/>
                </a:lnTo>
                <a:lnTo>
                  <a:pt x="6282078" y="4752835"/>
                </a:lnTo>
                <a:lnTo>
                  <a:pt x="6263965" y="4794809"/>
                </a:lnTo>
                <a:lnTo>
                  <a:pt x="6245312" y="4836490"/>
                </a:lnTo>
                <a:lnTo>
                  <a:pt x="6226122" y="4877879"/>
                </a:lnTo>
                <a:lnTo>
                  <a:pt x="6206394" y="4918976"/>
                </a:lnTo>
                <a:lnTo>
                  <a:pt x="6186140" y="4959769"/>
                </a:lnTo>
                <a:lnTo>
                  <a:pt x="6165348" y="5000256"/>
                </a:lnTo>
                <a:lnTo>
                  <a:pt x="6144044" y="5040439"/>
                </a:lnTo>
                <a:lnTo>
                  <a:pt x="6122214" y="5080305"/>
                </a:lnTo>
                <a:lnTo>
                  <a:pt x="6099861" y="5119852"/>
                </a:lnTo>
                <a:lnTo>
                  <a:pt x="6077018" y="5159070"/>
                </a:lnTo>
                <a:lnTo>
                  <a:pt x="6053652" y="5197970"/>
                </a:lnTo>
                <a:lnTo>
                  <a:pt x="6029798" y="5236527"/>
                </a:lnTo>
                <a:lnTo>
                  <a:pt x="6005445" y="5274754"/>
                </a:lnTo>
                <a:lnTo>
                  <a:pt x="5980593" y="5312638"/>
                </a:lnTo>
                <a:lnTo>
                  <a:pt x="5955266" y="5350180"/>
                </a:lnTo>
                <a:lnTo>
                  <a:pt x="5929439" y="5387378"/>
                </a:lnTo>
                <a:lnTo>
                  <a:pt x="5903151" y="5424208"/>
                </a:lnTo>
                <a:lnTo>
                  <a:pt x="5876378" y="5460695"/>
                </a:lnTo>
                <a:lnTo>
                  <a:pt x="5849143" y="5496801"/>
                </a:lnTo>
                <a:lnTo>
                  <a:pt x="5821432" y="5532552"/>
                </a:lnTo>
                <a:lnTo>
                  <a:pt x="5793274" y="5567934"/>
                </a:lnTo>
                <a:lnTo>
                  <a:pt x="5764655" y="5602922"/>
                </a:lnTo>
                <a:lnTo>
                  <a:pt x="5735588" y="5637542"/>
                </a:lnTo>
                <a:lnTo>
                  <a:pt x="5706072" y="5671782"/>
                </a:lnTo>
                <a:lnTo>
                  <a:pt x="5676108" y="5705627"/>
                </a:lnTo>
                <a:lnTo>
                  <a:pt x="5645708" y="5739066"/>
                </a:lnTo>
                <a:lnTo>
                  <a:pt x="5614873" y="5772124"/>
                </a:lnTo>
                <a:lnTo>
                  <a:pt x="5583615" y="5804763"/>
                </a:lnTo>
                <a:lnTo>
                  <a:pt x="5551934" y="5837009"/>
                </a:lnTo>
                <a:lnTo>
                  <a:pt x="5519831" y="5868835"/>
                </a:lnTo>
                <a:lnTo>
                  <a:pt x="5487304" y="5900242"/>
                </a:lnTo>
                <a:lnTo>
                  <a:pt x="5454380" y="5931230"/>
                </a:lnTo>
                <a:lnTo>
                  <a:pt x="5421034" y="5961799"/>
                </a:lnTo>
                <a:lnTo>
                  <a:pt x="5387303" y="5991936"/>
                </a:lnTo>
                <a:lnTo>
                  <a:pt x="5353163" y="6021641"/>
                </a:lnTo>
                <a:lnTo>
                  <a:pt x="5318625" y="6050902"/>
                </a:lnTo>
                <a:lnTo>
                  <a:pt x="5283703" y="6079718"/>
                </a:lnTo>
                <a:lnTo>
                  <a:pt x="5248410" y="6108090"/>
                </a:lnTo>
                <a:lnTo>
                  <a:pt x="5212720" y="6136005"/>
                </a:lnTo>
                <a:lnTo>
                  <a:pt x="5176657" y="6163475"/>
                </a:lnTo>
                <a:lnTo>
                  <a:pt x="5140237" y="6190475"/>
                </a:lnTo>
                <a:lnTo>
                  <a:pt x="5103432" y="6217018"/>
                </a:lnTo>
                <a:lnTo>
                  <a:pt x="5066281" y="6243078"/>
                </a:lnTo>
                <a:lnTo>
                  <a:pt x="5028758" y="6268682"/>
                </a:lnTo>
                <a:lnTo>
                  <a:pt x="4990889" y="6293790"/>
                </a:lnTo>
                <a:lnTo>
                  <a:pt x="4952675" y="6318428"/>
                </a:lnTo>
                <a:lnTo>
                  <a:pt x="4914116" y="6342570"/>
                </a:lnTo>
                <a:lnTo>
                  <a:pt x="4875222" y="6366218"/>
                </a:lnTo>
                <a:lnTo>
                  <a:pt x="4835983" y="6389383"/>
                </a:lnTo>
                <a:lnTo>
                  <a:pt x="4796423" y="6412027"/>
                </a:lnTo>
                <a:lnTo>
                  <a:pt x="4756531" y="6434188"/>
                </a:lnTo>
                <a:lnTo>
                  <a:pt x="4716318" y="6455829"/>
                </a:lnTo>
                <a:lnTo>
                  <a:pt x="4675785" y="6476949"/>
                </a:lnTo>
                <a:lnTo>
                  <a:pt x="4634946" y="6497561"/>
                </a:lnTo>
                <a:lnTo>
                  <a:pt x="4593796" y="6517640"/>
                </a:lnTo>
                <a:lnTo>
                  <a:pt x="4552341" y="6537198"/>
                </a:lnTo>
                <a:lnTo>
                  <a:pt x="4510592" y="6556222"/>
                </a:lnTo>
                <a:lnTo>
                  <a:pt x="4468547" y="6574714"/>
                </a:lnTo>
                <a:lnTo>
                  <a:pt x="4426207" y="6592671"/>
                </a:lnTo>
                <a:lnTo>
                  <a:pt x="4383573" y="6610070"/>
                </a:lnTo>
                <a:lnTo>
                  <a:pt x="4340670" y="6626923"/>
                </a:lnTo>
                <a:lnTo>
                  <a:pt x="4297498" y="6643230"/>
                </a:lnTo>
                <a:lnTo>
                  <a:pt x="4254045" y="6658965"/>
                </a:lnTo>
                <a:lnTo>
                  <a:pt x="4210322" y="6674142"/>
                </a:lnTo>
                <a:lnTo>
                  <a:pt x="4166330" y="6688760"/>
                </a:lnTo>
                <a:lnTo>
                  <a:pt x="4122095" y="6702793"/>
                </a:lnTo>
                <a:lnTo>
                  <a:pt x="4077590" y="6716255"/>
                </a:lnTo>
                <a:lnTo>
                  <a:pt x="4032843" y="6729146"/>
                </a:lnTo>
                <a:lnTo>
                  <a:pt x="3987851" y="6741439"/>
                </a:lnTo>
                <a:lnTo>
                  <a:pt x="3942617" y="6753149"/>
                </a:lnTo>
                <a:lnTo>
                  <a:pt x="3897152" y="6764261"/>
                </a:lnTo>
                <a:lnTo>
                  <a:pt x="3851443" y="6774777"/>
                </a:lnTo>
                <a:lnTo>
                  <a:pt x="3805517" y="6784683"/>
                </a:lnTo>
                <a:lnTo>
                  <a:pt x="3759360" y="6793992"/>
                </a:lnTo>
                <a:lnTo>
                  <a:pt x="3712998" y="6802691"/>
                </a:lnTo>
                <a:lnTo>
                  <a:pt x="3666406" y="6810769"/>
                </a:lnTo>
                <a:lnTo>
                  <a:pt x="3619622" y="6818223"/>
                </a:lnTo>
                <a:lnTo>
                  <a:pt x="3572618" y="6825056"/>
                </a:lnTo>
                <a:lnTo>
                  <a:pt x="3525412" y="6831254"/>
                </a:lnTo>
                <a:lnTo>
                  <a:pt x="3478024" y="6836816"/>
                </a:lnTo>
                <a:lnTo>
                  <a:pt x="3430433" y="6841757"/>
                </a:lnTo>
                <a:lnTo>
                  <a:pt x="3382662" y="6846036"/>
                </a:lnTo>
                <a:lnTo>
                  <a:pt x="3334699" y="6849681"/>
                </a:lnTo>
                <a:lnTo>
                  <a:pt x="3286569" y="6852666"/>
                </a:lnTo>
                <a:lnTo>
                  <a:pt x="3238259" y="6854990"/>
                </a:lnTo>
                <a:lnTo>
                  <a:pt x="3189772" y="6856666"/>
                </a:lnTo>
                <a:lnTo>
                  <a:pt x="3141129" y="6857670"/>
                </a:lnTo>
                <a:lnTo>
                  <a:pt x="3092333" y="6858000"/>
                </a:lnTo>
                <a:lnTo>
                  <a:pt x="3092333" y="5572899"/>
                </a:lnTo>
                <a:lnTo>
                  <a:pt x="0" y="5572899"/>
                </a:lnTo>
                <a:lnTo>
                  <a:pt x="0" y="4287659"/>
                </a:lnTo>
                <a:close/>
                <a:moveTo>
                  <a:pt x="10007107" y="1287183"/>
                </a:moveTo>
                <a:lnTo>
                  <a:pt x="10055915" y="1287513"/>
                </a:lnTo>
                <a:lnTo>
                  <a:pt x="10104558" y="1288516"/>
                </a:lnTo>
                <a:lnTo>
                  <a:pt x="10153034" y="1290193"/>
                </a:lnTo>
                <a:lnTo>
                  <a:pt x="10201342" y="1292517"/>
                </a:lnTo>
                <a:lnTo>
                  <a:pt x="10249485" y="1295514"/>
                </a:lnTo>
                <a:lnTo>
                  <a:pt x="10297435" y="1299146"/>
                </a:lnTo>
                <a:lnTo>
                  <a:pt x="10345206" y="1303439"/>
                </a:lnTo>
                <a:lnTo>
                  <a:pt x="10392798" y="1308366"/>
                </a:lnTo>
                <a:lnTo>
                  <a:pt x="10440198" y="1313929"/>
                </a:lnTo>
                <a:lnTo>
                  <a:pt x="10487393" y="1320139"/>
                </a:lnTo>
                <a:lnTo>
                  <a:pt x="10534395" y="1326972"/>
                </a:lnTo>
                <a:lnTo>
                  <a:pt x="10581192" y="1334427"/>
                </a:lnTo>
                <a:lnTo>
                  <a:pt x="10627771" y="1342504"/>
                </a:lnTo>
                <a:lnTo>
                  <a:pt x="10674146" y="1351191"/>
                </a:lnTo>
                <a:lnTo>
                  <a:pt x="10720304" y="1360500"/>
                </a:lnTo>
                <a:lnTo>
                  <a:pt x="10766230" y="1370406"/>
                </a:lnTo>
                <a:lnTo>
                  <a:pt x="10811926" y="1380921"/>
                </a:lnTo>
                <a:lnTo>
                  <a:pt x="10857404" y="1392034"/>
                </a:lnTo>
                <a:lnTo>
                  <a:pt x="10902638" y="1403743"/>
                </a:lnTo>
                <a:lnTo>
                  <a:pt x="10947629" y="1416050"/>
                </a:lnTo>
                <a:lnTo>
                  <a:pt x="10992377" y="1428927"/>
                </a:lnTo>
                <a:lnTo>
                  <a:pt x="11036868" y="1442389"/>
                </a:lnTo>
                <a:lnTo>
                  <a:pt x="11081116" y="1456436"/>
                </a:lnTo>
                <a:lnTo>
                  <a:pt x="11125095" y="1471041"/>
                </a:lnTo>
                <a:lnTo>
                  <a:pt x="11168818" y="1486217"/>
                </a:lnTo>
                <a:lnTo>
                  <a:pt x="11212273" y="1501965"/>
                </a:lnTo>
                <a:lnTo>
                  <a:pt x="11255457" y="1518259"/>
                </a:lnTo>
                <a:lnTo>
                  <a:pt x="11298361" y="1535112"/>
                </a:lnTo>
                <a:lnTo>
                  <a:pt x="11340982" y="1552524"/>
                </a:lnTo>
                <a:lnTo>
                  <a:pt x="11383321" y="1570469"/>
                </a:lnTo>
                <a:lnTo>
                  <a:pt x="11425365" y="1588960"/>
                </a:lnTo>
                <a:lnTo>
                  <a:pt x="11467116" y="1607985"/>
                </a:lnTo>
                <a:lnTo>
                  <a:pt x="11508571" y="1627543"/>
                </a:lnTo>
                <a:lnTo>
                  <a:pt x="11549718" y="1647621"/>
                </a:lnTo>
                <a:lnTo>
                  <a:pt x="11590572" y="1668233"/>
                </a:lnTo>
                <a:lnTo>
                  <a:pt x="11631092" y="1689366"/>
                </a:lnTo>
                <a:lnTo>
                  <a:pt x="11671305" y="1711007"/>
                </a:lnTo>
                <a:lnTo>
                  <a:pt x="11711198" y="1733156"/>
                </a:lnTo>
                <a:lnTo>
                  <a:pt x="11750770" y="1755813"/>
                </a:lnTo>
                <a:lnTo>
                  <a:pt x="11789996" y="1778965"/>
                </a:lnTo>
                <a:lnTo>
                  <a:pt x="11828902" y="1802625"/>
                </a:lnTo>
                <a:lnTo>
                  <a:pt x="11867462" y="1826768"/>
                </a:lnTo>
                <a:lnTo>
                  <a:pt x="11905677" y="1851393"/>
                </a:lnTo>
                <a:lnTo>
                  <a:pt x="11943545" y="1876513"/>
                </a:lnTo>
                <a:lnTo>
                  <a:pt x="11981054" y="1902104"/>
                </a:lnTo>
                <a:lnTo>
                  <a:pt x="12018218" y="1928177"/>
                </a:lnTo>
                <a:lnTo>
                  <a:pt x="12055010" y="1954707"/>
                </a:lnTo>
                <a:lnTo>
                  <a:pt x="12091444" y="1981708"/>
                </a:lnTo>
                <a:lnTo>
                  <a:pt x="12127507" y="2009178"/>
                </a:lnTo>
                <a:lnTo>
                  <a:pt x="12163184" y="2037092"/>
                </a:lnTo>
                <a:lnTo>
                  <a:pt x="12192000" y="2060249"/>
                </a:lnTo>
                <a:lnTo>
                  <a:pt x="12192000" y="4714710"/>
                </a:lnTo>
                <a:lnTo>
                  <a:pt x="12167975" y="4714710"/>
                </a:lnTo>
                <a:lnTo>
                  <a:pt x="12167438" y="4666285"/>
                </a:lnTo>
                <a:lnTo>
                  <a:pt x="12165811" y="4618126"/>
                </a:lnTo>
                <a:lnTo>
                  <a:pt x="12163120" y="4570247"/>
                </a:lnTo>
                <a:lnTo>
                  <a:pt x="12159367" y="4522635"/>
                </a:lnTo>
                <a:lnTo>
                  <a:pt x="12154576" y="4475327"/>
                </a:lnTo>
                <a:lnTo>
                  <a:pt x="12148746" y="4428312"/>
                </a:lnTo>
                <a:lnTo>
                  <a:pt x="12141893" y="4381627"/>
                </a:lnTo>
                <a:lnTo>
                  <a:pt x="12134040" y="4335272"/>
                </a:lnTo>
                <a:lnTo>
                  <a:pt x="12125174" y="4289247"/>
                </a:lnTo>
                <a:lnTo>
                  <a:pt x="12115323" y="4243578"/>
                </a:lnTo>
                <a:lnTo>
                  <a:pt x="12104499" y="4198264"/>
                </a:lnTo>
                <a:lnTo>
                  <a:pt x="12092713" y="4153331"/>
                </a:lnTo>
                <a:lnTo>
                  <a:pt x="12079966" y="4108780"/>
                </a:lnTo>
                <a:lnTo>
                  <a:pt x="12066284" y="4064622"/>
                </a:lnTo>
                <a:lnTo>
                  <a:pt x="12051679" y="4020870"/>
                </a:lnTo>
                <a:lnTo>
                  <a:pt x="12036140" y="3977551"/>
                </a:lnTo>
                <a:lnTo>
                  <a:pt x="12019704" y="3934650"/>
                </a:lnTo>
                <a:lnTo>
                  <a:pt x="12002371" y="3892194"/>
                </a:lnTo>
                <a:lnTo>
                  <a:pt x="11984155" y="3850195"/>
                </a:lnTo>
                <a:lnTo>
                  <a:pt x="11965054" y="3808666"/>
                </a:lnTo>
                <a:lnTo>
                  <a:pt x="11945108" y="3767607"/>
                </a:lnTo>
                <a:lnTo>
                  <a:pt x="11924303" y="3727031"/>
                </a:lnTo>
                <a:lnTo>
                  <a:pt x="11902666" y="3686962"/>
                </a:lnTo>
                <a:lnTo>
                  <a:pt x="11880196" y="3647402"/>
                </a:lnTo>
                <a:lnTo>
                  <a:pt x="11856919" y="3608362"/>
                </a:lnTo>
                <a:lnTo>
                  <a:pt x="11832835" y="3569855"/>
                </a:lnTo>
                <a:lnTo>
                  <a:pt x="11807957" y="3531895"/>
                </a:lnTo>
                <a:lnTo>
                  <a:pt x="11782297" y="3494494"/>
                </a:lnTo>
                <a:lnTo>
                  <a:pt x="11755881" y="3457651"/>
                </a:lnTo>
                <a:lnTo>
                  <a:pt x="11728697" y="3421392"/>
                </a:lnTo>
                <a:lnTo>
                  <a:pt x="11700769" y="3385731"/>
                </a:lnTo>
                <a:lnTo>
                  <a:pt x="11672112" y="3350666"/>
                </a:lnTo>
                <a:lnTo>
                  <a:pt x="11642724" y="3316224"/>
                </a:lnTo>
                <a:lnTo>
                  <a:pt x="11612632" y="3282391"/>
                </a:lnTo>
                <a:lnTo>
                  <a:pt x="11581835" y="3249206"/>
                </a:lnTo>
                <a:lnTo>
                  <a:pt x="11550347" y="3216669"/>
                </a:lnTo>
                <a:lnTo>
                  <a:pt x="11518192" y="3184779"/>
                </a:lnTo>
                <a:lnTo>
                  <a:pt x="11485370" y="3153575"/>
                </a:lnTo>
                <a:lnTo>
                  <a:pt x="11451883" y="3123044"/>
                </a:lnTo>
                <a:lnTo>
                  <a:pt x="11417768" y="3093213"/>
                </a:lnTo>
                <a:lnTo>
                  <a:pt x="11383013" y="3064078"/>
                </a:lnTo>
                <a:lnTo>
                  <a:pt x="11347643" y="3035669"/>
                </a:lnTo>
                <a:lnTo>
                  <a:pt x="11311671" y="3007982"/>
                </a:lnTo>
                <a:lnTo>
                  <a:pt x="11275096" y="2981033"/>
                </a:lnTo>
                <a:lnTo>
                  <a:pt x="11237945" y="2954832"/>
                </a:lnTo>
                <a:lnTo>
                  <a:pt x="11200218" y="2929394"/>
                </a:lnTo>
                <a:lnTo>
                  <a:pt x="11161927" y="2904744"/>
                </a:lnTo>
                <a:lnTo>
                  <a:pt x="11123084" y="2880868"/>
                </a:lnTo>
                <a:lnTo>
                  <a:pt x="11083704" y="2857779"/>
                </a:lnTo>
                <a:lnTo>
                  <a:pt x="11043799" y="2835516"/>
                </a:lnTo>
                <a:lnTo>
                  <a:pt x="11003381" y="2814053"/>
                </a:lnTo>
                <a:lnTo>
                  <a:pt x="10962451" y="2793441"/>
                </a:lnTo>
                <a:lnTo>
                  <a:pt x="10921034" y="2773654"/>
                </a:lnTo>
                <a:lnTo>
                  <a:pt x="10879143" y="2754731"/>
                </a:lnTo>
                <a:lnTo>
                  <a:pt x="10836765" y="2736672"/>
                </a:lnTo>
                <a:lnTo>
                  <a:pt x="10793952" y="2719489"/>
                </a:lnTo>
                <a:lnTo>
                  <a:pt x="10750677" y="2703196"/>
                </a:lnTo>
                <a:lnTo>
                  <a:pt x="10706968" y="2687790"/>
                </a:lnTo>
                <a:lnTo>
                  <a:pt x="10662848" y="2673300"/>
                </a:lnTo>
                <a:lnTo>
                  <a:pt x="10618305" y="2659735"/>
                </a:lnTo>
                <a:lnTo>
                  <a:pt x="10573364" y="2647111"/>
                </a:lnTo>
                <a:lnTo>
                  <a:pt x="10528041" y="2635415"/>
                </a:lnTo>
                <a:lnTo>
                  <a:pt x="10482345" y="2624683"/>
                </a:lnTo>
                <a:lnTo>
                  <a:pt x="10436265" y="2614930"/>
                </a:lnTo>
                <a:lnTo>
                  <a:pt x="10389852" y="2606141"/>
                </a:lnTo>
                <a:lnTo>
                  <a:pt x="10343080" y="2598343"/>
                </a:lnTo>
                <a:lnTo>
                  <a:pt x="10295988" y="2591562"/>
                </a:lnTo>
                <a:lnTo>
                  <a:pt x="10248575" y="2585783"/>
                </a:lnTo>
                <a:lnTo>
                  <a:pt x="10200843" y="2581033"/>
                </a:lnTo>
                <a:lnTo>
                  <a:pt x="10152829" y="2577312"/>
                </a:lnTo>
                <a:lnTo>
                  <a:pt x="10104519" y="2574645"/>
                </a:lnTo>
                <a:lnTo>
                  <a:pt x="10055941" y="2573032"/>
                </a:lnTo>
                <a:lnTo>
                  <a:pt x="10007107" y="2572499"/>
                </a:lnTo>
                <a:close/>
                <a:moveTo>
                  <a:pt x="6549733" y="0"/>
                </a:moveTo>
                <a:lnTo>
                  <a:pt x="10007107" y="0"/>
                </a:lnTo>
                <a:lnTo>
                  <a:pt x="10007107" y="1285252"/>
                </a:lnTo>
                <a:lnTo>
                  <a:pt x="7846264" y="1285252"/>
                </a:lnTo>
                <a:lnTo>
                  <a:pt x="7846264" y="3427742"/>
                </a:lnTo>
                <a:lnTo>
                  <a:pt x="6549733" y="3427742"/>
                </a:lnTo>
                <a:lnTo>
                  <a:pt x="6549733" y="1285252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>
            <a:noAutofit/>
          </a:bodyPr>
          <a:lstStyle/>
          <a:p>
            <a:endParaRPr>
              <a:latin typeface="Arial" panose="020B0604020202020204" pitchFamily="34" charset="0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84AE2E5-313F-8ADE-BDDC-06E38B7E94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CD602E07-C281-4409-A9EA-EC31ABE6903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5E3FE5B-3E44-57F9-E0F4-4C85B124325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6877" y="2454274"/>
            <a:ext cx="5198123" cy="3408363"/>
          </a:xfrm>
          <a:prstGeom prst="rect">
            <a:avLst/>
          </a:prstGeom>
        </p:spPr>
        <p:txBody>
          <a:bodyPr lIns="0"/>
          <a:lstStyle>
            <a:lvl1pPr>
              <a:defRPr>
                <a:latin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</a:defRPr>
            </a:lvl2pPr>
            <a:lvl3pPr marL="1165225" indent="-28575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□"/>
              <a:defRPr>
                <a:latin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</a:defRPr>
            </a:lvl4pPr>
            <a:lvl5pPr marL="1881188" indent="-180975">
              <a:buFont typeface="Courier New" panose="02070309020205020404" pitchFamily="49" charset="0"/>
              <a:buChar char="o"/>
              <a:defRPr>
                <a:latin typeface="Arial" panose="020B0604020202020204" pitchFamily="34" charset="0"/>
              </a:defRPr>
            </a:lvl5pPr>
            <a:lvl6pPr>
              <a:defRPr>
                <a:latin typeface="Arial" panose="020B0604020202020204" pitchFamily="34" charset="0"/>
              </a:defRPr>
            </a:lvl6pPr>
            <a:lvl7pPr>
              <a:defRPr>
                <a:latin typeface="Arial" panose="020B0604020202020204" pitchFamily="34" charset="0"/>
              </a:defRPr>
            </a:lvl7pPr>
            <a:lvl8pPr>
              <a:defRPr>
                <a:latin typeface="Arial" panose="020B0604020202020204" pitchFamily="34" charset="0"/>
              </a:defRPr>
            </a:lvl8pPr>
            <a:lvl9pPr>
              <a:defRPr>
                <a:latin typeface="Arial" panose="020B0604020202020204" pitchFamily="34" charset="0"/>
              </a:defRPr>
            </a:lvl9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8FF78F7-8AED-C067-4B83-167B34D58069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6486254" y="2448732"/>
            <a:ext cx="5189810" cy="3408363"/>
          </a:xfrm>
          <a:prstGeom prst="rect">
            <a:avLst/>
          </a:prstGeom>
        </p:spPr>
        <p:txBody>
          <a:bodyPr lIns="0"/>
          <a:lstStyle>
            <a:lvl1pPr>
              <a:defRPr>
                <a:latin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</a:defRPr>
            </a:lvl2pPr>
            <a:lvl3pPr marL="1165225" indent="-28575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□"/>
              <a:defRPr>
                <a:latin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</a:defRPr>
            </a:lvl4pPr>
            <a:lvl5pPr marL="1881188" indent="-180975">
              <a:buFont typeface="Courier New" panose="02070309020205020404" pitchFamily="49" charset="0"/>
              <a:buChar char="o"/>
              <a:defRPr>
                <a:latin typeface="Arial" panose="020B0604020202020204" pitchFamily="34" charset="0"/>
              </a:defRPr>
            </a:lvl5pPr>
            <a:lvl6pPr>
              <a:defRPr>
                <a:latin typeface="Arial" panose="020B0604020202020204" pitchFamily="34" charset="0"/>
              </a:defRPr>
            </a:lvl6pPr>
            <a:lvl7pPr>
              <a:defRPr>
                <a:latin typeface="Arial" panose="020B0604020202020204" pitchFamily="34" charset="0"/>
              </a:defRPr>
            </a:lvl7pPr>
            <a:lvl8pPr>
              <a:defRPr>
                <a:latin typeface="Arial" panose="020B0604020202020204" pitchFamily="34" charset="0"/>
              </a:defRPr>
            </a:lvl8pPr>
            <a:lvl9pPr>
              <a:defRPr>
                <a:latin typeface="Arial" panose="020B0604020202020204" pitchFamily="34" charset="0"/>
              </a:defRPr>
            </a:lvl9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E4384E00-976F-FFDD-ADFB-B17E7F3212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6879" y="925253"/>
            <a:ext cx="11159184" cy="487911"/>
          </a:xfrm>
          <a:prstGeom prst="rect">
            <a:avLst/>
          </a:prstGeom>
        </p:spPr>
        <p:txBody>
          <a:bodyPr lIns="0" tIns="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3000"/>
            </a:lvl1pPr>
          </a:lstStyle>
          <a:p>
            <a:r>
              <a:rPr lang="en-US"/>
              <a:t>Click to add title (Font size 30)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ADAFF-C38B-4155-E93B-590CEFA24C26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516313" y="1429790"/>
            <a:ext cx="11159186" cy="452986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000">
                <a:latin typeface="Arial" panose="020B0604020202020204" pitchFamily="34" charset="0"/>
              </a:defRPr>
            </a:lvl1pPr>
            <a:lvl2pPr marL="268288" indent="0">
              <a:buNone/>
              <a:defRPr sz="2000">
                <a:latin typeface="Arial" panose="020B0604020202020204" pitchFamily="34" charset="0"/>
              </a:defRPr>
            </a:lvl2pPr>
            <a:lvl3pPr marL="879475" indent="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2000">
                <a:latin typeface="Arial" panose="020B0604020202020204" pitchFamily="34" charset="0"/>
              </a:defRPr>
            </a:lvl3pPr>
            <a:lvl4pPr marL="1327150" indent="0">
              <a:buNone/>
              <a:defRPr sz="2000">
                <a:latin typeface="Arial" panose="020B0604020202020204" pitchFamily="34" charset="0"/>
              </a:defRPr>
            </a:lvl4pPr>
            <a:lvl5pPr marL="1700213" indent="0">
              <a:buFont typeface="Courier New" panose="02070309020205020404" pitchFamily="49" charset="0"/>
              <a:buNone/>
              <a:defRPr sz="2000">
                <a:latin typeface="Arial" panose="020B0604020202020204" pitchFamily="34" charset="0"/>
              </a:defRPr>
            </a:lvl5pPr>
            <a:lvl6pPr>
              <a:defRPr>
                <a:latin typeface="Arial" panose="020B0604020202020204" pitchFamily="34" charset="0"/>
              </a:defRPr>
            </a:lvl6pPr>
            <a:lvl7pPr>
              <a:defRPr>
                <a:latin typeface="Arial" panose="020B0604020202020204" pitchFamily="34" charset="0"/>
              </a:defRPr>
            </a:lvl7pPr>
            <a:lvl8pPr>
              <a:defRPr>
                <a:latin typeface="Arial" panose="020B0604020202020204" pitchFamily="34" charset="0"/>
              </a:defRPr>
            </a:lvl8pPr>
            <a:lvl9pPr>
              <a:defRPr>
                <a:latin typeface="Arial" panose="020B0604020202020204" pitchFamily="34" charset="0"/>
              </a:defRPr>
            </a:lvl9pPr>
          </a:lstStyle>
          <a:p>
            <a:pPr lvl="0"/>
            <a:r>
              <a:rPr lang="en-GB"/>
              <a:t>Click to add Sub-title</a:t>
            </a:r>
          </a:p>
        </p:txBody>
      </p:sp>
    </p:spTree>
    <p:extLst>
      <p:ext uri="{BB962C8B-B14F-4D97-AF65-F5344CB8AC3E}">
        <p14:creationId xmlns:p14="http://schemas.microsoft.com/office/powerpoint/2010/main" val="19661838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00">
          <p15:clr>
            <a:srgbClr val="A4A3A4"/>
          </p15:clr>
        </p15:guide>
        <p15:guide id="2" pos="4080">
          <p15:clr>
            <a:srgbClr val="A4A3A4"/>
          </p15:clr>
        </p15:guide>
        <p15:guide id="3" orient="horz" pos="576">
          <p15:clr>
            <a:srgbClr val="A4A3A4"/>
          </p15:clr>
        </p15:guide>
        <p15:guide id="4" orient="horz" pos="1183">
          <p15:clr>
            <a:srgbClr val="A4A3A4"/>
          </p15:clr>
        </p15:guide>
        <p15:guide id="5" orient="horz" pos="1539">
          <p15:clr>
            <a:srgbClr val="A4A3A4"/>
          </p15:clr>
        </p15:guide>
        <p15:guide id="6" orient="horz" pos="3692">
          <p15:clr>
            <a:srgbClr val="A4A3A4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rrow Left Copy &amp; Wide Copy/Table R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84AE2E5-313F-8ADE-BDDC-06E38B7E94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CD602E07-C281-4409-A9EA-EC31ABE6903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AE3340-E541-11D7-8CED-0DC9C90D9596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516313" y="1711701"/>
            <a:ext cx="3712787" cy="4460499"/>
          </a:xfrm>
          <a:prstGeom prst="rect">
            <a:avLst/>
          </a:prstGeom>
        </p:spPr>
        <p:txBody>
          <a:bodyPr lIns="0" rIns="0"/>
          <a:lstStyle>
            <a:lvl1pPr marL="228600" indent="-228600">
              <a:defRPr>
                <a:latin typeface="Arial" panose="020B0604020202020204" pitchFamily="34" charset="0"/>
              </a:defRPr>
            </a:lvl1pPr>
            <a:lvl2pPr marL="449263" indent="-220663">
              <a:lnSpc>
                <a:spcPct val="100000"/>
              </a:lnSpc>
              <a:spcAft>
                <a:spcPts val="600"/>
              </a:spcAft>
              <a:defRPr>
                <a:latin typeface="Arial" panose="020B0604020202020204" pitchFamily="34" charset="0"/>
              </a:defRPr>
            </a:lvl2pPr>
            <a:lvl3pPr marL="1143000" indent="-228600" defTabSz="107632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□"/>
              <a:tabLst/>
              <a:defRPr sz="1400">
                <a:latin typeface="Arial" panose="020B0604020202020204" pitchFamily="34" charset="0"/>
              </a:defRPr>
            </a:lvl3pPr>
            <a:lvl4pPr marL="1704975" indent="-219075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−"/>
              <a:defRPr sz="1400">
                <a:latin typeface="Arial" panose="020B0604020202020204" pitchFamily="34" charset="0"/>
              </a:defRPr>
            </a:lvl4pPr>
            <a:lvl5pPr marL="20574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  <a:tabLst>
                <a:tab pos="2057400" algn="l"/>
              </a:tabLst>
              <a:defRPr sz="1200"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812675D-72DC-1CA4-46D2-67C2A3BAAA5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54901" y="1710343"/>
            <a:ext cx="7221162" cy="4457700"/>
          </a:xfrm>
          <a:prstGeom prst="rect">
            <a:avLst/>
          </a:prstGeom>
        </p:spPr>
        <p:txBody>
          <a:bodyPr lIns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65225" indent="-266700" defTabSz="107632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□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27175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−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5265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053F20F3-3A35-E754-233E-FAE9DB57C0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6879" y="514090"/>
            <a:ext cx="11159184" cy="957523"/>
          </a:xfrm>
          <a:prstGeom prst="rect">
            <a:avLst/>
          </a:prstGeom>
        </p:spPr>
        <p:txBody>
          <a:bodyPr lIns="0" tIns="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3000"/>
            </a:lvl1pPr>
          </a:lstStyle>
          <a:p>
            <a:r>
              <a:rPr lang="en-US"/>
              <a:t>Click to add title (Font size 30)</a:t>
            </a:r>
          </a:p>
        </p:txBody>
      </p:sp>
    </p:spTree>
    <p:extLst>
      <p:ext uri="{BB962C8B-B14F-4D97-AF65-F5344CB8AC3E}">
        <p14:creationId xmlns:p14="http://schemas.microsoft.com/office/powerpoint/2010/main" val="13312938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927">
          <p15:clr>
            <a:srgbClr val="A4A3A4"/>
          </p15:clr>
        </p15:guide>
        <p15:guide id="5" orient="horz" pos="1073">
          <p15:clr>
            <a:srgbClr val="A4A3A4"/>
          </p15:clr>
        </p15:guide>
        <p15:guide id="6" orient="horz" pos="3888">
          <p15:clr>
            <a:srgbClr val="A4A3A4"/>
          </p15:clr>
        </p15:guide>
        <p15:guide id="7" pos="2664">
          <p15:clr>
            <a:srgbClr val="A4A3A4"/>
          </p15:clr>
        </p15:guide>
        <p15:guide id="8" pos="2801">
          <p15:clr>
            <a:srgbClr val="A4A3A4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rrow Left Copy &amp; Wide Copy/Table Right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31AD84B9-A009-7F50-5AD3-4B13AF9AB186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2145170 h 6858000"/>
              <a:gd name="connsiteX1" fmla="*/ 931465 w 12192000"/>
              <a:gd name="connsiteY1" fmla="*/ 2145170 h 6858000"/>
              <a:gd name="connsiteX2" fmla="*/ 931465 w 12192000"/>
              <a:gd name="connsiteY2" fmla="*/ 4287659 h 6858000"/>
              <a:gd name="connsiteX3" fmla="*/ 3092333 w 12192000"/>
              <a:gd name="connsiteY3" fmla="*/ 4287659 h 6858000"/>
              <a:gd name="connsiteX4" fmla="*/ 3092333 w 12192000"/>
              <a:gd name="connsiteY4" fmla="*/ 5572696 h 6858000"/>
              <a:gd name="connsiteX5" fmla="*/ 3141168 w 12192000"/>
              <a:gd name="connsiteY5" fmla="*/ 5572150 h 6858000"/>
              <a:gd name="connsiteX6" fmla="*/ 3189745 w 12192000"/>
              <a:gd name="connsiteY6" fmla="*/ 5570550 h 6858000"/>
              <a:gd name="connsiteX7" fmla="*/ 3238055 w 12192000"/>
              <a:gd name="connsiteY7" fmla="*/ 5567870 h 6858000"/>
              <a:gd name="connsiteX8" fmla="*/ 3286069 w 12192000"/>
              <a:gd name="connsiteY8" fmla="*/ 5564162 h 6858000"/>
              <a:gd name="connsiteX9" fmla="*/ 3333802 w 12192000"/>
              <a:gd name="connsiteY9" fmla="*/ 5559399 h 6858000"/>
              <a:gd name="connsiteX10" fmla="*/ 3381215 w 12192000"/>
              <a:gd name="connsiteY10" fmla="*/ 5553634 h 6858000"/>
              <a:gd name="connsiteX11" fmla="*/ 3428306 w 12192000"/>
              <a:gd name="connsiteY11" fmla="*/ 5546839 h 6858000"/>
              <a:gd name="connsiteX12" fmla="*/ 3475077 w 12192000"/>
              <a:gd name="connsiteY12" fmla="*/ 5539041 h 6858000"/>
              <a:gd name="connsiteX13" fmla="*/ 3521504 w 12192000"/>
              <a:gd name="connsiteY13" fmla="*/ 5530266 h 6858000"/>
              <a:gd name="connsiteX14" fmla="*/ 3567571 w 12192000"/>
              <a:gd name="connsiteY14" fmla="*/ 5520499 h 6858000"/>
              <a:gd name="connsiteX15" fmla="*/ 3613266 w 12192000"/>
              <a:gd name="connsiteY15" fmla="*/ 5509768 h 6858000"/>
              <a:gd name="connsiteX16" fmla="*/ 3658604 w 12192000"/>
              <a:gd name="connsiteY16" fmla="*/ 5498084 h 6858000"/>
              <a:gd name="connsiteX17" fmla="*/ 3703544 w 12192000"/>
              <a:gd name="connsiteY17" fmla="*/ 5485447 h 6858000"/>
              <a:gd name="connsiteX18" fmla="*/ 3748073 w 12192000"/>
              <a:gd name="connsiteY18" fmla="*/ 5471884 h 6858000"/>
              <a:gd name="connsiteX19" fmla="*/ 3792207 w 12192000"/>
              <a:gd name="connsiteY19" fmla="*/ 5457393 h 6858000"/>
              <a:gd name="connsiteX20" fmla="*/ 3835916 w 12192000"/>
              <a:gd name="connsiteY20" fmla="*/ 5442001 h 6858000"/>
              <a:gd name="connsiteX21" fmla="*/ 3879178 w 12192000"/>
              <a:gd name="connsiteY21" fmla="*/ 5425694 h 6858000"/>
              <a:gd name="connsiteX22" fmla="*/ 3922004 w 12192000"/>
              <a:gd name="connsiteY22" fmla="*/ 5408511 h 6858000"/>
              <a:gd name="connsiteX23" fmla="*/ 3964369 w 12192000"/>
              <a:gd name="connsiteY23" fmla="*/ 5390451 h 6858000"/>
              <a:gd name="connsiteX24" fmla="*/ 4006273 w 12192000"/>
              <a:gd name="connsiteY24" fmla="*/ 5371528 h 6858000"/>
              <a:gd name="connsiteX25" fmla="*/ 4047690 w 12192000"/>
              <a:gd name="connsiteY25" fmla="*/ 5351742 h 6858000"/>
              <a:gd name="connsiteX26" fmla="*/ 4088608 w 12192000"/>
              <a:gd name="connsiteY26" fmla="*/ 5331130 h 6858000"/>
              <a:gd name="connsiteX27" fmla="*/ 4129038 w 12192000"/>
              <a:gd name="connsiteY27" fmla="*/ 5309667 h 6858000"/>
              <a:gd name="connsiteX28" fmla="*/ 4168944 w 12192000"/>
              <a:gd name="connsiteY28" fmla="*/ 5287403 h 6858000"/>
              <a:gd name="connsiteX29" fmla="*/ 4208310 w 12192000"/>
              <a:gd name="connsiteY29" fmla="*/ 5264315 h 6858000"/>
              <a:gd name="connsiteX30" fmla="*/ 4247152 w 12192000"/>
              <a:gd name="connsiteY30" fmla="*/ 5240452 h 6858000"/>
              <a:gd name="connsiteX31" fmla="*/ 4285443 w 12192000"/>
              <a:gd name="connsiteY31" fmla="*/ 5215788 h 6858000"/>
              <a:gd name="connsiteX32" fmla="*/ 4323184 w 12192000"/>
              <a:gd name="connsiteY32" fmla="*/ 5190350 h 6858000"/>
              <a:gd name="connsiteX33" fmla="*/ 4360335 w 12192000"/>
              <a:gd name="connsiteY33" fmla="*/ 5164150 h 6858000"/>
              <a:gd name="connsiteX34" fmla="*/ 4396909 w 12192000"/>
              <a:gd name="connsiteY34" fmla="*/ 5137201 h 6858000"/>
              <a:gd name="connsiteX35" fmla="*/ 4432882 w 12192000"/>
              <a:gd name="connsiteY35" fmla="*/ 5109515 h 6858000"/>
              <a:gd name="connsiteX36" fmla="*/ 4468251 w 12192000"/>
              <a:gd name="connsiteY36" fmla="*/ 5081105 h 6858000"/>
              <a:gd name="connsiteX37" fmla="*/ 4503008 w 12192000"/>
              <a:gd name="connsiteY37" fmla="*/ 5051971 h 6858000"/>
              <a:gd name="connsiteX38" fmla="*/ 4537123 w 12192000"/>
              <a:gd name="connsiteY38" fmla="*/ 5022139 h 6858000"/>
              <a:gd name="connsiteX39" fmla="*/ 4570597 w 12192000"/>
              <a:gd name="connsiteY39" fmla="*/ 4991608 h 6858000"/>
              <a:gd name="connsiteX40" fmla="*/ 4603430 w 12192000"/>
              <a:gd name="connsiteY40" fmla="*/ 4960404 h 6858000"/>
              <a:gd name="connsiteX41" fmla="*/ 4635585 w 12192000"/>
              <a:gd name="connsiteY41" fmla="*/ 4928514 h 6858000"/>
              <a:gd name="connsiteX42" fmla="*/ 4667073 w 12192000"/>
              <a:gd name="connsiteY42" fmla="*/ 4895977 h 6858000"/>
              <a:gd name="connsiteX43" fmla="*/ 4697858 w 12192000"/>
              <a:gd name="connsiteY43" fmla="*/ 4862792 h 6858000"/>
              <a:gd name="connsiteX44" fmla="*/ 4727963 w 12192000"/>
              <a:gd name="connsiteY44" fmla="*/ 4828959 h 6858000"/>
              <a:gd name="connsiteX45" fmla="*/ 4757339 w 12192000"/>
              <a:gd name="connsiteY45" fmla="*/ 4794516 h 6858000"/>
              <a:gd name="connsiteX46" fmla="*/ 4786008 w 12192000"/>
              <a:gd name="connsiteY46" fmla="*/ 4759452 h 6858000"/>
              <a:gd name="connsiteX47" fmla="*/ 4813935 w 12192000"/>
              <a:gd name="connsiteY47" fmla="*/ 4723777 h 6858000"/>
              <a:gd name="connsiteX48" fmla="*/ 4841121 w 12192000"/>
              <a:gd name="connsiteY48" fmla="*/ 4687532 h 6858000"/>
              <a:gd name="connsiteX49" fmla="*/ 4867535 w 12192000"/>
              <a:gd name="connsiteY49" fmla="*/ 4650689 h 6858000"/>
              <a:gd name="connsiteX50" fmla="*/ 4893195 w 12192000"/>
              <a:gd name="connsiteY50" fmla="*/ 4613287 h 6858000"/>
              <a:gd name="connsiteX51" fmla="*/ 4918075 w 12192000"/>
              <a:gd name="connsiteY51" fmla="*/ 4575327 h 6858000"/>
              <a:gd name="connsiteX52" fmla="*/ 4942158 w 12192000"/>
              <a:gd name="connsiteY52" fmla="*/ 4536821 h 6858000"/>
              <a:gd name="connsiteX53" fmla="*/ 4965434 w 12192000"/>
              <a:gd name="connsiteY53" fmla="*/ 4497781 h 6858000"/>
              <a:gd name="connsiteX54" fmla="*/ 4987905 w 12192000"/>
              <a:gd name="connsiteY54" fmla="*/ 4458220 h 6858000"/>
              <a:gd name="connsiteX55" fmla="*/ 5009542 w 12192000"/>
              <a:gd name="connsiteY55" fmla="*/ 4418152 h 6858000"/>
              <a:gd name="connsiteX56" fmla="*/ 5030347 w 12192000"/>
              <a:gd name="connsiteY56" fmla="*/ 4377575 h 6858000"/>
              <a:gd name="connsiteX57" fmla="*/ 5050293 w 12192000"/>
              <a:gd name="connsiteY57" fmla="*/ 4336516 h 6858000"/>
              <a:gd name="connsiteX58" fmla="*/ 5069380 w 12192000"/>
              <a:gd name="connsiteY58" fmla="*/ 4294987 h 6858000"/>
              <a:gd name="connsiteX59" fmla="*/ 5087599 w 12192000"/>
              <a:gd name="connsiteY59" fmla="*/ 4252988 h 6858000"/>
              <a:gd name="connsiteX60" fmla="*/ 5104943 w 12192000"/>
              <a:gd name="connsiteY60" fmla="*/ 4210532 h 6858000"/>
              <a:gd name="connsiteX61" fmla="*/ 5121381 w 12192000"/>
              <a:gd name="connsiteY61" fmla="*/ 4167632 h 6858000"/>
              <a:gd name="connsiteX62" fmla="*/ 5136906 w 12192000"/>
              <a:gd name="connsiteY62" fmla="*/ 4124312 h 6858000"/>
              <a:gd name="connsiteX63" fmla="*/ 5151523 w 12192000"/>
              <a:gd name="connsiteY63" fmla="*/ 4080560 h 6858000"/>
              <a:gd name="connsiteX64" fmla="*/ 5165204 w 12192000"/>
              <a:gd name="connsiteY64" fmla="*/ 4036403 h 6858000"/>
              <a:gd name="connsiteX65" fmla="*/ 5177951 w 12192000"/>
              <a:gd name="connsiteY65" fmla="*/ 3991851 h 6858000"/>
              <a:gd name="connsiteX66" fmla="*/ 5189738 w 12192000"/>
              <a:gd name="connsiteY66" fmla="*/ 3946918 h 6858000"/>
              <a:gd name="connsiteX67" fmla="*/ 5200562 w 12192000"/>
              <a:gd name="connsiteY67" fmla="*/ 3901605 h 6858000"/>
              <a:gd name="connsiteX68" fmla="*/ 5210414 w 12192000"/>
              <a:gd name="connsiteY68" fmla="*/ 3855936 h 6858000"/>
              <a:gd name="connsiteX69" fmla="*/ 5219266 w 12192000"/>
              <a:gd name="connsiteY69" fmla="*/ 3809911 h 6858000"/>
              <a:gd name="connsiteX70" fmla="*/ 5227132 w 12192000"/>
              <a:gd name="connsiteY70" fmla="*/ 3763556 h 6858000"/>
              <a:gd name="connsiteX71" fmla="*/ 5233986 w 12192000"/>
              <a:gd name="connsiteY71" fmla="*/ 3716871 h 6858000"/>
              <a:gd name="connsiteX72" fmla="*/ 5239801 w 12192000"/>
              <a:gd name="connsiteY72" fmla="*/ 3669855 h 6858000"/>
              <a:gd name="connsiteX73" fmla="*/ 5244605 w 12192000"/>
              <a:gd name="connsiteY73" fmla="*/ 3622548 h 6858000"/>
              <a:gd name="connsiteX74" fmla="*/ 5248346 w 12192000"/>
              <a:gd name="connsiteY74" fmla="*/ 3574948 h 6858000"/>
              <a:gd name="connsiteX75" fmla="*/ 5251049 w 12192000"/>
              <a:gd name="connsiteY75" fmla="*/ 3527056 h 6858000"/>
              <a:gd name="connsiteX76" fmla="*/ 5252663 w 12192000"/>
              <a:gd name="connsiteY76" fmla="*/ 3478898 h 6858000"/>
              <a:gd name="connsiteX77" fmla="*/ 5253214 w 12192000"/>
              <a:gd name="connsiteY77" fmla="*/ 3430486 h 6858000"/>
              <a:gd name="connsiteX78" fmla="*/ 6549733 w 12192000"/>
              <a:gd name="connsiteY78" fmla="*/ 3430486 h 6858000"/>
              <a:gd name="connsiteX79" fmla="*/ 6549387 w 12192000"/>
              <a:gd name="connsiteY79" fmla="*/ 3478860 h 6858000"/>
              <a:gd name="connsiteX80" fmla="*/ 6548374 w 12192000"/>
              <a:gd name="connsiteY80" fmla="*/ 3527082 h 6858000"/>
              <a:gd name="connsiteX81" fmla="*/ 6546684 w 12192000"/>
              <a:gd name="connsiteY81" fmla="*/ 3575151 h 6858000"/>
              <a:gd name="connsiteX82" fmla="*/ 6544339 w 12192000"/>
              <a:gd name="connsiteY82" fmla="*/ 3623043 h 6858000"/>
              <a:gd name="connsiteX83" fmla="*/ 6541328 w 12192000"/>
              <a:gd name="connsiteY83" fmla="*/ 3670757 h 6858000"/>
              <a:gd name="connsiteX84" fmla="*/ 6537652 w 12192000"/>
              <a:gd name="connsiteY84" fmla="*/ 3718306 h 6858000"/>
              <a:gd name="connsiteX85" fmla="*/ 6533335 w 12192000"/>
              <a:gd name="connsiteY85" fmla="*/ 3765664 h 6858000"/>
              <a:gd name="connsiteX86" fmla="*/ 6528351 w 12192000"/>
              <a:gd name="connsiteY86" fmla="*/ 3812844 h 6858000"/>
              <a:gd name="connsiteX87" fmla="*/ 6522741 w 12192000"/>
              <a:gd name="connsiteY87" fmla="*/ 3859822 h 6858000"/>
              <a:gd name="connsiteX88" fmla="*/ 6516489 w 12192000"/>
              <a:gd name="connsiteY88" fmla="*/ 3906621 h 6858000"/>
              <a:gd name="connsiteX89" fmla="*/ 6509596 w 12192000"/>
              <a:gd name="connsiteY89" fmla="*/ 3953218 h 6858000"/>
              <a:gd name="connsiteX90" fmla="*/ 6502077 w 12192000"/>
              <a:gd name="connsiteY90" fmla="*/ 3999598 h 6858000"/>
              <a:gd name="connsiteX91" fmla="*/ 6493929 w 12192000"/>
              <a:gd name="connsiteY91" fmla="*/ 4045788 h 6858000"/>
              <a:gd name="connsiteX92" fmla="*/ 6485154 w 12192000"/>
              <a:gd name="connsiteY92" fmla="*/ 4091749 h 6858000"/>
              <a:gd name="connsiteX93" fmla="*/ 6475764 w 12192000"/>
              <a:gd name="connsiteY93" fmla="*/ 4137507 h 6858000"/>
              <a:gd name="connsiteX94" fmla="*/ 6465772 w 12192000"/>
              <a:gd name="connsiteY94" fmla="*/ 4183037 h 6858000"/>
              <a:gd name="connsiteX95" fmla="*/ 6455164 w 12192000"/>
              <a:gd name="connsiteY95" fmla="*/ 4228350 h 6858000"/>
              <a:gd name="connsiteX96" fmla="*/ 6443955 w 12192000"/>
              <a:gd name="connsiteY96" fmla="*/ 4273423 h 6858000"/>
              <a:gd name="connsiteX97" fmla="*/ 6432143 w 12192000"/>
              <a:gd name="connsiteY97" fmla="*/ 4318266 h 6858000"/>
              <a:gd name="connsiteX98" fmla="*/ 6419743 w 12192000"/>
              <a:gd name="connsiteY98" fmla="*/ 4362869 h 6858000"/>
              <a:gd name="connsiteX99" fmla="*/ 6406740 w 12192000"/>
              <a:gd name="connsiteY99" fmla="*/ 4407230 h 6858000"/>
              <a:gd name="connsiteX100" fmla="*/ 6393161 w 12192000"/>
              <a:gd name="connsiteY100" fmla="*/ 4451350 h 6858000"/>
              <a:gd name="connsiteX101" fmla="*/ 6379005 w 12192000"/>
              <a:gd name="connsiteY101" fmla="*/ 4495203 h 6858000"/>
              <a:gd name="connsiteX102" fmla="*/ 6364260 w 12192000"/>
              <a:gd name="connsiteY102" fmla="*/ 4538815 h 6858000"/>
              <a:gd name="connsiteX103" fmla="*/ 6348951 w 12192000"/>
              <a:gd name="connsiteY103" fmla="*/ 4582160 h 6858000"/>
              <a:gd name="connsiteX104" fmla="*/ 6333079 w 12192000"/>
              <a:gd name="connsiteY104" fmla="*/ 4625238 h 6858000"/>
              <a:gd name="connsiteX105" fmla="*/ 6316629 w 12192000"/>
              <a:gd name="connsiteY105" fmla="*/ 4668037 h 6858000"/>
              <a:gd name="connsiteX106" fmla="*/ 6299629 w 12192000"/>
              <a:gd name="connsiteY106" fmla="*/ 4710569 h 6858000"/>
              <a:gd name="connsiteX107" fmla="*/ 6282078 w 12192000"/>
              <a:gd name="connsiteY107" fmla="*/ 4752835 h 6858000"/>
              <a:gd name="connsiteX108" fmla="*/ 6263965 w 12192000"/>
              <a:gd name="connsiteY108" fmla="*/ 4794809 h 6858000"/>
              <a:gd name="connsiteX109" fmla="*/ 6245312 w 12192000"/>
              <a:gd name="connsiteY109" fmla="*/ 4836490 h 6858000"/>
              <a:gd name="connsiteX110" fmla="*/ 6226122 w 12192000"/>
              <a:gd name="connsiteY110" fmla="*/ 4877879 h 6858000"/>
              <a:gd name="connsiteX111" fmla="*/ 6206394 w 12192000"/>
              <a:gd name="connsiteY111" fmla="*/ 4918976 h 6858000"/>
              <a:gd name="connsiteX112" fmla="*/ 6186140 w 12192000"/>
              <a:gd name="connsiteY112" fmla="*/ 4959769 h 6858000"/>
              <a:gd name="connsiteX113" fmla="*/ 6165348 w 12192000"/>
              <a:gd name="connsiteY113" fmla="*/ 5000256 h 6858000"/>
              <a:gd name="connsiteX114" fmla="*/ 6144044 w 12192000"/>
              <a:gd name="connsiteY114" fmla="*/ 5040439 h 6858000"/>
              <a:gd name="connsiteX115" fmla="*/ 6122214 w 12192000"/>
              <a:gd name="connsiteY115" fmla="*/ 5080305 h 6858000"/>
              <a:gd name="connsiteX116" fmla="*/ 6099861 w 12192000"/>
              <a:gd name="connsiteY116" fmla="*/ 5119852 h 6858000"/>
              <a:gd name="connsiteX117" fmla="*/ 6077018 w 12192000"/>
              <a:gd name="connsiteY117" fmla="*/ 5159070 h 6858000"/>
              <a:gd name="connsiteX118" fmla="*/ 6053652 w 12192000"/>
              <a:gd name="connsiteY118" fmla="*/ 5197970 h 6858000"/>
              <a:gd name="connsiteX119" fmla="*/ 6029798 w 12192000"/>
              <a:gd name="connsiteY119" fmla="*/ 5236527 h 6858000"/>
              <a:gd name="connsiteX120" fmla="*/ 6005445 w 12192000"/>
              <a:gd name="connsiteY120" fmla="*/ 5274754 h 6858000"/>
              <a:gd name="connsiteX121" fmla="*/ 5980593 w 12192000"/>
              <a:gd name="connsiteY121" fmla="*/ 5312638 h 6858000"/>
              <a:gd name="connsiteX122" fmla="*/ 5955266 w 12192000"/>
              <a:gd name="connsiteY122" fmla="*/ 5350180 h 6858000"/>
              <a:gd name="connsiteX123" fmla="*/ 5929439 w 12192000"/>
              <a:gd name="connsiteY123" fmla="*/ 5387378 h 6858000"/>
              <a:gd name="connsiteX124" fmla="*/ 5903151 w 12192000"/>
              <a:gd name="connsiteY124" fmla="*/ 5424208 h 6858000"/>
              <a:gd name="connsiteX125" fmla="*/ 5876378 w 12192000"/>
              <a:gd name="connsiteY125" fmla="*/ 5460695 h 6858000"/>
              <a:gd name="connsiteX126" fmla="*/ 5849143 w 12192000"/>
              <a:gd name="connsiteY126" fmla="*/ 5496801 h 6858000"/>
              <a:gd name="connsiteX127" fmla="*/ 5821432 w 12192000"/>
              <a:gd name="connsiteY127" fmla="*/ 5532552 h 6858000"/>
              <a:gd name="connsiteX128" fmla="*/ 5793274 w 12192000"/>
              <a:gd name="connsiteY128" fmla="*/ 5567934 h 6858000"/>
              <a:gd name="connsiteX129" fmla="*/ 5764655 w 12192000"/>
              <a:gd name="connsiteY129" fmla="*/ 5602922 h 6858000"/>
              <a:gd name="connsiteX130" fmla="*/ 5735588 w 12192000"/>
              <a:gd name="connsiteY130" fmla="*/ 5637542 h 6858000"/>
              <a:gd name="connsiteX131" fmla="*/ 5706072 w 12192000"/>
              <a:gd name="connsiteY131" fmla="*/ 5671782 h 6858000"/>
              <a:gd name="connsiteX132" fmla="*/ 5676108 w 12192000"/>
              <a:gd name="connsiteY132" fmla="*/ 5705627 h 6858000"/>
              <a:gd name="connsiteX133" fmla="*/ 5645708 w 12192000"/>
              <a:gd name="connsiteY133" fmla="*/ 5739066 h 6858000"/>
              <a:gd name="connsiteX134" fmla="*/ 5614873 w 12192000"/>
              <a:gd name="connsiteY134" fmla="*/ 5772124 h 6858000"/>
              <a:gd name="connsiteX135" fmla="*/ 5583615 w 12192000"/>
              <a:gd name="connsiteY135" fmla="*/ 5804763 h 6858000"/>
              <a:gd name="connsiteX136" fmla="*/ 5551934 w 12192000"/>
              <a:gd name="connsiteY136" fmla="*/ 5837009 h 6858000"/>
              <a:gd name="connsiteX137" fmla="*/ 5519831 w 12192000"/>
              <a:gd name="connsiteY137" fmla="*/ 5868835 h 6858000"/>
              <a:gd name="connsiteX138" fmla="*/ 5487304 w 12192000"/>
              <a:gd name="connsiteY138" fmla="*/ 5900242 h 6858000"/>
              <a:gd name="connsiteX139" fmla="*/ 5454380 w 12192000"/>
              <a:gd name="connsiteY139" fmla="*/ 5931230 h 6858000"/>
              <a:gd name="connsiteX140" fmla="*/ 5421034 w 12192000"/>
              <a:gd name="connsiteY140" fmla="*/ 5961799 h 6858000"/>
              <a:gd name="connsiteX141" fmla="*/ 5387303 w 12192000"/>
              <a:gd name="connsiteY141" fmla="*/ 5991936 h 6858000"/>
              <a:gd name="connsiteX142" fmla="*/ 5353163 w 12192000"/>
              <a:gd name="connsiteY142" fmla="*/ 6021641 h 6858000"/>
              <a:gd name="connsiteX143" fmla="*/ 5318625 w 12192000"/>
              <a:gd name="connsiteY143" fmla="*/ 6050902 h 6858000"/>
              <a:gd name="connsiteX144" fmla="*/ 5283703 w 12192000"/>
              <a:gd name="connsiteY144" fmla="*/ 6079718 h 6858000"/>
              <a:gd name="connsiteX145" fmla="*/ 5248410 w 12192000"/>
              <a:gd name="connsiteY145" fmla="*/ 6108090 h 6858000"/>
              <a:gd name="connsiteX146" fmla="*/ 5212720 w 12192000"/>
              <a:gd name="connsiteY146" fmla="*/ 6136005 h 6858000"/>
              <a:gd name="connsiteX147" fmla="*/ 5176657 w 12192000"/>
              <a:gd name="connsiteY147" fmla="*/ 6163475 h 6858000"/>
              <a:gd name="connsiteX148" fmla="*/ 5140237 w 12192000"/>
              <a:gd name="connsiteY148" fmla="*/ 6190475 h 6858000"/>
              <a:gd name="connsiteX149" fmla="*/ 5103432 w 12192000"/>
              <a:gd name="connsiteY149" fmla="*/ 6217018 h 6858000"/>
              <a:gd name="connsiteX150" fmla="*/ 5066281 w 12192000"/>
              <a:gd name="connsiteY150" fmla="*/ 6243078 h 6858000"/>
              <a:gd name="connsiteX151" fmla="*/ 5028758 w 12192000"/>
              <a:gd name="connsiteY151" fmla="*/ 6268682 h 6858000"/>
              <a:gd name="connsiteX152" fmla="*/ 4990889 w 12192000"/>
              <a:gd name="connsiteY152" fmla="*/ 6293790 h 6858000"/>
              <a:gd name="connsiteX153" fmla="*/ 4952675 w 12192000"/>
              <a:gd name="connsiteY153" fmla="*/ 6318428 h 6858000"/>
              <a:gd name="connsiteX154" fmla="*/ 4914116 w 12192000"/>
              <a:gd name="connsiteY154" fmla="*/ 6342570 h 6858000"/>
              <a:gd name="connsiteX155" fmla="*/ 4875222 w 12192000"/>
              <a:gd name="connsiteY155" fmla="*/ 6366218 h 6858000"/>
              <a:gd name="connsiteX156" fmla="*/ 4835983 w 12192000"/>
              <a:gd name="connsiteY156" fmla="*/ 6389383 h 6858000"/>
              <a:gd name="connsiteX157" fmla="*/ 4796423 w 12192000"/>
              <a:gd name="connsiteY157" fmla="*/ 6412027 h 6858000"/>
              <a:gd name="connsiteX158" fmla="*/ 4756531 w 12192000"/>
              <a:gd name="connsiteY158" fmla="*/ 6434188 h 6858000"/>
              <a:gd name="connsiteX159" fmla="*/ 4716318 w 12192000"/>
              <a:gd name="connsiteY159" fmla="*/ 6455829 h 6858000"/>
              <a:gd name="connsiteX160" fmla="*/ 4675785 w 12192000"/>
              <a:gd name="connsiteY160" fmla="*/ 6476949 h 6858000"/>
              <a:gd name="connsiteX161" fmla="*/ 4634946 w 12192000"/>
              <a:gd name="connsiteY161" fmla="*/ 6497561 h 6858000"/>
              <a:gd name="connsiteX162" fmla="*/ 4593796 w 12192000"/>
              <a:gd name="connsiteY162" fmla="*/ 6517640 h 6858000"/>
              <a:gd name="connsiteX163" fmla="*/ 4552341 w 12192000"/>
              <a:gd name="connsiteY163" fmla="*/ 6537198 h 6858000"/>
              <a:gd name="connsiteX164" fmla="*/ 4510592 w 12192000"/>
              <a:gd name="connsiteY164" fmla="*/ 6556222 h 6858000"/>
              <a:gd name="connsiteX165" fmla="*/ 4468547 w 12192000"/>
              <a:gd name="connsiteY165" fmla="*/ 6574714 h 6858000"/>
              <a:gd name="connsiteX166" fmla="*/ 4426207 w 12192000"/>
              <a:gd name="connsiteY166" fmla="*/ 6592671 h 6858000"/>
              <a:gd name="connsiteX167" fmla="*/ 4383573 w 12192000"/>
              <a:gd name="connsiteY167" fmla="*/ 6610070 h 6858000"/>
              <a:gd name="connsiteX168" fmla="*/ 4340670 w 12192000"/>
              <a:gd name="connsiteY168" fmla="*/ 6626923 h 6858000"/>
              <a:gd name="connsiteX169" fmla="*/ 4297498 w 12192000"/>
              <a:gd name="connsiteY169" fmla="*/ 6643230 h 6858000"/>
              <a:gd name="connsiteX170" fmla="*/ 4254045 w 12192000"/>
              <a:gd name="connsiteY170" fmla="*/ 6658965 h 6858000"/>
              <a:gd name="connsiteX171" fmla="*/ 4210322 w 12192000"/>
              <a:gd name="connsiteY171" fmla="*/ 6674142 h 6858000"/>
              <a:gd name="connsiteX172" fmla="*/ 4166330 w 12192000"/>
              <a:gd name="connsiteY172" fmla="*/ 6688760 h 6858000"/>
              <a:gd name="connsiteX173" fmla="*/ 4122095 w 12192000"/>
              <a:gd name="connsiteY173" fmla="*/ 6702793 h 6858000"/>
              <a:gd name="connsiteX174" fmla="*/ 4077590 w 12192000"/>
              <a:gd name="connsiteY174" fmla="*/ 6716255 h 6858000"/>
              <a:gd name="connsiteX175" fmla="*/ 4032843 w 12192000"/>
              <a:gd name="connsiteY175" fmla="*/ 6729146 h 6858000"/>
              <a:gd name="connsiteX176" fmla="*/ 3987851 w 12192000"/>
              <a:gd name="connsiteY176" fmla="*/ 6741439 h 6858000"/>
              <a:gd name="connsiteX177" fmla="*/ 3942617 w 12192000"/>
              <a:gd name="connsiteY177" fmla="*/ 6753149 h 6858000"/>
              <a:gd name="connsiteX178" fmla="*/ 3897152 w 12192000"/>
              <a:gd name="connsiteY178" fmla="*/ 6764261 h 6858000"/>
              <a:gd name="connsiteX179" fmla="*/ 3851443 w 12192000"/>
              <a:gd name="connsiteY179" fmla="*/ 6774777 h 6858000"/>
              <a:gd name="connsiteX180" fmla="*/ 3805517 w 12192000"/>
              <a:gd name="connsiteY180" fmla="*/ 6784683 h 6858000"/>
              <a:gd name="connsiteX181" fmla="*/ 3759360 w 12192000"/>
              <a:gd name="connsiteY181" fmla="*/ 6793992 h 6858000"/>
              <a:gd name="connsiteX182" fmla="*/ 3712998 w 12192000"/>
              <a:gd name="connsiteY182" fmla="*/ 6802691 h 6858000"/>
              <a:gd name="connsiteX183" fmla="*/ 3666406 w 12192000"/>
              <a:gd name="connsiteY183" fmla="*/ 6810769 h 6858000"/>
              <a:gd name="connsiteX184" fmla="*/ 3619622 w 12192000"/>
              <a:gd name="connsiteY184" fmla="*/ 6818223 h 6858000"/>
              <a:gd name="connsiteX185" fmla="*/ 3572618 w 12192000"/>
              <a:gd name="connsiteY185" fmla="*/ 6825056 h 6858000"/>
              <a:gd name="connsiteX186" fmla="*/ 3525412 w 12192000"/>
              <a:gd name="connsiteY186" fmla="*/ 6831254 h 6858000"/>
              <a:gd name="connsiteX187" fmla="*/ 3478024 w 12192000"/>
              <a:gd name="connsiteY187" fmla="*/ 6836816 h 6858000"/>
              <a:gd name="connsiteX188" fmla="*/ 3430433 w 12192000"/>
              <a:gd name="connsiteY188" fmla="*/ 6841757 h 6858000"/>
              <a:gd name="connsiteX189" fmla="*/ 3382662 w 12192000"/>
              <a:gd name="connsiteY189" fmla="*/ 6846036 h 6858000"/>
              <a:gd name="connsiteX190" fmla="*/ 3334699 w 12192000"/>
              <a:gd name="connsiteY190" fmla="*/ 6849681 h 6858000"/>
              <a:gd name="connsiteX191" fmla="*/ 3286569 w 12192000"/>
              <a:gd name="connsiteY191" fmla="*/ 6852666 h 6858000"/>
              <a:gd name="connsiteX192" fmla="*/ 3238259 w 12192000"/>
              <a:gd name="connsiteY192" fmla="*/ 6854990 h 6858000"/>
              <a:gd name="connsiteX193" fmla="*/ 3189772 w 12192000"/>
              <a:gd name="connsiteY193" fmla="*/ 6856666 h 6858000"/>
              <a:gd name="connsiteX194" fmla="*/ 3141129 w 12192000"/>
              <a:gd name="connsiteY194" fmla="*/ 6857670 h 6858000"/>
              <a:gd name="connsiteX195" fmla="*/ 3092333 w 12192000"/>
              <a:gd name="connsiteY195" fmla="*/ 6858000 h 6858000"/>
              <a:gd name="connsiteX196" fmla="*/ 3092333 w 12192000"/>
              <a:gd name="connsiteY196" fmla="*/ 5572899 h 6858000"/>
              <a:gd name="connsiteX197" fmla="*/ 0 w 12192000"/>
              <a:gd name="connsiteY197" fmla="*/ 5572899 h 6858000"/>
              <a:gd name="connsiteX198" fmla="*/ 0 w 12192000"/>
              <a:gd name="connsiteY198" fmla="*/ 4287659 h 6858000"/>
              <a:gd name="connsiteX199" fmla="*/ 10007107 w 12192000"/>
              <a:gd name="connsiteY199" fmla="*/ 1287183 h 6858000"/>
              <a:gd name="connsiteX200" fmla="*/ 10055915 w 12192000"/>
              <a:gd name="connsiteY200" fmla="*/ 1287513 h 6858000"/>
              <a:gd name="connsiteX201" fmla="*/ 10104558 w 12192000"/>
              <a:gd name="connsiteY201" fmla="*/ 1288516 h 6858000"/>
              <a:gd name="connsiteX202" fmla="*/ 10153034 w 12192000"/>
              <a:gd name="connsiteY202" fmla="*/ 1290193 h 6858000"/>
              <a:gd name="connsiteX203" fmla="*/ 10201342 w 12192000"/>
              <a:gd name="connsiteY203" fmla="*/ 1292517 h 6858000"/>
              <a:gd name="connsiteX204" fmla="*/ 10249485 w 12192000"/>
              <a:gd name="connsiteY204" fmla="*/ 1295514 h 6858000"/>
              <a:gd name="connsiteX205" fmla="*/ 10297435 w 12192000"/>
              <a:gd name="connsiteY205" fmla="*/ 1299146 h 6858000"/>
              <a:gd name="connsiteX206" fmla="*/ 10345206 w 12192000"/>
              <a:gd name="connsiteY206" fmla="*/ 1303439 h 6858000"/>
              <a:gd name="connsiteX207" fmla="*/ 10392798 w 12192000"/>
              <a:gd name="connsiteY207" fmla="*/ 1308366 h 6858000"/>
              <a:gd name="connsiteX208" fmla="*/ 10440198 w 12192000"/>
              <a:gd name="connsiteY208" fmla="*/ 1313929 h 6858000"/>
              <a:gd name="connsiteX209" fmla="*/ 10487393 w 12192000"/>
              <a:gd name="connsiteY209" fmla="*/ 1320139 h 6858000"/>
              <a:gd name="connsiteX210" fmla="*/ 10534395 w 12192000"/>
              <a:gd name="connsiteY210" fmla="*/ 1326972 h 6858000"/>
              <a:gd name="connsiteX211" fmla="*/ 10581192 w 12192000"/>
              <a:gd name="connsiteY211" fmla="*/ 1334427 h 6858000"/>
              <a:gd name="connsiteX212" fmla="*/ 10627771 w 12192000"/>
              <a:gd name="connsiteY212" fmla="*/ 1342504 h 6858000"/>
              <a:gd name="connsiteX213" fmla="*/ 10674146 w 12192000"/>
              <a:gd name="connsiteY213" fmla="*/ 1351191 h 6858000"/>
              <a:gd name="connsiteX214" fmla="*/ 10720304 w 12192000"/>
              <a:gd name="connsiteY214" fmla="*/ 1360500 h 6858000"/>
              <a:gd name="connsiteX215" fmla="*/ 10766230 w 12192000"/>
              <a:gd name="connsiteY215" fmla="*/ 1370406 h 6858000"/>
              <a:gd name="connsiteX216" fmla="*/ 10811926 w 12192000"/>
              <a:gd name="connsiteY216" fmla="*/ 1380921 h 6858000"/>
              <a:gd name="connsiteX217" fmla="*/ 10857404 w 12192000"/>
              <a:gd name="connsiteY217" fmla="*/ 1392034 h 6858000"/>
              <a:gd name="connsiteX218" fmla="*/ 10902638 w 12192000"/>
              <a:gd name="connsiteY218" fmla="*/ 1403743 h 6858000"/>
              <a:gd name="connsiteX219" fmla="*/ 10947629 w 12192000"/>
              <a:gd name="connsiteY219" fmla="*/ 1416050 h 6858000"/>
              <a:gd name="connsiteX220" fmla="*/ 10992377 w 12192000"/>
              <a:gd name="connsiteY220" fmla="*/ 1428927 h 6858000"/>
              <a:gd name="connsiteX221" fmla="*/ 11036868 w 12192000"/>
              <a:gd name="connsiteY221" fmla="*/ 1442389 h 6858000"/>
              <a:gd name="connsiteX222" fmla="*/ 11081116 w 12192000"/>
              <a:gd name="connsiteY222" fmla="*/ 1456436 h 6858000"/>
              <a:gd name="connsiteX223" fmla="*/ 11125095 w 12192000"/>
              <a:gd name="connsiteY223" fmla="*/ 1471041 h 6858000"/>
              <a:gd name="connsiteX224" fmla="*/ 11168818 w 12192000"/>
              <a:gd name="connsiteY224" fmla="*/ 1486217 h 6858000"/>
              <a:gd name="connsiteX225" fmla="*/ 11212273 w 12192000"/>
              <a:gd name="connsiteY225" fmla="*/ 1501965 h 6858000"/>
              <a:gd name="connsiteX226" fmla="*/ 11255457 w 12192000"/>
              <a:gd name="connsiteY226" fmla="*/ 1518259 h 6858000"/>
              <a:gd name="connsiteX227" fmla="*/ 11298361 w 12192000"/>
              <a:gd name="connsiteY227" fmla="*/ 1535112 h 6858000"/>
              <a:gd name="connsiteX228" fmla="*/ 11340982 w 12192000"/>
              <a:gd name="connsiteY228" fmla="*/ 1552524 h 6858000"/>
              <a:gd name="connsiteX229" fmla="*/ 11383321 w 12192000"/>
              <a:gd name="connsiteY229" fmla="*/ 1570469 h 6858000"/>
              <a:gd name="connsiteX230" fmla="*/ 11425365 w 12192000"/>
              <a:gd name="connsiteY230" fmla="*/ 1588960 h 6858000"/>
              <a:gd name="connsiteX231" fmla="*/ 11467116 w 12192000"/>
              <a:gd name="connsiteY231" fmla="*/ 1607985 h 6858000"/>
              <a:gd name="connsiteX232" fmla="*/ 11508571 w 12192000"/>
              <a:gd name="connsiteY232" fmla="*/ 1627543 h 6858000"/>
              <a:gd name="connsiteX233" fmla="*/ 11549718 w 12192000"/>
              <a:gd name="connsiteY233" fmla="*/ 1647621 h 6858000"/>
              <a:gd name="connsiteX234" fmla="*/ 11590572 w 12192000"/>
              <a:gd name="connsiteY234" fmla="*/ 1668233 h 6858000"/>
              <a:gd name="connsiteX235" fmla="*/ 11631092 w 12192000"/>
              <a:gd name="connsiteY235" fmla="*/ 1689366 h 6858000"/>
              <a:gd name="connsiteX236" fmla="*/ 11671305 w 12192000"/>
              <a:gd name="connsiteY236" fmla="*/ 1711007 h 6858000"/>
              <a:gd name="connsiteX237" fmla="*/ 11711198 w 12192000"/>
              <a:gd name="connsiteY237" fmla="*/ 1733156 h 6858000"/>
              <a:gd name="connsiteX238" fmla="*/ 11750770 w 12192000"/>
              <a:gd name="connsiteY238" fmla="*/ 1755813 h 6858000"/>
              <a:gd name="connsiteX239" fmla="*/ 11789996 w 12192000"/>
              <a:gd name="connsiteY239" fmla="*/ 1778965 h 6858000"/>
              <a:gd name="connsiteX240" fmla="*/ 11828902 w 12192000"/>
              <a:gd name="connsiteY240" fmla="*/ 1802625 h 6858000"/>
              <a:gd name="connsiteX241" fmla="*/ 11867462 w 12192000"/>
              <a:gd name="connsiteY241" fmla="*/ 1826768 h 6858000"/>
              <a:gd name="connsiteX242" fmla="*/ 11905677 w 12192000"/>
              <a:gd name="connsiteY242" fmla="*/ 1851393 h 6858000"/>
              <a:gd name="connsiteX243" fmla="*/ 11943545 w 12192000"/>
              <a:gd name="connsiteY243" fmla="*/ 1876513 h 6858000"/>
              <a:gd name="connsiteX244" fmla="*/ 11981054 w 12192000"/>
              <a:gd name="connsiteY244" fmla="*/ 1902104 h 6858000"/>
              <a:gd name="connsiteX245" fmla="*/ 12018218 w 12192000"/>
              <a:gd name="connsiteY245" fmla="*/ 1928177 h 6858000"/>
              <a:gd name="connsiteX246" fmla="*/ 12055010 w 12192000"/>
              <a:gd name="connsiteY246" fmla="*/ 1954707 h 6858000"/>
              <a:gd name="connsiteX247" fmla="*/ 12091444 w 12192000"/>
              <a:gd name="connsiteY247" fmla="*/ 1981708 h 6858000"/>
              <a:gd name="connsiteX248" fmla="*/ 12127507 w 12192000"/>
              <a:gd name="connsiteY248" fmla="*/ 2009178 h 6858000"/>
              <a:gd name="connsiteX249" fmla="*/ 12163184 w 12192000"/>
              <a:gd name="connsiteY249" fmla="*/ 2037092 h 6858000"/>
              <a:gd name="connsiteX250" fmla="*/ 12192000 w 12192000"/>
              <a:gd name="connsiteY250" fmla="*/ 2060249 h 6858000"/>
              <a:gd name="connsiteX251" fmla="*/ 12192000 w 12192000"/>
              <a:gd name="connsiteY251" fmla="*/ 4714710 h 6858000"/>
              <a:gd name="connsiteX252" fmla="*/ 12167975 w 12192000"/>
              <a:gd name="connsiteY252" fmla="*/ 4714710 h 6858000"/>
              <a:gd name="connsiteX253" fmla="*/ 12167438 w 12192000"/>
              <a:gd name="connsiteY253" fmla="*/ 4666285 h 6858000"/>
              <a:gd name="connsiteX254" fmla="*/ 12165811 w 12192000"/>
              <a:gd name="connsiteY254" fmla="*/ 4618126 h 6858000"/>
              <a:gd name="connsiteX255" fmla="*/ 12163120 w 12192000"/>
              <a:gd name="connsiteY255" fmla="*/ 4570247 h 6858000"/>
              <a:gd name="connsiteX256" fmla="*/ 12159367 w 12192000"/>
              <a:gd name="connsiteY256" fmla="*/ 4522635 h 6858000"/>
              <a:gd name="connsiteX257" fmla="*/ 12154576 w 12192000"/>
              <a:gd name="connsiteY257" fmla="*/ 4475327 h 6858000"/>
              <a:gd name="connsiteX258" fmla="*/ 12148746 w 12192000"/>
              <a:gd name="connsiteY258" fmla="*/ 4428312 h 6858000"/>
              <a:gd name="connsiteX259" fmla="*/ 12141893 w 12192000"/>
              <a:gd name="connsiteY259" fmla="*/ 4381627 h 6858000"/>
              <a:gd name="connsiteX260" fmla="*/ 12134040 w 12192000"/>
              <a:gd name="connsiteY260" fmla="*/ 4335272 h 6858000"/>
              <a:gd name="connsiteX261" fmla="*/ 12125174 w 12192000"/>
              <a:gd name="connsiteY261" fmla="*/ 4289247 h 6858000"/>
              <a:gd name="connsiteX262" fmla="*/ 12115323 w 12192000"/>
              <a:gd name="connsiteY262" fmla="*/ 4243578 h 6858000"/>
              <a:gd name="connsiteX263" fmla="*/ 12104499 w 12192000"/>
              <a:gd name="connsiteY263" fmla="*/ 4198264 h 6858000"/>
              <a:gd name="connsiteX264" fmla="*/ 12092713 w 12192000"/>
              <a:gd name="connsiteY264" fmla="*/ 4153331 h 6858000"/>
              <a:gd name="connsiteX265" fmla="*/ 12079966 w 12192000"/>
              <a:gd name="connsiteY265" fmla="*/ 4108780 h 6858000"/>
              <a:gd name="connsiteX266" fmla="*/ 12066284 w 12192000"/>
              <a:gd name="connsiteY266" fmla="*/ 4064622 h 6858000"/>
              <a:gd name="connsiteX267" fmla="*/ 12051679 w 12192000"/>
              <a:gd name="connsiteY267" fmla="*/ 4020870 h 6858000"/>
              <a:gd name="connsiteX268" fmla="*/ 12036140 w 12192000"/>
              <a:gd name="connsiteY268" fmla="*/ 3977551 h 6858000"/>
              <a:gd name="connsiteX269" fmla="*/ 12019704 w 12192000"/>
              <a:gd name="connsiteY269" fmla="*/ 3934650 h 6858000"/>
              <a:gd name="connsiteX270" fmla="*/ 12002371 w 12192000"/>
              <a:gd name="connsiteY270" fmla="*/ 3892194 h 6858000"/>
              <a:gd name="connsiteX271" fmla="*/ 11984155 w 12192000"/>
              <a:gd name="connsiteY271" fmla="*/ 3850195 h 6858000"/>
              <a:gd name="connsiteX272" fmla="*/ 11965054 w 12192000"/>
              <a:gd name="connsiteY272" fmla="*/ 3808666 h 6858000"/>
              <a:gd name="connsiteX273" fmla="*/ 11945108 w 12192000"/>
              <a:gd name="connsiteY273" fmla="*/ 3767607 h 6858000"/>
              <a:gd name="connsiteX274" fmla="*/ 11924303 w 12192000"/>
              <a:gd name="connsiteY274" fmla="*/ 3727031 h 6858000"/>
              <a:gd name="connsiteX275" fmla="*/ 11902666 w 12192000"/>
              <a:gd name="connsiteY275" fmla="*/ 3686962 h 6858000"/>
              <a:gd name="connsiteX276" fmla="*/ 11880196 w 12192000"/>
              <a:gd name="connsiteY276" fmla="*/ 3647402 h 6858000"/>
              <a:gd name="connsiteX277" fmla="*/ 11856919 w 12192000"/>
              <a:gd name="connsiteY277" fmla="*/ 3608362 h 6858000"/>
              <a:gd name="connsiteX278" fmla="*/ 11832835 w 12192000"/>
              <a:gd name="connsiteY278" fmla="*/ 3569855 h 6858000"/>
              <a:gd name="connsiteX279" fmla="*/ 11807957 w 12192000"/>
              <a:gd name="connsiteY279" fmla="*/ 3531895 h 6858000"/>
              <a:gd name="connsiteX280" fmla="*/ 11782297 w 12192000"/>
              <a:gd name="connsiteY280" fmla="*/ 3494494 h 6858000"/>
              <a:gd name="connsiteX281" fmla="*/ 11755881 w 12192000"/>
              <a:gd name="connsiteY281" fmla="*/ 3457651 h 6858000"/>
              <a:gd name="connsiteX282" fmla="*/ 11728697 w 12192000"/>
              <a:gd name="connsiteY282" fmla="*/ 3421392 h 6858000"/>
              <a:gd name="connsiteX283" fmla="*/ 11700769 w 12192000"/>
              <a:gd name="connsiteY283" fmla="*/ 3385731 h 6858000"/>
              <a:gd name="connsiteX284" fmla="*/ 11672112 w 12192000"/>
              <a:gd name="connsiteY284" fmla="*/ 3350666 h 6858000"/>
              <a:gd name="connsiteX285" fmla="*/ 11642724 w 12192000"/>
              <a:gd name="connsiteY285" fmla="*/ 3316224 h 6858000"/>
              <a:gd name="connsiteX286" fmla="*/ 11612632 w 12192000"/>
              <a:gd name="connsiteY286" fmla="*/ 3282391 h 6858000"/>
              <a:gd name="connsiteX287" fmla="*/ 11581835 w 12192000"/>
              <a:gd name="connsiteY287" fmla="*/ 3249206 h 6858000"/>
              <a:gd name="connsiteX288" fmla="*/ 11550347 w 12192000"/>
              <a:gd name="connsiteY288" fmla="*/ 3216669 h 6858000"/>
              <a:gd name="connsiteX289" fmla="*/ 11518192 w 12192000"/>
              <a:gd name="connsiteY289" fmla="*/ 3184779 h 6858000"/>
              <a:gd name="connsiteX290" fmla="*/ 11485370 w 12192000"/>
              <a:gd name="connsiteY290" fmla="*/ 3153575 h 6858000"/>
              <a:gd name="connsiteX291" fmla="*/ 11451883 w 12192000"/>
              <a:gd name="connsiteY291" fmla="*/ 3123044 h 6858000"/>
              <a:gd name="connsiteX292" fmla="*/ 11417768 w 12192000"/>
              <a:gd name="connsiteY292" fmla="*/ 3093213 h 6858000"/>
              <a:gd name="connsiteX293" fmla="*/ 11383013 w 12192000"/>
              <a:gd name="connsiteY293" fmla="*/ 3064078 h 6858000"/>
              <a:gd name="connsiteX294" fmla="*/ 11347643 w 12192000"/>
              <a:gd name="connsiteY294" fmla="*/ 3035669 h 6858000"/>
              <a:gd name="connsiteX295" fmla="*/ 11311671 w 12192000"/>
              <a:gd name="connsiteY295" fmla="*/ 3007982 h 6858000"/>
              <a:gd name="connsiteX296" fmla="*/ 11275096 w 12192000"/>
              <a:gd name="connsiteY296" fmla="*/ 2981033 h 6858000"/>
              <a:gd name="connsiteX297" fmla="*/ 11237945 w 12192000"/>
              <a:gd name="connsiteY297" fmla="*/ 2954832 h 6858000"/>
              <a:gd name="connsiteX298" fmla="*/ 11200218 w 12192000"/>
              <a:gd name="connsiteY298" fmla="*/ 2929394 h 6858000"/>
              <a:gd name="connsiteX299" fmla="*/ 11161927 w 12192000"/>
              <a:gd name="connsiteY299" fmla="*/ 2904744 h 6858000"/>
              <a:gd name="connsiteX300" fmla="*/ 11123084 w 12192000"/>
              <a:gd name="connsiteY300" fmla="*/ 2880868 h 6858000"/>
              <a:gd name="connsiteX301" fmla="*/ 11083704 w 12192000"/>
              <a:gd name="connsiteY301" fmla="*/ 2857779 h 6858000"/>
              <a:gd name="connsiteX302" fmla="*/ 11043799 w 12192000"/>
              <a:gd name="connsiteY302" fmla="*/ 2835516 h 6858000"/>
              <a:gd name="connsiteX303" fmla="*/ 11003381 w 12192000"/>
              <a:gd name="connsiteY303" fmla="*/ 2814053 h 6858000"/>
              <a:gd name="connsiteX304" fmla="*/ 10962451 w 12192000"/>
              <a:gd name="connsiteY304" fmla="*/ 2793441 h 6858000"/>
              <a:gd name="connsiteX305" fmla="*/ 10921034 w 12192000"/>
              <a:gd name="connsiteY305" fmla="*/ 2773654 h 6858000"/>
              <a:gd name="connsiteX306" fmla="*/ 10879143 w 12192000"/>
              <a:gd name="connsiteY306" fmla="*/ 2754731 h 6858000"/>
              <a:gd name="connsiteX307" fmla="*/ 10836765 w 12192000"/>
              <a:gd name="connsiteY307" fmla="*/ 2736672 h 6858000"/>
              <a:gd name="connsiteX308" fmla="*/ 10793952 w 12192000"/>
              <a:gd name="connsiteY308" fmla="*/ 2719489 h 6858000"/>
              <a:gd name="connsiteX309" fmla="*/ 10750677 w 12192000"/>
              <a:gd name="connsiteY309" fmla="*/ 2703196 h 6858000"/>
              <a:gd name="connsiteX310" fmla="*/ 10706968 w 12192000"/>
              <a:gd name="connsiteY310" fmla="*/ 2687790 h 6858000"/>
              <a:gd name="connsiteX311" fmla="*/ 10662848 w 12192000"/>
              <a:gd name="connsiteY311" fmla="*/ 2673300 h 6858000"/>
              <a:gd name="connsiteX312" fmla="*/ 10618305 w 12192000"/>
              <a:gd name="connsiteY312" fmla="*/ 2659735 h 6858000"/>
              <a:gd name="connsiteX313" fmla="*/ 10573364 w 12192000"/>
              <a:gd name="connsiteY313" fmla="*/ 2647111 h 6858000"/>
              <a:gd name="connsiteX314" fmla="*/ 10528041 w 12192000"/>
              <a:gd name="connsiteY314" fmla="*/ 2635415 h 6858000"/>
              <a:gd name="connsiteX315" fmla="*/ 10482345 w 12192000"/>
              <a:gd name="connsiteY315" fmla="*/ 2624683 h 6858000"/>
              <a:gd name="connsiteX316" fmla="*/ 10436265 w 12192000"/>
              <a:gd name="connsiteY316" fmla="*/ 2614930 h 6858000"/>
              <a:gd name="connsiteX317" fmla="*/ 10389852 w 12192000"/>
              <a:gd name="connsiteY317" fmla="*/ 2606141 h 6858000"/>
              <a:gd name="connsiteX318" fmla="*/ 10343080 w 12192000"/>
              <a:gd name="connsiteY318" fmla="*/ 2598343 h 6858000"/>
              <a:gd name="connsiteX319" fmla="*/ 10295988 w 12192000"/>
              <a:gd name="connsiteY319" fmla="*/ 2591562 h 6858000"/>
              <a:gd name="connsiteX320" fmla="*/ 10248575 w 12192000"/>
              <a:gd name="connsiteY320" fmla="*/ 2585783 h 6858000"/>
              <a:gd name="connsiteX321" fmla="*/ 10200843 w 12192000"/>
              <a:gd name="connsiteY321" fmla="*/ 2581033 h 6858000"/>
              <a:gd name="connsiteX322" fmla="*/ 10152829 w 12192000"/>
              <a:gd name="connsiteY322" fmla="*/ 2577312 h 6858000"/>
              <a:gd name="connsiteX323" fmla="*/ 10104519 w 12192000"/>
              <a:gd name="connsiteY323" fmla="*/ 2574645 h 6858000"/>
              <a:gd name="connsiteX324" fmla="*/ 10055941 w 12192000"/>
              <a:gd name="connsiteY324" fmla="*/ 2573032 h 6858000"/>
              <a:gd name="connsiteX325" fmla="*/ 10007107 w 12192000"/>
              <a:gd name="connsiteY325" fmla="*/ 2572499 h 6858000"/>
              <a:gd name="connsiteX326" fmla="*/ 6549733 w 12192000"/>
              <a:gd name="connsiteY326" fmla="*/ 0 h 6858000"/>
              <a:gd name="connsiteX327" fmla="*/ 10007107 w 12192000"/>
              <a:gd name="connsiteY327" fmla="*/ 0 h 6858000"/>
              <a:gd name="connsiteX328" fmla="*/ 10007107 w 12192000"/>
              <a:gd name="connsiteY328" fmla="*/ 1285252 h 6858000"/>
              <a:gd name="connsiteX329" fmla="*/ 7846264 w 12192000"/>
              <a:gd name="connsiteY329" fmla="*/ 1285252 h 6858000"/>
              <a:gd name="connsiteX330" fmla="*/ 7846264 w 12192000"/>
              <a:gd name="connsiteY330" fmla="*/ 3427742 h 6858000"/>
              <a:gd name="connsiteX331" fmla="*/ 6549733 w 12192000"/>
              <a:gd name="connsiteY331" fmla="*/ 3427742 h 6858000"/>
              <a:gd name="connsiteX332" fmla="*/ 6549733 w 12192000"/>
              <a:gd name="connsiteY332" fmla="*/ 128525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</a:cxnLst>
            <a:rect l="l" t="t" r="r" b="b"/>
            <a:pathLst>
              <a:path w="12192000" h="6858000">
                <a:moveTo>
                  <a:pt x="0" y="2145170"/>
                </a:moveTo>
                <a:lnTo>
                  <a:pt x="931465" y="2145170"/>
                </a:lnTo>
                <a:lnTo>
                  <a:pt x="931465" y="4287659"/>
                </a:lnTo>
                <a:lnTo>
                  <a:pt x="3092333" y="4287659"/>
                </a:lnTo>
                <a:lnTo>
                  <a:pt x="3092333" y="5572696"/>
                </a:lnTo>
                <a:lnTo>
                  <a:pt x="3141168" y="5572150"/>
                </a:lnTo>
                <a:lnTo>
                  <a:pt x="3189745" y="5570550"/>
                </a:lnTo>
                <a:lnTo>
                  <a:pt x="3238055" y="5567870"/>
                </a:lnTo>
                <a:lnTo>
                  <a:pt x="3286069" y="5564162"/>
                </a:lnTo>
                <a:lnTo>
                  <a:pt x="3333802" y="5559399"/>
                </a:lnTo>
                <a:lnTo>
                  <a:pt x="3381215" y="5553634"/>
                </a:lnTo>
                <a:lnTo>
                  <a:pt x="3428306" y="5546839"/>
                </a:lnTo>
                <a:lnTo>
                  <a:pt x="3475077" y="5539041"/>
                </a:lnTo>
                <a:lnTo>
                  <a:pt x="3521504" y="5530266"/>
                </a:lnTo>
                <a:lnTo>
                  <a:pt x="3567571" y="5520499"/>
                </a:lnTo>
                <a:lnTo>
                  <a:pt x="3613266" y="5509768"/>
                </a:lnTo>
                <a:lnTo>
                  <a:pt x="3658604" y="5498084"/>
                </a:lnTo>
                <a:lnTo>
                  <a:pt x="3703544" y="5485447"/>
                </a:lnTo>
                <a:lnTo>
                  <a:pt x="3748073" y="5471884"/>
                </a:lnTo>
                <a:lnTo>
                  <a:pt x="3792207" y="5457393"/>
                </a:lnTo>
                <a:lnTo>
                  <a:pt x="3835916" y="5442001"/>
                </a:lnTo>
                <a:lnTo>
                  <a:pt x="3879178" y="5425694"/>
                </a:lnTo>
                <a:lnTo>
                  <a:pt x="3922004" y="5408511"/>
                </a:lnTo>
                <a:lnTo>
                  <a:pt x="3964369" y="5390451"/>
                </a:lnTo>
                <a:lnTo>
                  <a:pt x="4006273" y="5371528"/>
                </a:lnTo>
                <a:lnTo>
                  <a:pt x="4047690" y="5351742"/>
                </a:lnTo>
                <a:lnTo>
                  <a:pt x="4088608" y="5331130"/>
                </a:lnTo>
                <a:lnTo>
                  <a:pt x="4129038" y="5309667"/>
                </a:lnTo>
                <a:lnTo>
                  <a:pt x="4168944" y="5287403"/>
                </a:lnTo>
                <a:lnTo>
                  <a:pt x="4208310" y="5264315"/>
                </a:lnTo>
                <a:lnTo>
                  <a:pt x="4247152" y="5240452"/>
                </a:lnTo>
                <a:lnTo>
                  <a:pt x="4285443" y="5215788"/>
                </a:lnTo>
                <a:lnTo>
                  <a:pt x="4323184" y="5190350"/>
                </a:lnTo>
                <a:lnTo>
                  <a:pt x="4360335" y="5164150"/>
                </a:lnTo>
                <a:lnTo>
                  <a:pt x="4396909" y="5137201"/>
                </a:lnTo>
                <a:lnTo>
                  <a:pt x="4432882" y="5109515"/>
                </a:lnTo>
                <a:lnTo>
                  <a:pt x="4468251" y="5081105"/>
                </a:lnTo>
                <a:lnTo>
                  <a:pt x="4503008" y="5051971"/>
                </a:lnTo>
                <a:lnTo>
                  <a:pt x="4537123" y="5022139"/>
                </a:lnTo>
                <a:lnTo>
                  <a:pt x="4570597" y="4991608"/>
                </a:lnTo>
                <a:lnTo>
                  <a:pt x="4603430" y="4960404"/>
                </a:lnTo>
                <a:lnTo>
                  <a:pt x="4635585" y="4928514"/>
                </a:lnTo>
                <a:lnTo>
                  <a:pt x="4667073" y="4895977"/>
                </a:lnTo>
                <a:lnTo>
                  <a:pt x="4697858" y="4862792"/>
                </a:lnTo>
                <a:lnTo>
                  <a:pt x="4727963" y="4828959"/>
                </a:lnTo>
                <a:lnTo>
                  <a:pt x="4757339" y="4794516"/>
                </a:lnTo>
                <a:lnTo>
                  <a:pt x="4786008" y="4759452"/>
                </a:lnTo>
                <a:lnTo>
                  <a:pt x="4813935" y="4723777"/>
                </a:lnTo>
                <a:lnTo>
                  <a:pt x="4841121" y="4687532"/>
                </a:lnTo>
                <a:lnTo>
                  <a:pt x="4867535" y="4650689"/>
                </a:lnTo>
                <a:lnTo>
                  <a:pt x="4893195" y="4613287"/>
                </a:lnTo>
                <a:lnTo>
                  <a:pt x="4918075" y="4575327"/>
                </a:lnTo>
                <a:lnTo>
                  <a:pt x="4942158" y="4536821"/>
                </a:lnTo>
                <a:lnTo>
                  <a:pt x="4965434" y="4497781"/>
                </a:lnTo>
                <a:lnTo>
                  <a:pt x="4987905" y="4458220"/>
                </a:lnTo>
                <a:lnTo>
                  <a:pt x="5009542" y="4418152"/>
                </a:lnTo>
                <a:lnTo>
                  <a:pt x="5030347" y="4377575"/>
                </a:lnTo>
                <a:lnTo>
                  <a:pt x="5050293" y="4336516"/>
                </a:lnTo>
                <a:lnTo>
                  <a:pt x="5069380" y="4294987"/>
                </a:lnTo>
                <a:lnTo>
                  <a:pt x="5087599" y="4252988"/>
                </a:lnTo>
                <a:lnTo>
                  <a:pt x="5104943" y="4210532"/>
                </a:lnTo>
                <a:lnTo>
                  <a:pt x="5121381" y="4167632"/>
                </a:lnTo>
                <a:lnTo>
                  <a:pt x="5136906" y="4124312"/>
                </a:lnTo>
                <a:lnTo>
                  <a:pt x="5151523" y="4080560"/>
                </a:lnTo>
                <a:lnTo>
                  <a:pt x="5165204" y="4036403"/>
                </a:lnTo>
                <a:lnTo>
                  <a:pt x="5177951" y="3991851"/>
                </a:lnTo>
                <a:lnTo>
                  <a:pt x="5189738" y="3946918"/>
                </a:lnTo>
                <a:lnTo>
                  <a:pt x="5200562" y="3901605"/>
                </a:lnTo>
                <a:lnTo>
                  <a:pt x="5210414" y="3855936"/>
                </a:lnTo>
                <a:lnTo>
                  <a:pt x="5219266" y="3809911"/>
                </a:lnTo>
                <a:lnTo>
                  <a:pt x="5227132" y="3763556"/>
                </a:lnTo>
                <a:lnTo>
                  <a:pt x="5233986" y="3716871"/>
                </a:lnTo>
                <a:lnTo>
                  <a:pt x="5239801" y="3669855"/>
                </a:lnTo>
                <a:lnTo>
                  <a:pt x="5244605" y="3622548"/>
                </a:lnTo>
                <a:lnTo>
                  <a:pt x="5248346" y="3574948"/>
                </a:lnTo>
                <a:lnTo>
                  <a:pt x="5251049" y="3527056"/>
                </a:lnTo>
                <a:lnTo>
                  <a:pt x="5252663" y="3478898"/>
                </a:lnTo>
                <a:lnTo>
                  <a:pt x="5253214" y="3430486"/>
                </a:lnTo>
                <a:lnTo>
                  <a:pt x="6549733" y="3430486"/>
                </a:lnTo>
                <a:lnTo>
                  <a:pt x="6549387" y="3478860"/>
                </a:lnTo>
                <a:lnTo>
                  <a:pt x="6548374" y="3527082"/>
                </a:lnTo>
                <a:lnTo>
                  <a:pt x="6546684" y="3575151"/>
                </a:lnTo>
                <a:lnTo>
                  <a:pt x="6544339" y="3623043"/>
                </a:lnTo>
                <a:lnTo>
                  <a:pt x="6541328" y="3670757"/>
                </a:lnTo>
                <a:lnTo>
                  <a:pt x="6537652" y="3718306"/>
                </a:lnTo>
                <a:lnTo>
                  <a:pt x="6533335" y="3765664"/>
                </a:lnTo>
                <a:lnTo>
                  <a:pt x="6528351" y="3812844"/>
                </a:lnTo>
                <a:lnTo>
                  <a:pt x="6522741" y="3859822"/>
                </a:lnTo>
                <a:lnTo>
                  <a:pt x="6516489" y="3906621"/>
                </a:lnTo>
                <a:lnTo>
                  <a:pt x="6509596" y="3953218"/>
                </a:lnTo>
                <a:lnTo>
                  <a:pt x="6502077" y="3999598"/>
                </a:lnTo>
                <a:lnTo>
                  <a:pt x="6493929" y="4045788"/>
                </a:lnTo>
                <a:lnTo>
                  <a:pt x="6485154" y="4091749"/>
                </a:lnTo>
                <a:lnTo>
                  <a:pt x="6475764" y="4137507"/>
                </a:lnTo>
                <a:lnTo>
                  <a:pt x="6465772" y="4183037"/>
                </a:lnTo>
                <a:lnTo>
                  <a:pt x="6455164" y="4228350"/>
                </a:lnTo>
                <a:lnTo>
                  <a:pt x="6443955" y="4273423"/>
                </a:lnTo>
                <a:lnTo>
                  <a:pt x="6432143" y="4318266"/>
                </a:lnTo>
                <a:lnTo>
                  <a:pt x="6419743" y="4362869"/>
                </a:lnTo>
                <a:lnTo>
                  <a:pt x="6406740" y="4407230"/>
                </a:lnTo>
                <a:lnTo>
                  <a:pt x="6393161" y="4451350"/>
                </a:lnTo>
                <a:lnTo>
                  <a:pt x="6379005" y="4495203"/>
                </a:lnTo>
                <a:lnTo>
                  <a:pt x="6364260" y="4538815"/>
                </a:lnTo>
                <a:lnTo>
                  <a:pt x="6348951" y="4582160"/>
                </a:lnTo>
                <a:lnTo>
                  <a:pt x="6333079" y="4625238"/>
                </a:lnTo>
                <a:lnTo>
                  <a:pt x="6316629" y="4668037"/>
                </a:lnTo>
                <a:lnTo>
                  <a:pt x="6299629" y="4710569"/>
                </a:lnTo>
                <a:lnTo>
                  <a:pt x="6282078" y="4752835"/>
                </a:lnTo>
                <a:lnTo>
                  <a:pt x="6263965" y="4794809"/>
                </a:lnTo>
                <a:lnTo>
                  <a:pt x="6245312" y="4836490"/>
                </a:lnTo>
                <a:lnTo>
                  <a:pt x="6226122" y="4877879"/>
                </a:lnTo>
                <a:lnTo>
                  <a:pt x="6206394" y="4918976"/>
                </a:lnTo>
                <a:lnTo>
                  <a:pt x="6186140" y="4959769"/>
                </a:lnTo>
                <a:lnTo>
                  <a:pt x="6165348" y="5000256"/>
                </a:lnTo>
                <a:lnTo>
                  <a:pt x="6144044" y="5040439"/>
                </a:lnTo>
                <a:lnTo>
                  <a:pt x="6122214" y="5080305"/>
                </a:lnTo>
                <a:lnTo>
                  <a:pt x="6099861" y="5119852"/>
                </a:lnTo>
                <a:lnTo>
                  <a:pt x="6077018" y="5159070"/>
                </a:lnTo>
                <a:lnTo>
                  <a:pt x="6053652" y="5197970"/>
                </a:lnTo>
                <a:lnTo>
                  <a:pt x="6029798" y="5236527"/>
                </a:lnTo>
                <a:lnTo>
                  <a:pt x="6005445" y="5274754"/>
                </a:lnTo>
                <a:lnTo>
                  <a:pt x="5980593" y="5312638"/>
                </a:lnTo>
                <a:lnTo>
                  <a:pt x="5955266" y="5350180"/>
                </a:lnTo>
                <a:lnTo>
                  <a:pt x="5929439" y="5387378"/>
                </a:lnTo>
                <a:lnTo>
                  <a:pt x="5903151" y="5424208"/>
                </a:lnTo>
                <a:lnTo>
                  <a:pt x="5876378" y="5460695"/>
                </a:lnTo>
                <a:lnTo>
                  <a:pt x="5849143" y="5496801"/>
                </a:lnTo>
                <a:lnTo>
                  <a:pt x="5821432" y="5532552"/>
                </a:lnTo>
                <a:lnTo>
                  <a:pt x="5793274" y="5567934"/>
                </a:lnTo>
                <a:lnTo>
                  <a:pt x="5764655" y="5602922"/>
                </a:lnTo>
                <a:lnTo>
                  <a:pt x="5735588" y="5637542"/>
                </a:lnTo>
                <a:lnTo>
                  <a:pt x="5706072" y="5671782"/>
                </a:lnTo>
                <a:lnTo>
                  <a:pt x="5676108" y="5705627"/>
                </a:lnTo>
                <a:lnTo>
                  <a:pt x="5645708" y="5739066"/>
                </a:lnTo>
                <a:lnTo>
                  <a:pt x="5614873" y="5772124"/>
                </a:lnTo>
                <a:lnTo>
                  <a:pt x="5583615" y="5804763"/>
                </a:lnTo>
                <a:lnTo>
                  <a:pt x="5551934" y="5837009"/>
                </a:lnTo>
                <a:lnTo>
                  <a:pt x="5519831" y="5868835"/>
                </a:lnTo>
                <a:lnTo>
                  <a:pt x="5487304" y="5900242"/>
                </a:lnTo>
                <a:lnTo>
                  <a:pt x="5454380" y="5931230"/>
                </a:lnTo>
                <a:lnTo>
                  <a:pt x="5421034" y="5961799"/>
                </a:lnTo>
                <a:lnTo>
                  <a:pt x="5387303" y="5991936"/>
                </a:lnTo>
                <a:lnTo>
                  <a:pt x="5353163" y="6021641"/>
                </a:lnTo>
                <a:lnTo>
                  <a:pt x="5318625" y="6050902"/>
                </a:lnTo>
                <a:lnTo>
                  <a:pt x="5283703" y="6079718"/>
                </a:lnTo>
                <a:lnTo>
                  <a:pt x="5248410" y="6108090"/>
                </a:lnTo>
                <a:lnTo>
                  <a:pt x="5212720" y="6136005"/>
                </a:lnTo>
                <a:lnTo>
                  <a:pt x="5176657" y="6163475"/>
                </a:lnTo>
                <a:lnTo>
                  <a:pt x="5140237" y="6190475"/>
                </a:lnTo>
                <a:lnTo>
                  <a:pt x="5103432" y="6217018"/>
                </a:lnTo>
                <a:lnTo>
                  <a:pt x="5066281" y="6243078"/>
                </a:lnTo>
                <a:lnTo>
                  <a:pt x="5028758" y="6268682"/>
                </a:lnTo>
                <a:lnTo>
                  <a:pt x="4990889" y="6293790"/>
                </a:lnTo>
                <a:lnTo>
                  <a:pt x="4952675" y="6318428"/>
                </a:lnTo>
                <a:lnTo>
                  <a:pt x="4914116" y="6342570"/>
                </a:lnTo>
                <a:lnTo>
                  <a:pt x="4875222" y="6366218"/>
                </a:lnTo>
                <a:lnTo>
                  <a:pt x="4835983" y="6389383"/>
                </a:lnTo>
                <a:lnTo>
                  <a:pt x="4796423" y="6412027"/>
                </a:lnTo>
                <a:lnTo>
                  <a:pt x="4756531" y="6434188"/>
                </a:lnTo>
                <a:lnTo>
                  <a:pt x="4716318" y="6455829"/>
                </a:lnTo>
                <a:lnTo>
                  <a:pt x="4675785" y="6476949"/>
                </a:lnTo>
                <a:lnTo>
                  <a:pt x="4634946" y="6497561"/>
                </a:lnTo>
                <a:lnTo>
                  <a:pt x="4593796" y="6517640"/>
                </a:lnTo>
                <a:lnTo>
                  <a:pt x="4552341" y="6537198"/>
                </a:lnTo>
                <a:lnTo>
                  <a:pt x="4510592" y="6556222"/>
                </a:lnTo>
                <a:lnTo>
                  <a:pt x="4468547" y="6574714"/>
                </a:lnTo>
                <a:lnTo>
                  <a:pt x="4426207" y="6592671"/>
                </a:lnTo>
                <a:lnTo>
                  <a:pt x="4383573" y="6610070"/>
                </a:lnTo>
                <a:lnTo>
                  <a:pt x="4340670" y="6626923"/>
                </a:lnTo>
                <a:lnTo>
                  <a:pt x="4297498" y="6643230"/>
                </a:lnTo>
                <a:lnTo>
                  <a:pt x="4254045" y="6658965"/>
                </a:lnTo>
                <a:lnTo>
                  <a:pt x="4210322" y="6674142"/>
                </a:lnTo>
                <a:lnTo>
                  <a:pt x="4166330" y="6688760"/>
                </a:lnTo>
                <a:lnTo>
                  <a:pt x="4122095" y="6702793"/>
                </a:lnTo>
                <a:lnTo>
                  <a:pt x="4077590" y="6716255"/>
                </a:lnTo>
                <a:lnTo>
                  <a:pt x="4032843" y="6729146"/>
                </a:lnTo>
                <a:lnTo>
                  <a:pt x="3987851" y="6741439"/>
                </a:lnTo>
                <a:lnTo>
                  <a:pt x="3942617" y="6753149"/>
                </a:lnTo>
                <a:lnTo>
                  <a:pt x="3897152" y="6764261"/>
                </a:lnTo>
                <a:lnTo>
                  <a:pt x="3851443" y="6774777"/>
                </a:lnTo>
                <a:lnTo>
                  <a:pt x="3805517" y="6784683"/>
                </a:lnTo>
                <a:lnTo>
                  <a:pt x="3759360" y="6793992"/>
                </a:lnTo>
                <a:lnTo>
                  <a:pt x="3712998" y="6802691"/>
                </a:lnTo>
                <a:lnTo>
                  <a:pt x="3666406" y="6810769"/>
                </a:lnTo>
                <a:lnTo>
                  <a:pt x="3619622" y="6818223"/>
                </a:lnTo>
                <a:lnTo>
                  <a:pt x="3572618" y="6825056"/>
                </a:lnTo>
                <a:lnTo>
                  <a:pt x="3525412" y="6831254"/>
                </a:lnTo>
                <a:lnTo>
                  <a:pt x="3478024" y="6836816"/>
                </a:lnTo>
                <a:lnTo>
                  <a:pt x="3430433" y="6841757"/>
                </a:lnTo>
                <a:lnTo>
                  <a:pt x="3382662" y="6846036"/>
                </a:lnTo>
                <a:lnTo>
                  <a:pt x="3334699" y="6849681"/>
                </a:lnTo>
                <a:lnTo>
                  <a:pt x="3286569" y="6852666"/>
                </a:lnTo>
                <a:lnTo>
                  <a:pt x="3238259" y="6854990"/>
                </a:lnTo>
                <a:lnTo>
                  <a:pt x="3189772" y="6856666"/>
                </a:lnTo>
                <a:lnTo>
                  <a:pt x="3141129" y="6857670"/>
                </a:lnTo>
                <a:lnTo>
                  <a:pt x="3092333" y="6858000"/>
                </a:lnTo>
                <a:lnTo>
                  <a:pt x="3092333" y="5572899"/>
                </a:lnTo>
                <a:lnTo>
                  <a:pt x="0" y="5572899"/>
                </a:lnTo>
                <a:lnTo>
                  <a:pt x="0" y="4287659"/>
                </a:lnTo>
                <a:close/>
                <a:moveTo>
                  <a:pt x="10007107" y="1287183"/>
                </a:moveTo>
                <a:lnTo>
                  <a:pt x="10055915" y="1287513"/>
                </a:lnTo>
                <a:lnTo>
                  <a:pt x="10104558" y="1288516"/>
                </a:lnTo>
                <a:lnTo>
                  <a:pt x="10153034" y="1290193"/>
                </a:lnTo>
                <a:lnTo>
                  <a:pt x="10201342" y="1292517"/>
                </a:lnTo>
                <a:lnTo>
                  <a:pt x="10249485" y="1295514"/>
                </a:lnTo>
                <a:lnTo>
                  <a:pt x="10297435" y="1299146"/>
                </a:lnTo>
                <a:lnTo>
                  <a:pt x="10345206" y="1303439"/>
                </a:lnTo>
                <a:lnTo>
                  <a:pt x="10392798" y="1308366"/>
                </a:lnTo>
                <a:lnTo>
                  <a:pt x="10440198" y="1313929"/>
                </a:lnTo>
                <a:lnTo>
                  <a:pt x="10487393" y="1320139"/>
                </a:lnTo>
                <a:lnTo>
                  <a:pt x="10534395" y="1326972"/>
                </a:lnTo>
                <a:lnTo>
                  <a:pt x="10581192" y="1334427"/>
                </a:lnTo>
                <a:lnTo>
                  <a:pt x="10627771" y="1342504"/>
                </a:lnTo>
                <a:lnTo>
                  <a:pt x="10674146" y="1351191"/>
                </a:lnTo>
                <a:lnTo>
                  <a:pt x="10720304" y="1360500"/>
                </a:lnTo>
                <a:lnTo>
                  <a:pt x="10766230" y="1370406"/>
                </a:lnTo>
                <a:lnTo>
                  <a:pt x="10811926" y="1380921"/>
                </a:lnTo>
                <a:lnTo>
                  <a:pt x="10857404" y="1392034"/>
                </a:lnTo>
                <a:lnTo>
                  <a:pt x="10902638" y="1403743"/>
                </a:lnTo>
                <a:lnTo>
                  <a:pt x="10947629" y="1416050"/>
                </a:lnTo>
                <a:lnTo>
                  <a:pt x="10992377" y="1428927"/>
                </a:lnTo>
                <a:lnTo>
                  <a:pt x="11036868" y="1442389"/>
                </a:lnTo>
                <a:lnTo>
                  <a:pt x="11081116" y="1456436"/>
                </a:lnTo>
                <a:lnTo>
                  <a:pt x="11125095" y="1471041"/>
                </a:lnTo>
                <a:lnTo>
                  <a:pt x="11168818" y="1486217"/>
                </a:lnTo>
                <a:lnTo>
                  <a:pt x="11212273" y="1501965"/>
                </a:lnTo>
                <a:lnTo>
                  <a:pt x="11255457" y="1518259"/>
                </a:lnTo>
                <a:lnTo>
                  <a:pt x="11298361" y="1535112"/>
                </a:lnTo>
                <a:lnTo>
                  <a:pt x="11340982" y="1552524"/>
                </a:lnTo>
                <a:lnTo>
                  <a:pt x="11383321" y="1570469"/>
                </a:lnTo>
                <a:lnTo>
                  <a:pt x="11425365" y="1588960"/>
                </a:lnTo>
                <a:lnTo>
                  <a:pt x="11467116" y="1607985"/>
                </a:lnTo>
                <a:lnTo>
                  <a:pt x="11508571" y="1627543"/>
                </a:lnTo>
                <a:lnTo>
                  <a:pt x="11549718" y="1647621"/>
                </a:lnTo>
                <a:lnTo>
                  <a:pt x="11590572" y="1668233"/>
                </a:lnTo>
                <a:lnTo>
                  <a:pt x="11631092" y="1689366"/>
                </a:lnTo>
                <a:lnTo>
                  <a:pt x="11671305" y="1711007"/>
                </a:lnTo>
                <a:lnTo>
                  <a:pt x="11711198" y="1733156"/>
                </a:lnTo>
                <a:lnTo>
                  <a:pt x="11750770" y="1755813"/>
                </a:lnTo>
                <a:lnTo>
                  <a:pt x="11789996" y="1778965"/>
                </a:lnTo>
                <a:lnTo>
                  <a:pt x="11828902" y="1802625"/>
                </a:lnTo>
                <a:lnTo>
                  <a:pt x="11867462" y="1826768"/>
                </a:lnTo>
                <a:lnTo>
                  <a:pt x="11905677" y="1851393"/>
                </a:lnTo>
                <a:lnTo>
                  <a:pt x="11943545" y="1876513"/>
                </a:lnTo>
                <a:lnTo>
                  <a:pt x="11981054" y="1902104"/>
                </a:lnTo>
                <a:lnTo>
                  <a:pt x="12018218" y="1928177"/>
                </a:lnTo>
                <a:lnTo>
                  <a:pt x="12055010" y="1954707"/>
                </a:lnTo>
                <a:lnTo>
                  <a:pt x="12091444" y="1981708"/>
                </a:lnTo>
                <a:lnTo>
                  <a:pt x="12127507" y="2009178"/>
                </a:lnTo>
                <a:lnTo>
                  <a:pt x="12163184" y="2037092"/>
                </a:lnTo>
                <a:lnTo>
                  <a:pt x="12192000" y="2060249"/>
                </a:lnTo>
                <a:lnTo>
                  <a:pt x="12192000" y="4714710"/>
                </a:lnTo>
                <a:lnTo>
                  <a:pt x="12167975" y="4714710"/>
                </a:lnTo>
                <a:lnTo>
                  <a:pt x="12167438" y="4666285"/>
                </a:lnTo>
                <a:lnTo>
                  <a:pt x="12165811" y="4618126"/>
                </a:lnTo>
                <a:lnTo>
                  <a:pt x="12163120" y="4570247"/>
                </a:lnTo>
                <a:lnTo>
                  <a:pt x="12159367" y="4522635"/>
                </a:lnTo>
                <a:lnTo>
                  <a:pt x="12154576" y="4475327"/>
                </a:lnTo>
                <a:lnTo>
                  <a:pt x="12148746" y="4428312"/>
                </a:lnTo>
                <a:lnTo>
                  <a:pt x="12141893" y="4381627"/>
                </a:lnTo>
                <a:lnTo>
                  <a:pt x="12134040" y="4335272"/>
                </a:lnTo>
                <a:lnTo>
                  <a:pt x="12125174" y="4289247"/>
                </a:lnTo>
                <a:lnTo>
                  <a:pt x="12115323" y="4243578"/>
                </a:lnTo>
                <a:lnTo>
                  <a:pt x="12104499" y="4198264"/>
                </a:lnTo>
                <a:lnTo>
                  <a:pt x="12092713" y="4153331"/>
                </a:lnTo>
                <a:lnTo>
                  <a:pt x="12079966" y="4108780"/>
                </a:lnTo>
                <a:lnTo>
                  <a:pt x="12066284" y="4064622"/>
                </a:lnTo>
                <a:lnTo>
                  <a:pt x="12051679" y="4020870"/>
                </a:lnTo>
                <a:lnTo>
                  <a:pt x="12036140" y="3977551"/>
                </a:lnTo>
                <a:lnTo>
                  <a:pt x="12019704" y="3934650"/>
                </a:lnTo>
                <a:lnTo>
                  <a:pt x="12002371" y="3892194"/>
                </a:lnTo>
                <a:lnTo>
                  <a:pt x="11984155" y="3850195"/>
                </a:lnTo>
                <a:lnTo>
                  <a:pt x="11965054" y="3808666"/>
                </a:lnTo>
                <a:lnTo>
                  <a:pt x="11945108" y="3767607"/>
                </a:lnTo>
                <a:lnTo>
                  <a:pt x="11924303" y="3727031"/>
                </a:lnTo>
                <a:lnTo>
                  <a:pt x="11902666" y="3686962"/>
                </a:lnTo>
                <a:lnTo>
                  <a:pt x="11880196" y="3647402"/>
                </a:lnTo>
                <a:lnTo>
                  <a:pt x="11856919" y="3608362"/>
                </a:lnTo>
                <a:lnTo>
                  <a:pt x="11832835" y="3569855"/>
                </a:lnTo>
                <a:lnTo>
                  <a:pt x="11807957" y="3531895"/>
                </a:lnTo>
                <a:lnTo>
                  <a:pt x="11782297" y="3494494"/>
                </a:lnTo>
                <a:lnTo>
                  <a:pt x="11755881" y="3457651"/>
                </a:lnTo>
                <a:lnTo>
                  <a:pt x="11728697" y="3421392"/>
                </a:lnTo>
                <a:lnTo>
                  <a:pt x="11700769" y="3385731"/>
                </a:lnTo>
                <a:lnTo>
                  <a:pt x="11672112" y="3350666"/>
                </a:lnTo>
                <a:lnTo>
                  <a:pt x="11642724" y="3316224"/>
                </a:lnTo>
                <a:lnTo>
                  <a:pt x="11612632" y="3282391"/>
                </a:lnTo>
                <a:lnTo>
                  <a:pt x="11581835" y="3249206"/>
                </a:lnTo>
                <a:lnTo>
                  <a:pt x="11550347" y="3216669"/>
                </a:lnTo>
                <a:lnTo>
                  <a:pt x="11518192" y="3184779"/>
                </a:lnTo>
                <a:lnTo>
                  <a:pt x="11485370" y="3153575"/>
                </a:lnTo>
                <a:lnTo>
                  <a:pt x="11451883" y="3123044"/>
                </a:lnTo>
                <a:lnTo>
                  <a:pt x="11417768" y="3093213"/>
                </a:lnTo>
                <a:lnTo>
                  <a:pt x="11383013" y="3064078"/>
                </a:lnTo>
                <a:lnTo>
                  <a:pt x="11347643" y="3035669"/>
                </a:lnTo>
                <a:lnTo>
                  <a:pt x="11311671" y="3007982"/>
                </a:lnTo>
                <a:lnTo>
                  <a:pt x="11275096" y="2981033"/>
                </a:lnTo>
                <a:lnTo>
                  <a:pt x="11237945" y="2954832"/>
                </a:lnTo>
                <a:lnTo>
                  <a:pt x="11200218" y="2929394"/>
                </a:lnTo>
                <a:lnTo>
                  <a:pt x="11161927" y="2904744"/>
                </a:lnTo>
                <a:lnTo>
                  <a:pt x="11123084" y="2880868"/>
                </a:lnTo>
                <a:lnTo>
                  <a:pt x="11083704" y="2857779"/>
                </a:lnTo>
                <a:lnTo>
                  <a:pt x="11043799" y="2835516"/>
                </a:lnTo>
                <a:lnTo>
                  <a:pt x="11003381" y="2814053"/>
                </a:lnTo>
                <a:lnTo>
                  <a:pt x="10962451" y="2793441"/>
                </a:lnTo>
                <a:lnTo>
                  <a:pt x="10921034" y="2773654"/>
                </a:lnTo>
                <a:lnTo>
                  <a:pt x="10879143" y="2754731"/>
                </a:lnTo>
                <a:lnTo>
                  <a:pt x="10836765" y="2736672"/>
                </a:lnTo>
                <a:lnTo>
                  <a:pt x="10793952" y="2719489"/>
                </a:lnTo>
                <a:lnTo>
                  <a:pt x="10750677" y="2703196"/>
                </a:lnTo>
                <a:lnTo>
                  <a:pt x="10706968" y="2687790"/>
                </a:lnTo>
                <a:lnTo>
                  <a:pt x="10662848" y="2673300"/>
                </a:lnTo>
                <a:lnTo>
                  <a:pt x="10618305" y="2659735"/>
                </a:lnTo>
                <a:lnTo>
                  <a:pt x="10573364" y="2647111"/>
                </a:lnTo>
                <a:lnTo>
                  <a:pt x="10528041" y="2635415"/>
                </a:lnTo>
                <a:lnTo>
                  <a:pt x="10482345" y="2624683"/>
                </a:lnTo>
                <a:lnTo>
                  <a:pt x="10436265" y="2614930"/>
                </a:lnTo>
                <a:lnTo>
                  <a:pt x="10389852" y="2606141"/>
                </a:lnTo>
                <a:lnTo>
                  <a:pt x="10343080" y="2598343"/>
                </a:lnTo>
                <a:lnTo>
                  <a:pt x="10295988" y="2591562"/>
                </a:lnTo>
                <a:lnTo>
                  <a:pt x="10248575" y="2585783"/>
                </a:lnTo>
                <a:lnTo>
                  <a:pt x="10200843" y="2581033"/>
                </a:lnTo>
                <a:lnTo>
                  <a:pt x="10152829" y="2577312"/>
                </a:lnTo>
                <a:lnTo>
                  <a:pt x="10104519" y="2574645"/>
                </a:lnTo>
                <a:lnTo>
                  <a:pt x="10055941" y="2573032"/>
                </a:lnTo>
                <a:lnTo>
                  <a:pt x="10007107" y="2572499"/>
                </a:lnTo>
                <a:close/>
                <a:moveTo>
                  <a:pt x="6549733" y="0"/>
                </a:moveTo>
                <a:lnTo>
                  <a:pt x="10007107" y="0"/>
                </a:lnTo>
                <a:lnTo>
                  <a:pt x="10007107" y="1285252"/>
                </a:lnTo>
                <a:lnTo>
                  <a:pt x="7846264" y="1285252"/>
                </a:lnTo>
                <a:lnTo>
                  <a:pt x="7846264" y="3427742"/>
                </a:lnTo>
                <a:lnTo>
                  <a:pt x="6549733" y="3427742"/>
                </a:lnTo>
                <a:lnTo>
                  <a:pt x="6549733" y="1285252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>
            <a:noAutofit/>
          </a:bodyPr>
          <a:lstStyle/>
          <a:p>
            <a:endParaRPr>
              <a:latin typeface="Arial" panose="020B0604020202020204" pitchFamily="34" charset="0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84AE2E5-313F-8ADE-BDDC-06E38B7E94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CD602E07-C281-4409-A9EA-EC31ABE6903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ED3EDA8-4846-DF46-720F-BAE28EEADFBD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517525" y="1714500"/>
            <a:ext cx="3711575" cy="4457700"/>
          </a:xfrm>
          <a:prstGeom prst="rect">
            <a:avLst/>
          </a:prstGeom>
        </p:spPr>
        <p:txBody>
          <a:bodyPr lIns="0"/>
          <a:lstStyle>
            <a:lvl1pPr marL="228600" indent="-228600">
              <a:defRPr>
                <a:latin typeface="Arial" panose="020B0604020202020204" pitchFamily="34" charset="0"/>
              </a:defRPr>
            </a:lvl1pPr>
            <a:lvl2pPr marL="449263" indent="-220663">
              <a:lnSpc>
                <a:spcPct val="100000"/>
              </a:lnSpc>
              <a:spcAft>
                <a:spcPts val="600"/>
              </a:spcAft>
              <a:defRPr>
                <a:latin typeface="Arial" panose="020B0604020202020204" pitchFamily="34" charset="0"/>
              </a:defRPr>
            </a:lvl2pPr>
            <a:lvl3pPr marL="1143000" indent="-228600" defTabSz="107632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□"/>
              <a:tabLst/>
              <a:defRPr sz="1400">
                <a:latin typeface="Arial" panose="020B0604020202020204" pitchFamily="34" charset="0"/>
              </a:defRPr>
            </a:lvl3pPr>
            <a:lvl4pPr marL="1704975" indent="-219075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−"/>
              <a:defRPr sz="1400">
                <a:latin typeface="Arial" panose="020B0604020202020204" pitchFamily="34" charset="0"/>
              </a:defRPr>
            </a:lvl4pPr>
            <a:lvl5pPr marL="20574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  <a:tabLst>
                <a:tab pos="2057400" algn="l"/>
              </a:tabLst>
              <a:defRPr sz="1200"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A3511FA-2E94-F3C0-F73E-559A380A7D9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56113" y="1714500"/>
            <a:ext cx="7219950" cy="4457700"/>
          </a:xfrm>
          <a:prstGeom prst="rect">
            <a:avLst/>
          </a:prstGeom>
        </p:spPr>
        <p:txBody>
          <a:bodyPr lIns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65225" indent="-266700" defTabSz="107632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□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27175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−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5265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01B900B4-A8D6-230E-5381-DBB2D9751D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6879" y="516878"/>
            <a:ext cx="11159184" cy="954735"/>
          </a:xfrm>
          <a:prstGeom prst="rect">
            <a:avLst/>
          </a:prstGeom>
        </p:spPr>
        <p:txBody>
          <a:bodyPr lIns="0" tIns="0"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2051528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927">
          <p15:clr>
            <a:srgbClr val="A4A3A4"/>
          </p15:clr>
        </p15:guide>
        <p15:guide id="5" orient="horz" pos="1073">
          <p15:clr>
            <a:srgbClr val="A4A3A4"/>
          </p15:clr>
        </p15:guide>
        <p15:guide id="6" orient="horz" pos="3888">
          <p15:clr>
            <a:srgbClr val="A4A3A4"/>
          </p15:clr>
        </p15:guide>
        <p15:guide id="7" pos="2664">
          <p15:clr>
            <a:srgbClr val="A4A3A4"/>
          </p15:clr>
        </p15:guide>
        <p15:guide id="8" pos="2801">
          <p15:clr>
            <a:srgbClr val="A4A3A4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rrow Left Copy &amp; Wide Copy/Table Righ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84AE2E5-313F-8ADE-BDDC-06E38B7E94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CD602E07-C281-4409-A9EA-EC31ABE6903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33A2B6-4128-EE06-BDBF-126E6EA9B702}"/>
              </a:ext>
            </a:extLst>
          </p:cNvPr>
          <p:cNvSpPr/>
          <p:nvPr/>
        </p:nvSpPr>
        <p:spPr>
          <a:xfrm>
            <a:off x="4447337" y="508000"/>
            <a:ext cx="7228726" cy="5664200"/>
          </a:xfrm>
          <a:prstGeom prst="rect">
            <a:avLst/>
          </a:prstGeom>
          <a:solidFill>
            <a:schemeClr val="bg2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anose="020B0604020202020204" pitchFamily="34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BA2CEA8-F87D-3978-D02B-0AF3CB45A52F}"/>
              </a:ext>
            </a:extLst>
          </p:cNvPr>
          <p:cNvCxnSpPr>
            <a:cxnSpLocks/>
          </p:cNvCxnSpPr>
          <p:nvPr/>
        </p:nvCxnSpPr>
        <p:spPr>
          <a:xfrm>
            <a:off x="4438276" y="738743"/>
            <a:ext cx="722951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34455C9-53AC-2DFE-4121-90C994864D0B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455466" y="718709"/>
            <a:ext cx="7216285" cy="523323"/>
          </a:xfrm>
          <a:prstGeom prst="rect">
            <a:avLst/>
          </a:prstGeom>
        </p:spPr>
        <p:txBody>
          <a:bodyPr lIns="108000" tIns="108000" rIns="108000" bIns="108000"/>
          <a:lstStyle>
            <a:lvl1pPr marL="0" indent="0">
              <a:lnSpc>
                <a:spcPct val="100000"/>
              </a:lnSpc>
              <a:buNone/>
              <a:defRPr sz="1600" b="1"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add subtitle 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833B9BA-31EE-4071-101B-B812C759FEE3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4728839" y="1471613"/>
            <a:ext cx="6639449" cy="458193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  <a:lvl2pPr>
              <a:lnSpc>
                <a:spcPct val="100000"/>
              </a:lnSpc>
              <a:spcAft>
                <a:spcPts val="600"/>
              </a:spcAft>
              <a:defRPr>
                <a:latin typeface="Arial" panose="020B0604020202020204" pitchFamily="34" charset="0"/>
              </a:defRPr>
            </a:lvl2pPr>
            <a:lvl3pPr marL="1162050" indent="-266700" defTabSz="1076325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□"/>
              <a:defRPr sz="1400">
                <a:latin typeface="Arial" panose="020B0604020202020204" pitchFamily="34" charset="0"/>
              </a:defRPr>
            </a:lvl3pPr>
            <a:lvl4pPr marL="1704975" indent="-2667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 sz="1400">
                <a:latin typeface="Arial" panose="020B0604020202020204" pitchFamily="34" charset="0"/>
              </a:defRPr>
            </a:lvl4pPr>
            <a:lvl5pPr marL="215265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  <a:defRPr sz="1200"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FE5FA8-4180-48BC-C550-7767FCF0A07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6879" y="1714500"/>
            <a:ext cx="3712221" cy="4457700"/>
          </a:xfrm>
          <a:prstGeom prst="rect">
            <a:avLst/>
          </a:prstGeom>
        </p:spPr>
        <p:txBody>
          <a:bodyPr lIns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65225" indent="-266700" defTabSz="107632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□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27175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−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5265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B6F874B1-1437-EDB6-8D93-993878DCEC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6879" y="516878"/>
            <a:ext cx="3708892" cy="954735"/>
          </a:xfrm>
          <a:prstGeom prst="rect">
            <a:avLst/>
          </a:prstGeom>
        </p:spPr>
        <p:txBody>
          <a:bodyPr lIns="0" tIns="0"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2279008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248">
          <p15:clr>
            <a:srgbClr val="A4A3A4"/>
          </p15:clr>
        </p15:guide>
        <p15:guide id="4" orient="horz" pos="927">
          <p15:clr>
            <a:srgbClr val="A4A3A4"/>
          </p15:clr>
        </p15:guide>
        <p15:guide id="5" orient="horz" pos="1073">
          <p15:clr>
            <a:srgbClr val="A4A3A4"/>
          </p15:clr>
        </p15:guide>
        <p15:guide id="6" orient="horz" pos="3888">
          <p15:clr>
            <a:srgbClr val="A4A3A4"/>
          </p15:clr>
        </p15:guide>
        <p15:guide id="7" pos="2664">
          <p15:clr>
            <a:srgbClr val="A4A3A4"/>
          </p15:clr>
        </p15:guide>
        <p15:guide id="8" pos="2801">
          <p15:clr>
            <a:srgbClr val="A4A3A4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Content Bold (NEW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84AE2E5-313F-8ADE-BDDC-06E38B7E94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CD602E07-C281-4409-A9EA-EC31ABE6903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8ECAAC1-38FF-1ADF-5337-7C481CDEA81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6879" y="1714500"/>
            <a:ext cx="11159184" cy="4457700"/>
          </a:xfrm>
          <a:prstGeom prst="rect">
            <a:avLst/>
          </a:prstGeom>
        </p:spPr>
        <p:txBody>
          <a:bodyPr lIns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65225" indent="-266700" defTabSz="107632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□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27175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−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5265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F239CD87-4836-A99E-EC16-3A9ED0E775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6879" y="514090"/>
            <a:ext cx="11159184" cy="487911"/>
          </a:xfrm>
          <a:prstGeom prst="rect">
            <a:avLst/>
          </a:prstGeom>
        </p:spPr>
        <p:txBody>
          <a:bodyPr lIns="0" tIns="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3000"/>
            </a:lvl1pPr>
          </a:lstStyle>
          <a:p>
            <a:r>
              <a:rPr lang="en-US"/>
              <a:t>Click to add title (Font size 30)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4951E5-0FDA-F9F3-B7F5-C281ACB0C731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16313" y="1018627"/>
            <a:ext cx="11159186" cy="452986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000">
                <a:latin typeface="Arial" panose="020B0604020202020204" pitchFamily="34" charset="0"/>
              </a:defRPr>
            </a:lvl1pPr>
            <a:lvl2pPr marL="268288" indent="0">
              <a:buNone/>
              <a:defRPr sz="2000">
                <a:latin typeface="Arial" panose="020B0604020202020204" pitchFamily="34" charset="0"/>
              </a:defRPr>
            </a:lvl2pPr>
            <a:lvl3pPr marL="879475" indent="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2000">
                <a:latin typeface="Arial" panose="020B0604020202020204" pitchFamily="34" charset="0"/>
              </a:defRPr>
            </a:lvl3pPr>
            <a:lvl4pPr marL="1327150" indent="0">
              <a:buNone/>
              <a:defRPr sz="2000">
                <a:latin typeface="Arial" panose="020B0604020202020204" pitchFamily="34" charset="0"/>
              </a:defRPr>
            </a:lvl4pPr>
            <a:lvl5pPr marL="1700213" indent="0">
              <a:buFont typeface="Courier New" panose="02070309020205020404" pitchFamily="49" charset="0"/>
              <a:buNone/>
              <a:defRPr sz="2000">
                <a:latin typeface="Arial" panose="020B0604020202020204" pitchFamily="34" charset="0"/>
              </a:defRPr>
            </a:lvl5pPr>
            <a:lvl6pPr>
              <a:defRPr>
                <a:latin typeface="Arial" panose="020B0604020202020204" pitchFamily="34" charset="0"/>
              </a:defRPr>
            </a:lvl6pPr>
            <a:lvl7pPr>
              <a:defRPr>
                <a:latin typeface="Arial" panose="020B0604020202020204" pitchFamily="34" charset="0"/>
              </a:defRPr>
            </a:lvl7pPr>
            <a:lvl8pPr>
              <a:defRPr>
                <a:latin typeface="Arial" panose="020B0604020202020204" pitchFamily="34" charset="0"/>
              </a:defRPr>
            </a:lvl8pPr>
            <a:lvl9pPr>
              <a:defRPr>
                <a:latin typeface="Arial" panose="020B0604020202020204" pitchFamily="34" charset="0"/>
              </a:defRPr>
            </a:lvl9pPr>
          </a:lstStyle>
          <a:p>
            <a:pPr lvl="0"/>
            <a:r>
              <a:rPr lang="en-GB"/>
              <a:t>Click to add Sub-title</a:t>
            </a:r>
          </a:p>
        </p:txBody>
      </p:sp>
    </p:spTree>
    <p:extLst>
      <p:ext uri="{BB962C8B-B14F-4D97-AF65-F5344CB8AC3E}">
        <p14:creationId xmlns:p14="http://schemas.microsoft.com/office/powerpoint/2010/main" val="41126793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927">
          <p15:clr>
            <a:srgbClr val="A4A3A4"/>
          </p15:clr>
        </p15:guide>
        <p15:guide id="5" orient="horz" pos="1073">
          <p15:clr>
            <a:srgbClr val="A4A3A4"/>
          </p15:clr>
        </p15:guide>
        <p15:guide id="6" orient="horz" pos="3888">
          <p15:clr>
            <a:srgbClr val="A4A3A4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Title Content Bold (NEW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84AE2E5-313F-8ADE-BDDC-06E38B7E94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fld id="{CD602E07-C281-4409-A9EA-EC31ABE6903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8ECAAC1-38FF-1ADF-5337-7C481CDEA81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6879" y="1714500"/>
            <a:ext cx="11159184" cy="4457700"/>
          </a:xfrm>
          <a:prstGeom prst="rect">
            <a:avLst/>
          </a:prstGeom>
        </p:spPr>
        <p:txBody>
          <a:bodyPr lIns="0"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65225" indent="-266700" defTabSz="107632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□"/>
              <a:defRPr sz="1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527175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−"/>
              <a:defRPr sz="14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15265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  <a:defRPr sz="1200">
                <a:solidFill>
                  <a:schemeClr val="bg1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712E985D-02DE-99C3-2855-C711FE9FE9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6879" y="514090"/>
            <a:ext cx="11159184" cy="487911"/>
          </a:xfrm>
          <a:prstGeom prst="rect">
            <a:avLst/>
          </a:prstGeom>
        </p:spPr>
        <p:txBody>
          <a:bodyPr lIns="0" tIns="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3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 (Font size 30)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3C73CB-83F5-1BAC-EDF2-495AC51CAA39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16313" y="1018627"/>
            <a:ext cx="11159186" cy="452986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268288" indent="0">
              <a:buNone/>
              <a:defRPr sz="2000">
                <a:latin typeface="Arial" panose="020B0604020202020204" pitchFamily="34" charset="0"/>
              </a:defRPr>
            </a:lvl2pPr>
            <a:lvl3pPr marL="879475" indent="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2000">
                <a:latin typeface="Arial" panose="020B0604020202020204" pitchFamily="34" charset="0"/>
              </a:defRPr>
            </a:lvl3pPr>
            <a:lvl4pPr marL="1327150" indent="0">
              <a:buNone/>
              <a:defRPr sz="2000">
                <a:latin typeface="Arial" panose="020B0604020202020204" pitchFamily="34" charset="0"/>
              </a:defRPr>
            </a:lvl4pPr>
            <a:lvl5pPr marL="1700213" indent="0">
              <a:buFont typeface="Courier New" panose="02070309020205020404" pitchFamily="49" charset="0"/>
              <a:buNone/>
              <a:defRPr sz="2000">
                <a:latin typeface="Arial" panose="020B0604020202020204" pitchFamily="34" charset="0"/>
              </a:defRPr>
            </a:lvl5pPr>
            <a:lvl6pPr>
              <a:defRPr>
                <a:latin typeface="Arial" panose="020B0604020202020204" pitchFamily="34" charset="0"/>
              </a:defRPr>
            </a:lvl6pPr>
            <a:lvl7pPr>
              <a:defRPr>
                <a:latin typeface="Arial" panose="020B0604020202020204" pitchFamily="34" charset="0"/>
              </a:defRPr>
            </a:lvl7pPr>
            <a:lvl8pPr>
              <a:defRPr>
                <a:latin typeface="Arial" panose="020B0604020202020204" pitchFamily="34" charset="0"/>
              </a:defRPr>
            </a:lvl8pPr>
            <a:lvl9pPr>
              <a:defRPr>
                <a:latin typeface="Arial" panose="020B0604020202020204" pitchFamily="34" charset="0"/>
              </a:defRPr>
            </a:lvl9pPr>
          </a:lstStyle>
          <a:p>
            <a:pPr lvl="0"/>
            <a:r>
              <a:rPr lang="en-GB"/>
              <a:t>Click to add Sub-title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D1E6EA61-2C16-0699-654E-57E6CE274C96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8001" y="6420228"/>
            <a:ext cx="1268209" cy="189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0445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927">
          <p15:clr>
            <a:srgbClr val="A4A3A4"/>
          </p15:clr>
        </p15:guide>
        <p15:guide id="5" orient="horz" pos="1073">
          <p15:clr>
            <a:srgbClr val="A4A3A4"/>
          </p15:clr>
        </p15:guide>
        <p15:guide id="6" orient="horz" pos="3888">
          <p15:clr>
            <a:srgbClr val="A4A3A4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Content Bold (For less Content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84AE2E5-313F-8ADE-BDDC-06E38B7E94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CD602E07-C281-4409-A9EA-EC31ABE6903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41FD1496-8DB7-EABA-29DB-7D9C19486C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6879" y="925253"/>
            <a:ext cx="11159184" cy="487911"/>
          </a:xfrm>
          <a:prstGeom prst="rect">
            <a:avLst/>
          </a:prstGeom>
        </p:spPr>
        <p:txBody>
          <a:bodyPr lIns="0" tIns="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3000"/>
            </a:lvl1pPr>
          </a:lstStyle>
          <a:p>
            <a:r>
              <a:rPr lang="en-US"/>
              <a:t>Click to add title (Font size 30)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C32D77-FBBF-CC20-8B21-702819D1D33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6877" y="2454274"/>
            <a:ext cx="11159186" cy="3413126"/>
          </a:xfrm>
          <a:prstGeom prst="rect">
            <a:avLst/>
          </a:prstGeom>
        </p:spPr>
        <p:txBody>
          <a:bodyPr lIns="0"/>
          <a:lstStyle>
            <a:lvl1pPr>
              <a:defRPr>
                <a:latin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</a:defRPr>
            </a:lvl2pPr>
            <a:lvl3pPr marL="1165225" indent="-28575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□"/>
              <a:defRPr>
                <a:latin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</a:defRPr>
            </a:lvl4pPr>
            <a:lvl5pPr marL="1881188" indent="-180975">
              <a:buFont typeface="Courier New" panose="02070309020205020404" pitchFamily="49" charset="0"/>
              <a:buChar char="o"/>
              <a:defRPr>
                <a:latin typeface="Arial" panose="020B0604020202020204" pitchFamily="34" charset="0"/>
              </a:defRPr>
            </a:lvl5pPr>
            <a:lvl6pPr>
              <a:defRPr>
                <a:latin typeface="Arial" panose="020B0604020202020204" pitchFamily="34" charset="0"/>
              </a:defRPr>
            </a:lvl6pPr>
            <a:lvl7pPr>
              <a:defRPr>
                <a:latin typeface="Arial" panose="020B0604020202020204" pitchFamily="34" charset="0"/>
              </a:defRPr>
            </a:lvl7pPr>
            <a:lvl8pPr>
              <a:defRPr>
                <a:latin typeface="Arial" panose="020B0604020202020204" pitchFamily="34" charset="0"/>
              </a:defRPr>
            </a:lvl8pPr>
            <a:lvl9pPr>
              <a:defRPr>
                <a:latin typeface="Arial" panose="020B0604020202020204" pitchFamily="34" charset="0"/>
              </a:defRPr>
            </a:lvl9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E3180C9-9990-5A66-3F1E-A197FC0DB94E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16313" y="1429790"/>
            <a:ext cx="11159186" cy="452986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000">
                <a:latin typeface="Arial" panose="020B0604020202020204" pitchFamily="34" charset="0"/>
              </a:defRPr>
            </a:lvl1pPr>
            <a:lvl2pPr marL="268288" indent="0">
              <a:buNone/>
              <a:defRPr sz="2000">
                <a:latin typeface="Arial" panose="020B0604020202020204" pitchFamily="34" charset="0"/>
              </a:defRPr>
            </a:lvl2pPr>
            <a:lvl3pPr marL="879475" indent="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2000">
                <a:latin typeface="Arial" panose="020B0604020202020204" pitchFamily="34" charset="0"/>
              </a:defRPr>
            </a:lvl3pPr>
            <a:lvl4pPr marL="1327150" indent="0">
              <a:buNone/>
              <a:defRPr sz="2000">
                <a:latin typeface="Arial" panose="020B0604020202020204" pitchFamily="34" charset="0"/>
              </a:defRPr>
            </a:lvl4pPr>
            <a:lvl5pPr marL="1700213" indent="0">
              <a:buFont typeface="Courier New" panose="02070309020205020404" pitchFamily="49" charset="0"/>
              <a:buNone/>
              <a:defRPr sz="2000">
                <a:latin typeface="Arial" panose="020B0604020202020204" pitchFamily="34" charset="0"/>
              </a:defRPr>
            </a:lvl5pPr>
            <a:lvl6pPr>
              <a:defRPr>
                <a:latin typeface="Arial" panose="020B0604020202020204" pitchFamily="34" charset="0"/>
              </a:defRPr>
            </a:lvl6pPr>
            <a:lvl7pPr>
              <a:defRPr>
                <a:latin typeface="Arial" panose="020B0604020202020204" pitchFamily="34" charset="0"/>
              </a:defRPr>
            </a:lvl7pPr>
            <a:lvl8pPr>
              <a:defRPr>
                <a:latin typeface="Arial" panose="020B0604020202020204" pitchFamily="34" charset="0"/>
              </a:defRPr>
            </a:lvl8pPr>
            <a:lvl9pPr>
              <a:defRPr>
                <a:latin typeface="Arial" panose="020B0604020202020204" pitchFamily="34" charset="0"/>
              </a:defRPr>
            </a:lvl9pPr>
          </a:lstStyle>
          <a:p>
            <a:pPr lvl="0"/>
            <a:r>
              <a:rPr lang="en-GB"/>
              <a:t>Click to add Sub-title</a:t>
            </a:r>
          </a:p>
        </p:txBody>
      </p:sp>
    </p:spTree>
    <p:extLst>
      <p:ext uri="{BB962C8B-B14F-4D97-AF65-F5344CB8AC3E}">
        <p14:creationId xmlns:p14="http://schemas.microsoft.com/office/powerpoint/2010/main" val="14398168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76">
          <p15:clr>
            <a:srgbClr val="A4A3A4"/>
          </p15:clr>
        </p15:guide>
        <p15:guide id="2" orient="horz" pos="1186">
          <p15:clr>
            <a:srgbClr val="A4A3A4"/>
          </p15:clr>
        </p15:guide>
        <p15:guide id="3" orient="horz" pos="1539">
          <p15:clr>
            <a:srgbClr val="A4A3A4"/>
          </p15:clr>
        </p15:guide>
        <p15:guide id="4" orient="horz" pos="3696">
          <p15:clr>
            <a:srgbClr val="A4A3A4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Content Bold (NEW) Patter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303F5333-ACEB-C22D-9744-5582E85908F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2145170 h 6858000"/>
              <a:gd name="connsiteX1" fmla="*/ 931465 w 12192000"/>
              <a:gd name="connsiteY1" fmla="*/ 2145170 h 6858000"/>
              <a:gd name="connsiteX2" fmla="*/ 931465 w 12192000"/>
              <a:gd name="connsiteY2" fmla="*/ 4287659 h 6858000"/>
              <a:gd name="connsiteX3" fmla="*/ 3092333 w 12192000"/>
              <a:gd name="connsiteY3" fmla="*/ 4287659 h 6858000"/>
              <a:gd name="connsiteX4" fmla="*/ 3092333 w 12192000"/>
              <a:gd name="connsiteY4" fmla="*/ 5572696 h 6858000"/>
              <a:gd name="connsiteX5" fmla="*/ 3141168 w 12192000"/>
              <a:gd name="connsiteY5" fmla="*/ 5572150 h 6858000"/>
              <a:gd name="connsiteX6" fmla="*/ 3189745 w 12192000"/>
              <a:gd name="connsiteY6" fmla="*/ 5570550 h 6858000"/>
              <a:gd name="connsiteX7" fmla="*/ 3238055 w 12192000"/>
              <a:gd name="connsiteY7" fmla="*/ 5567870 h 6858000"/>
              <a:gd name="connsiteX8" fmla="*/ 3286069 w 12192000"/>
              <a:gd name="connsiteY8" fmla="*/ 5564162 h 6858000"/>
              <a:gd name="connsiteX9" fmla="*/ 3333802 w 12192000"/>
              <a:gd name="connsiteY9" fmla="*/ 5559399 h 6858000"/>
              <a:gd name="connsiteX10" fmla="*/ 3381215 w 12192000"/>
              <a:gd name="connsiteY10" fmla="*/ 5553634 h 6858000"/>
              <a:gd name="connsiteX11" fmla="*/ 3428306 w 12192000"/>
              <a:gd name="connsiteY11" fmla="*/ 5546839 h 6858000"/>
              <a:gd name="connsiteX12" fmla="*/ 3475077 w 12192000"/>
              <a:gd name="connsiteY12" fmla="*/ 5539041 h 6858000"/>
              <a:gd name="connsiteX13" fmla="*/ 3521504 w 12192000"/>
              <a:gd name="connsiteY13" fmla="*/ 5530266 h 6858000"/>
              <a:gd name="connsiteX14" fmla="*/ 3567571 w 12192000"/>
              <a:gd name="connsiteY14" fmla="*/ 5520499 h 6858000"/>
              <a:gd name="connsiteX15" fmla="*/ 3613266 w 12192000"/>
              <a:gd name="connsiteY15" fmla="*/ 5509768 h 6858000"/>
              <a:gd name="connsiteX16" fmla="*/ 3658604 w 12192000"/>
              <a:gd name="connsiteY16" fmla="*/ 5498084 h 6858000"/>
              <a:gd name="connsiteX17" fmla="*/ 3703544 w 12192000"/>
              <a:gd name="connsiteY17" fmla="*/ 5485447 h 6858000"/>
              <a:gd name="connsiteX18" fmla="*/ 3748073 w 12192000"/>
              <a:gd name="connsiteY18" fmla="*/ 5471884 h 6858000"/>
              <a:gd name="connsiteX19" fmla="*/ 3792207 w 12192000"/>
              <a:gd name="connsiteY19" fmla="*/ 5457393 h 6858000"/>
              <a:gd name="connsiteX20" fmla="*/ 3835916 w 12192000"/>
              <a:gd name="connsiteY20" fmla="*/ 5442001 h 6858000"/>
              <a:gd name="connsiteX21" fmla="*/ 3879178 w 12192000"/>
              <a:gd name="connsiteY21" fmla="*/ 5425694 h 6858000"/>
              <a:gd name="connsiteX22" fmla="*/ 3922004 w 12192000"/>
              <a:gd name="connsiteY22" fmla="*/ 5408511 h 6858000"/>
              <a:gd name="connsiteX23" fmla="*/ 3964369 w 12192000"/>
              <a:gd name="connsiteY23" fmla="*/ 5390451 h 6858000"/>
              <a:gd name="connsiteX24" fmla="*/ 4006273 w 12192000"/>
              <a:gd name="connsiteY24" fmla="*/ 5371528 h 6858000"/>
              <a:gd name="connsiteX25" fmla="*/ 4047690 w 12192000"/>
              <a:gd name="connsiteY25" fmla="*/ 5351742 h 6858000"/>
              <a:gd name="connsiteX26" fmla="*/ 4088608 w 12192000"/>
              <a:gd name="connsiteY26" fmla="*/ 5331130 h 6858000"/>
              <a:gd name="connsiteX27" fmla="*/ 4129038 w 12192000"/>
              <a:gd name="connsiteY27" fmla="*/ 5309667 h 6858000"/>
              <a:gd name="connsiteX28" fmla="*/ 4168944 w 12192000"/>
              <a:gd name="connsiteY28" fmla="*/ 5287403 h 6858000"/>
              <a:gd name="connsiteX29" fmla="*/ 4208310 w 12192000"/>
              <a:gd name="connsiteY29" fmla="*/ 5264315 h 6858000"/>
              <a:gd name="connsiteX30" fmla="*/ 4247152 w 12192000"/>
              <a:gd name="connsiteY30" fmla="*/ 5240452 h 6858000"/>
              <a:gd name="connsiteX31" fmla="*/ 4285443 w 12192000"/>
              <a:gd name="connsiteY31" fmla="*/ 5215788 h 6858000"/>
              <a:gd name="connsiteX32" fmla="*/ 4323184 w 12192000"/>
              <a:gd name="connsiteY32" fmla="*/ 5190350 h 6858000"/>
              <a:gd name="connsiteX33" fmla="*/ 4360335 w 12192000"/>
              <a:gd name="connsiteY33" fmla="*/ 5164150 h 6858000"/>
              <a:gd name="connsiteX34" fmla="*/ 4396909 w 12192000"/>
              <a:gd name="connsiteY34" fmla="*/ 5137201 h 6858000"/>
              <a:gd name="connsiteX35" fmla="*/ 4432882 w 12192000"/>
              <a:gd name="connsiteY35" fmla="*/ 5109515 h 6858000"/>
              <a:gd name="connsiteX36" fmla="*/ 4468251 w 12192000"/>
              <a:gd name="connsiteY36" fmla="*/ 5081105 h 6858000"/>
              <a:gd name="connsiteX37" fmla="*/ 4503008 w 12192000"/>
              <a:gd name="connsiteY37" fmla="*/ 5051971 h 6858000"/>
              <a:gd name="connsiteX38" fmla="*/ 4537123 w 12192000"/>
              <a:gd name="connsiteY38" fmla="*/ 5022139 h 6858000"/>
              <a:gd name="connsiteX39" fmla="*/ 4570597 w 12192000"/>
              <a:gd name="connsiteY39" fmla="*/ 4991608 h 6858000"/>
              <a:gd name="connsiteX40" fmla="*/ 4603430 w 12192000"/>
              <a:gd name="connsiteY40" fmla="*/ 4960404 h 6858000"/>
              <a:gd name="connsiteX41" fmla="*/ 4635585 w 12192000"/>
              <a:gd name="connsiteY41" fmla="*/ 4928514 h 6858000"/>
              <a:gd name="connsiteX42" fmla="*/ 4667073 w 12192000"/>
              <a:gd name="connsiteY42" fmla="*/ 4895977 h 6858000"/>
              <a:gd name="connsiteX43" fmla="*/ 4697858 w 12192000"/>
              <a:gd name="connsiteY43" fmla="*/ 4862792 h 6858000"/>
              <a:gd name="connsiteX44" fmla="*/ 4727963 w 12192000"/>
              <a:gd name="connsiteY44" fmla="*/ 4828959 h 6858000"/>
              <a:gd name="connsiteX45" fmla="*/ 4757339 w 12192000"/>
              <a:gd name="connsiteY45" fmla="*/ 4794516 h 6858000"/>
              <a:gd name="connsiteX46" fmla="*/ 4786008 w 12192000"/>
              <a:gd name="connsiteY46" fmla="*/ 4759452 h 6858000"/>
              <a:gd name="connsiteX47" fmla="*/ 4813935 w 12192000"/>
              <a:gd name="connsiteY47" fmla="*/ 4723777 h 6858000"/>
              <a:gd name="connsiteX48" fmla="*/ 4841121 w 12192000"/>
              <a:gd name="connsiteY48" fmla="*/ 4687532 h 6858000"/>
              <a:gd name="connsiteX49" fmla="*/ 4867535 w 12192000"/>
              <a:gd name="connsiteY49" fmla="*/ 4650689 h 6858000"/>
              <a:gd name="connsiteX50" fmla="*/ 4893195 w 12192000"/>
              <a:gd name="connsiteY50" fmla="*/ 4613287 h 6858000"/>
              <a:gd name="connsiteX51" fmla="*/ 4918075 w 12192000"/>
              <a:gd name="connsiteY51" fmla="*/ 4575327 h 6858000"/>
              <a:gd name="connsiteX52" fmla="*/ 4942158 w 12192000"/>
              <a:gd name="connsiteY52" fmla="*/ 4536821 h 6858000"/>
              <a:gd name="connsiteX53" fmla="*/ 4965434 w 12192000"/>
              <a:gd name="connsiteY53" fmla="*/ 4497781 h 6858000"/>
              <a:gd name="connsiteX54" fmla="*/ 4987905 w 12192000"/>
              <a:gd name="connsiteY54" fmla="*/ 4458220 h 6858000"/>
              <a:gd name="connsiteX55" fmla="*/ 5009542 w 12192000"/>
              <a:gd name="connsiteY55" fmla="*/ 4418152 h 6858000"/>
              <a:gd name="connsiteX56" fmla="*/ 5030347 w 12192000"/>
              <a:gd name="connsiteY56" fmla="*/ 4377575 h 6858000"/>
              <a:gd name="connsiteX57" fmla="*/ 5050293 w 12192000"/>
              <a:gd name="connsiteY57" fmla="*/ 4336516 h 6858000"/>
              <a:gd name="connsiteX58" fmla="*/ 5069380 w 12192000"/>
              <a:gd name="connsiteY58" fmla="*/ 4294987 h 6858000"/>
              <a:gd name="connsiteX59" fmla="*/ 5087599 w 12192000"/>
              <a:gd name="connsiteY59" fmla="*/ 4252988 h 6858000"/>
              <a:gd name="connsiteX60" fmla="*/ 5104943 w 12192000"/>
              <a:gd name="connsiteY60" fmla="*/ 4210532 h 6858000"/>
              <a:gd name="connsiteX61" fmla="*/ 5121381 w 12192000"/>
              <a:gd name="connsiteY61" fmla="*/ 4167632 h 6858000"/>
              <a:gd name="connsiteX62" fmla="*/ 5136906 w 12192000"/>
              <a:gd name="connsiteY62" fmla="*/ 4124312 h 6858000"/>
              <a:gd name="connsiteX63" fmla="*/ 5151523 w 12192000"/>
              <a:gd name="connsiteY63" fmla="*/ 4080560 h 6858000"/>
              <a:gd name="connsiteX64" fmla="*/ 5165204 w 12192000"/>
              <a:gd name="connsiteY64" fmla="*/ 4036403 h 6858000"/>
              <a:gd name="connsiteX65" fmla="*/ 5177951 w 12192000"/>
              <a:gd name="connsiteY65" fmla="*/ 3991851 h 6858000"/>
              <a:gd name="connsiteX66" fmla="*/ 5189738 w 12192000"/>
              <a:gd name="connsiteY66" fmla="*/ 3946918 h 6858000"/>
              <a:gd name="connsiteX67" fmla="*/ 5200562 w 12192000"/>
              <a:gd name="connsiteY67" fmla="*/ 3901605 h 6858000"/>
              <a:gd name="connsiteX68" fmla="*/ 5210414 w 12192000"/>
              <a:gd name="connsiteY68" fmla="*/ 3855936 h 6858000"/>
              <a:gd name="connsiteX69" fmla="*/ 5219266 w 12192000"/>
              <a:gd name="connsiteY69" fmla="*/ 3809911 h 6858000"/>
              <a:gd name="connsiteX70" fmla="*/ 5227132 w 12192000"/>
              <a:gd name="connsiteY70" fmla="*/ 3763556 h 6858000"/>
              <a:gd name="connsiteX71" fmla="*/ 5233986 w 12192000"/>
              <a:gd name="connsiteY71" fmla="*/ 3716871 h 6858000"/>
              <a:gd name="connsiteX72" fmla="*/ 5239801 w 12192000"/>
              <a:gd name="connsiteY72" fmla="*/ 3669855 h 6858000"/>
              <a:gd name="connsiteX73" fmla="*/ 5244605 w 12192000"/>
              <a:gd name="connsiteY73" fmla="*/ 3622548 h 6858000"/>
              <a:gd name="connsiteX74" fmla="*/ 5248346 w 12192000"/>
              <a:gd name="connsiteY74" fmla="*/ 3574948 h 6858000"/>
              <a:gd name="connsiteX75" fmla="*/ 5251049 w 12192000"/>
              <a:gd name="connsiteY75" fmla="*/ 3527056 h 6858000"/>
              <a:gd name="connsiteX76" fmla="*/ 5252663 w 12192000"/>
              <a:gd name="connsiteY76" fmla="*/ 3478898 h 6858000"/>
              <a:gd name="connsiteX77" fmla="*/ 5253214 w 12192000"/>
              <a:gd name="connsiteY77" fmla="*/ 3430486 h 6858000"/>
              <a:gd name="connsiteX78" fmla="*/ 6549733 w 12192000"/>
              <a:gd name="connsiteY78" fmla="*/ 3430486 h 6858000"/>
              <a:gd name="connsiteX79" fmla="*/ 6549387 w 12192000"/>
              <a:gd name="connsiteY79" fmla="*/ 3478860 h 6858000"/>
              <a:gd name="connsiteX80" fmla="*/ 6548374 w 12192000"/>
              <a:gd name="connsiteY80" fmla="*/ 3527082 h 6858000"/>
              <a:gd name="connsiteX81" fmla="*/ 6546684 w 12192000"/>
              <a:gd name="connsiteY81" fmla="*/ 3575151 h 6858000"/>
              <a:gd name="connsiteX82" fmla="*/ 6544339 w 12192000"/>
              <a:gd name="connsiteY82" fmla="*/ 3623043 h 6858000"/>
              <a:gd name="connsiteX83" fmla="*/ 6541328 w 12192000"/>
              <a:gd name="connsiteY83" fmla="*/ 3670757 h 6858000"/>
              <a:gd name="connsiteX84" fmla="*/ 6537652 w 12192000"/>
              <a:gd name="connsiteY84" fmla="*/ 3718306 h 6858000"/>
              <a:gd name="connsiteX85" fmla="*/ 6533335 w 12192000"/>
              <a:gd name="connsiteY85" fmla="*/ 3765664 h 6858000"/>
              <a:gd name="connsiteX86" fmla="*/ 6528351 w 12192000"/>
              <a:gd name="connsiteY86" fmla="*/ 3812844 h 6858000"/>
              <a:gd name="connsiteX87" fmla="*/ 6522741 w 12192000"/>
              <a:gd name="connsiteY87" fmla="*/ 3859822 h 6858000"/>
              <a:gd name="connsiteX88" fmla="*/ 6516489 w 12192000"/>
              <a:gd name="connsiteY88" fmla="*/ 3906621 h 6858000"/>
              <a:gd name="connsiteX89" fmla="*/ 6509596 w 12192000"/>
              <a:gd name="connsiteY89" fmla="*/ 3953218 h 6858000"/>
              <a:gd name="connsiteX90" fmla="*/ 6502077 w 12192000"/>
              <a:gd name="connsiteY90" fmla="*/ 3999598 h 6858000"/>
              <a:gd name="connsiteX91" fmla="*/ 6493929 w 12192000"/>
              <a:gd name="connsiteY91" fmla="*/ 4045788 h 6858000"/>
              <a:gd name="connsiteX92" fmla="*/ 6485154 w 12192000"/>
              <a:gd name="connsiteY92" fmla="*/ 4091749 h 6858000"/>
              <a:gd name="connsiteX93" fmla="*/ 6475764 w 12192000"/>
              <a:gd name="connsiteY93" fmla="*/ 4137507 h 6858000"/>
              <a:gd name="connsiteX94" fmla="*/ 6465772 w 12192000"/>
              <a:gd name="connsiteY94" fmla="*/ 4183037 h 6858000"/>
              <a:gd name="connsiteX95" fmla="*/ 6455164 w 12192000"/>
              <a:gd name="connsiteY95" fmla="*/ 4228350 h 6858000"/>
              <a:gd name="connsiteX96" fmla="*/ 6443955 w 12192000"/>
              <a:gd name="connsiteY96" fmla="*/ 4273423 h 6858000"/>
              <a:gd name="connsiteX97" fmla="*/ 6432143 w 12192000"/>
              <a:gd name="connsiteY97" fmla="*/ 4318266 h 6858000"/>
              <a:gd name="connsiteX98" fmla="*/ 6419743 w 12192000"/>
              <a:gd name="connsiteY98" fmla="*/ 4362869 h 6858000"/>
              <a:gd name="connsiteX99" fmla="*/ 6406740 w 12192000"/>
              <a:gd name="connsiteY99" fmla="*/ 4407230 h 6858000"/>
              <a:gd name="connsiteX100" fmla="*/ 6393161 w 12192000"/>
              <a:gd name="connsiteY100" fmla="*/ 4451350 h 6858000"/>
              <a:gd name="connsiteX101" fmla="*/ 6379005 w 12192000"/>
              <a:gd name="connsiteY101" fmla="*/ 4495203 h 6858000"/>
              <a:gd name="connsiteX102" fmla="*/ 6364260 w 12192000"/>
              <a:gd name="connsiteY102" fmla="*/ 4538815 h 6858000"/>
              <a:gd name="connsiteX103" fmla="*/ 6348951 w 12192000"/>
              <a:gd name="connsiteY103" fmla="*/ 4582160 h 6858000"/>
              <a:gd name="connsiteX104" fmla="*/ 6333079 w 12192000"/>
              <a:gd name="connsiteY104" fmla="*/ 4625238 h 6858000"/>
              <a:gd name="connsiteX105" fmla="*/ 6316629 w 12192000"/>
              <a:gd name="connsiteY105" fmla="*/ 4668037 h 6858000"/>
              <a:gd name="connsiteX106" fmla="*/ 6299629 w 12192000"/>
              <a:gd name="connsiteY106" fmla="*/ 4710569 h 6858000"/>
              <a:gd name="connsiteX107" fmla="*/ 6282078 w 12192000"/>
              <a:gd name="connsiteY107" fmla="*/ 4752835 h 6858000"/>
              <a:gd name="connsiteX108" fmla="*/ 6263965 w 12192000"/>
              <a:gd name="connsiteY108" fmla="*/ 4794809 h 6858000"/>
              <a:gd name="connsiteX109" fmla="*/ 6245312 w 12192000"/>
              <a:gd name="connsiteY109" fmla="*/ 4836490 h 6858000"/>
              <a:gd name="connsiteX110" fmla="*/ 6226122 w 12192000"/>
              <a:gd name="connsiteY110" fmla="*/ 4877879 h 6858000"/>
              <a:gd name="connsiteX111" fmla="*/ 6206394 w 12192000"/>
              <a:gd name="connsiteY111" fmla="*/ 4918976 h 6858000"/>
              <a:gd name="connsiteX112" fmla="*/ 6186140 w 12192000"/>
              <a:gd name="connsiteY112" fmla="*/ 4959769 h 6858000"/>
              <a:gd name="connsiteX113" fmla="*/ 6165348 w 12192000"/>
              <a:gd name="connsiteY113" fmla="*/ 5000256 h 6858000"/>
              <a:gd name="connsiteX114" fmla="*/ 6144044 w 12192000"/>
              <a:gd name="connsiteY114" fmla="*/ 5040439 h 6858000"/>
              <a:gd name="connsiteX115" fmla="*/ 6122214 w 12192000"/>
              <a:gd name="connsiteY115" fmla="*/ 5080305 h 6858000"/>
              <a:gd name="connsiteX116" fmla="*/ 6099861 w 12192000"/>
              <a:gd name="connsiteY116" fmla="*/ 5119852 h 6858000"/>
              <a:gd name="connsiteX117" fmla="*/ 6077018 w 12192000"/>
              <a:gd name="connsiteY117" fmla="*/ 5159070 h 6858000"/>
              <a:gd name="connsiteX118" fmla="*/ 6053652 w 12192000"/>
              <a:gd name="connsiteY118" fmla="*/ 5197970 h 6858000"/>
              <a:gd name="connsiteX119" fmla="*/ 6029798 w 12192000"/>
              <a:gd name="connsiteY119" fmla="*/ 5236527 h 6858000"/>
              <a:gd name="connsiteX120" fmla="*/ 6005445 w 12192000"/>
              <a:gd name="connsiteY120" fmla="*/ 5274754 h 6858000"/>
              <a:gd name="connsiteX121" fmla="*/ 5980593 w 12192000"/>
              <a:gd name="connsiteY121" fmla="*/ 5312638 h 6858000"/>
              <a:gd name="connsiteX122" fmla="*/ 5955266 w 12192000"/>
              <a:gd name="connsiteY122" fmla="*/ 5350180 h 6858000"/>
              <a:gd name="connsiteX123" fmla="*/ 5929439 w 12192000"/>
              <a:gd name="connsiteY123" fmla="*/ 5387378 h 6858000"/>
              <a:gd name="connsiteX124" fmla="*/ 5903151 w 12192000"/>
              <a:gd name="connsiteY124" fmla="*/ 5424208 h 6858000"/>
              <a:gd name="connsiteX125" fmla="*/ 5876378 w 12192000"/>
              <a:gd name="connsiteY125" fmla="*/ 5460695 h 6858000"/>
              <a:gd name="connsiteX126" fmla="*/ 5849143 w 12192000"/>
              <a:gd name="connsiteY126" fmla="*/ 5496801 h 6858000"/>
              <a:gd name="connsiteX127" fmla="*/ 5821432 w 12192000"/>
              <a:gd name="connsiteY127" fmla="*/ 5532552 h 6858000"/>
              <a:gd name="connsiteX128" fmla="*/ 5793274 w 12192000"/>
              <a:gd name="connsiteY128" fmla="*/ 5567934 h 6858000"/>
              <a:gd name="connsiteX129" fmla="*/ 5764655 w 12192000"/>
              <a:gd name="connsiteY129" fmla="*/ 5602922 h 6858000"/>
              <a:gd name="connsiteX130" fmla="*/ 5735588 w 12192000"/>
              <a:gd name="connsiteY130" fmla="*/ 5637542 h 6858000"/>
              <a:gd name="connsiteX131" fmla="*/ 5706072 w 12192000"/>
              <a:gd name="connsiteY131" fmla="*/ 5671782 h 6858000"/>
              <a:gd name="connsiteX132" fmla="*/ 5676108 w 12192000"/>
              <a:gd name="connsiteY132" fmla="*/ 5705627 h 6858000"/>
              <a:gd name="connsiteX133" fmla="*/ 5645708 w 12192000"/>
              <a:gd name="connsiteY133" fmla="*/ 5739066 h 6858000"/>
              <a:gd name="connsiteX134" fmla="*/ 5614873 w 12192000"/>
              <a:gd name="connsiteY134" fmla="*/ 5772124 h 6858000"/>
              <a:gd name="connsiteX135" fmla="*/ 5583615 w 12192000"/>
              <a:gd name="connsiteY135" fmla="*/ 5804763 h 6858000"/>
              <a:gd name="connsiteX136" fmla="*/ 5551934 w 12192000"/>
              <a:gd name="connsiteY136" fmla="*/ 5837009 h 6858000"/>
              <a:gd name="connsiteX137" fmla="*/ 5519831 w 12192000"/>
              <a:gd name="connsiteY137" fmla="*/ 5868835 h 6858000"/>
              <a:gd name="connsiteX138" fmla="*/ 5487304 w 12192000"/>
              <a:gd name="connsiteY138" fmla="*/ 5900242 h 6858000"/>
              <a:gd name="connsiteX139" fmla="*/ 5454380 w 12192000"/>
              <a:gd name="connsiteY139" fmla="*/ 5931230 h 6858000"/>
              <a:gd name="connsiteX140" fmla="*/ 5421034 w 12192000"/>
              <a:gd name="connsiteY140" fmla="*/ 5961799 h 6858000"/>
              <a:gd name="connsiteX141" fmla="*/ 5387303 w 12192000"/>
              <a:gd name="connsiteY141" fmla="*/ 5991936 h 6858000"/>
              <a:gd name="connsiteX142" fmla="*/ 5353163 w 12192000"/>
              <a:gd name="connsiteY142" fmla="*/ 6021641 h 6858000"/>
              <a:gd name="connsiteX143" fmla="*/ 5318625 w 12192000"/>
              <a:gd name="connsiteY143" fmla="*/ 6050902 h 6858000"/>
              <a:gd name="connsiteX144" fmla="*/ 5283703 w 12192000"/>
              <a:gd name="connsiteY144" fmla="*/ 6079718 h 6858000"/>
              <a:gd name="connsiteX145" fmla="*/ 5248410 w 12192000"/>
              <a:gd name="connsiteY145" fmla="*/ 6108090 h 6858000"/>
              <a:gd name="connsiteX146" fmla="*/ 5212720 w 12192000"/>
              <a:gd name="connsiteY146" fmla="*/ 6136005 h 6858000"/>
              <a:gd name="connsiteX147" fmla="*/ 5176657 w 12192000"/>
              <a:gd name="connsiteY147" fmla="*/ 6163475 h 6858000"/>
              <a:gd name="connsiteX148" fmla="*/ 5140237 w 12192000"/>
              <a:gd name="connsiteY148" fmla="*/ 6190475 h 6858000"/>
              <a:gd name="connsiteX149" fmla="*/ 5103432 w 12192000"/>
              <a:gd name="connsiteY149" fmla="*/ 6217018 h 6858000"/>
              <a:gd name="connsiteX150" fmla="*/ 5066281 w 12192000"/>
              <a:gd name="connsiteY150" fmla="*/ 6243078 h 6858000"/>
              <a:gd name="connsiteX151" fmla="*/ 5028758 w 12192000"/>
              <a:gd name="connsiteY151" fmla="*/ 6268682 h 6858000"/>
              <a:gd name="connsiteX152" fmla="*/ 4990889 w 12192000"/>
              <a:gd name="connsiteY152" fmla="*/ 6293790 h 6858000"/>
              <a:gd name="connsiteX153" fmla="*/ 4952675 w 12192000"/>
              <a:gd name="connsiteY153" fmla="*/ 6318428 h 6858000"/>
              <a:gd name="connsiteX154" fmla="*/ 4914116 w 12192000"/>
              <a:gd name="connsiteY154" fmla="*/ 6342570 h 6858000"/>
              <a:gd name="connsiteX155" fmla="*/ 4875222 w 12192000"/>
              <a:gd name="connsiteY155" fmla="*/ 6366218 h 6858000"/>
              <a:gd name="connsiteX156" fmla="*/ 4835983 w 12192000"/>
              <a:gd name="connsiteY156" fmla="*/ 6389383 h 6858000"/>
              <a:gd name="connsiteX157" fmla="*/ 4796423 w 12192000"/>
              <a:gd name="connsiteY157" fmla="*/ 6412027 h 6858000"/>
              <a:gd name="connsiteX158" fmla="*/ 4756531 w 12192000"/>
              <a:gd name="connsiteY158" fmla="*/ 6434188 h 6858000"/>
              <a:gd name="connsiteX159" fmla="*/ 4716318 w 12192000"/>
              <a:gd name="connsiteY159" fmla="*/ 6455829 h 6858000"/>
              <a:gd name="connsiteX160" fmla="*/ 4675785 w 12192000"/>
              <a:gd name="connsiteY160" fmla="*/ 6476949 h 6858000"/>
              <a:gd name="connsiteX161" fmla="*/ 4634946 w 12192000"/>
              <a:gd name="connsiteY161" fmla="*/ 6497561 h 6858000"/>
              <a:gd name="connsiteX162" fmla="*/ 4593796 w 12192000"/>
              <a:gd name="connsiteY162" fmla="*/ 6517640 h 6858000"/>
              <a:gd name="connsiteX163" fmla="*/ 4552341 w 12192000"/>
              <a:gd name="connsiteY163" fmla="*/ 6537198 h 6858000"/>
              <a:gd name="connsiteX164" fmla="*/ 4510592 w 12192000"/>
              <a:gd name="connsiteY164" fmla="*/ 6556222 h 6858000"/>
              <a:gd name="connsiteX165" fmla="*/ 4468547 w 12192000"/>
              <a:gd name="connsiteY165" fmla="*/ 6574714 h 6858000"/>
              <a:gd name="connsiteX166" fmla="*/ 4426207 w 12192000"/>
              <a:gd name="connsiteY166" fmla="*/ 6592671 h 6858000"/>
              <a:gd name="connsiteX167" fmla="*/ 4383573 w 12192000"/>
              <a:gd name="connsiteY167" fmla="*/ 6610070 h 6858000"/>
              <a:gd name="connsiteX168" fmla="*/ 4340670 w 12192000"/>
              <a:gd name="connsiteY168" fmla="*/ 6626923 h 6858000"/>
              <a:gd name="connsiteX169" fmla="*/ 4297498 w 12192000"/>
              <a:gd name="connsiteY169" fmla="*/ 6643230 h 6858000"/>
              <a:gd name="connsiteX170" fmla="*/ 4254045 w 12192000"/>
              <a:gd name="connsiteY170" fmla="*/ 6658965 h 6858000"/>
              <a:gd name="connsiteX171" fmla="*/ 4210322 w 12192000"/>
              <a:gd name="connsiteY171" fmla="*/ 6674142 h 6858000"/>
              <a:gd name="connsiteX172" fmla="*/ 4166330 w 12192000"/>
              <a:gd name="connsiteY172" fmla="*/ 6688760 h 6858000"/>
              <a:gd name="connsiteX173" fmla="*/ 4122095 w 12192000"/>
              <a:gd name="connsiteY173" fmla="*/ 6702793 h 6858000"/>
              <a:gd name="connsiteX174" fmla="*/ 4077590 w 12192000"/>
              <a:gd name="connsiteY174" fmla="*/ 6716255 h 6858000"/>
              <a:gd name="connsiteX175" fmla="*/ 4032843 w 12192000"/>
              <a:gd name="connsiteY175" fmla="*/ 6729146 h 6858000"/>
              <a:gd name="connsiteX176" fmla="*/ 3987851 w 12192000"/>
              <a:gd name="connsiteY176" fmla="*/ 6741439 h 6858000"/>
              <a:gd name="connsiteX177" fmla="*/ 3942617 w 12192000"/>
              <a:gd name="connsiteY177" fmla="*/ 6753149 h 6858000"/>
              <a:gd name="connsiteX178" fmla="*/ 3897152 w 12192000"/>
              <a:gd name="connsiteY178" fmla="*/ 6764261 h 6858000"/>
              <a:gd name="connsiteX179" fmla="*/ 3851443 w 12192000"/>
              <a:gd name="connsiteY179" fmla="*/ 6774777 h 6858000"/>
              <a:gd name="connsiteX180" fmla="*/ 3805517 w 12192000"/>
              <a:gd name="connsiteY180" fmla="*/ 6784683 h 6858000"/>
              <a:gd name="connsiteX181" fmla="*/ 3759360 w 12192000"/>
              <a:gd name="connsiteY181" fmla="*/ 6793992 h 6858000"/>
              <a:gd name="connsiteX182" fmla="*/ 3712998 w 12192000"/>
              <a:gd name="connsiteY182" fmla="*/ 6802691 h 6858000"/>
              <a:gd name="connsiteX183" fmla="*/ 3666406 w 12192000"/>
              <a:gd name="connsiteY183" fmla="*/ 6810769 h 6858000"/>
              <a:gd name="connsiteX184" fmla="*/ 3619622 w 12192000"/>
              <a:gd name="connsiteY184" fmla="*/ 6818223 h 6858000"/>
              <a:gd name="connsiteX185" fmla="*/ 3572618 w 12192000"/>
              <a:gd name="connsiteY185" fmla="*/ 6825056 h 6858000"/>
              <a:gd name="connsiteX186" fmla="*/ 3525412 w 12192000"/>
              <a:gd name="connsiteY186" fmla="*/ 6831254 h 6858000"/>
              <a:gd name="connsiteX187" fmla="*/ 3478024 w 12192000"/>
              <a:gd name="connsiteY187" fmla="*/ 6836816 h 6858000"/>
              <a:gd name="connsiteX188" fmla="*/ 3430433 w 12192000"/>
              <a:gd name="connsiteY188" fmla="*/ 6841757 h 6858000"/>
              <a:gd name="connsiteX189" fmla="*/ 3382662 w 12192000"/>
              <a:gd name="connsiteY189" fmla="*/ 6846036 h 6858000"/>
              <a:gd name="connsiteX190" fmla="*/ 3334699 w 12192000"/>
              <a:gd name="connsiteY190" fmla="*/ 6849681 h 6858000"/>
              <a:gd name="connsiteX191" fmla="*/ 3286569 w 12192000"/>
              <a:gd name="connsiteY191" fmla="*/ 6852666 h 6858000"/>
              <a:gd name="connsiteX192" fmla="*/ 3238259 w 12192000"/>
              <a:gd name="connsiteY192" fmla="*/ 6854990 h 6858000"/>
              <a:gd name="connsiteX193" fmla="*/ 3189772 w 12192000"/>
              <a:gd name="connsiteY193" fmla="*/ 6856666 h 6858000"/>
              <a:gd name="connsiteX194" fmla="*/ 3141129 w 12192000"/>
              <a:gd name="connsiteY194" fmla="*/ 6857670 h 6858000"/>
              <a:gd name="connsiteX195" fmla="*/ 3092333 w 12192000"/>
              <a:gd name="connsiteY195" fmla="*/ 6858000 h 6858000"/>
              <a:gd name="connsiteX196" fmla="*/ 3092333 w 12192000"/>
              <a:gd name="connsiteY196" fmla="*/ 5572899 h 6858000"/>
              <a:gd name="connsiteX197" fmla="*/ 0 w 12192000"/>
              <a:gd name="connsiteY197" fmla="*/ 5572899 h 6858000"/>
              <a:gd name="connsiteX198" fmla="*/ 0 w 12192000"/>
              <a:gd name="connsiteY198" fmla="*/ 4287659 h 6858000"/>
              <a:gd name="connsiteX199" fmla="*/ 10007107 w 12192000"/>
              <a:gd name="connsiteY199" fmla="*/ 1287183 h 6858000"/>
              <a:gd name="connsiteX200" fmla="*/ 10055915 w 12192000"/>
              <a:gd name="connsiteY200" fmla="*/ 1287513 h 6858000"/>
              <a:gd name="connsiteX201" fmla="*/ 10104558 w 12192000"/>
              <a:gd name="connsiteY201" fmla="*/ 1288516 h 6858000"/>
              <a:gd name="connsiteX202" fmla="*/ 10153034 w 12192000"/>
              <a:gd name="connsiteY202" fmla="*/ 1290193 h 6858000"/>
              <a:gd name="connsiteX203" fmla="*/ 10201342 w 12192000"/>
              <a:gd name="connsiteY203" fmla="*/ 1292517 h 6858000"/>
              <a:gd name="connsiteX204" fmla="*/ 10249485 w 12192000"/>
              <a:gd name="connsiteY204" fmla="*/ 1295514 h 6858000"/>
              <a:gd name="connsiteX205" fmla="*/ 10297435 w 12192000"/>
              <a:gd name="connsiteY205" fmla="*/ 1299146 h 6858000"/>
              <a:gd name="connsiteX206" fmla="*/ 10345206 w 12192000"/>
              <a:gd name="connsiteY206" fmla="*/ 1303439 h 6858000"/>
              <a:gd name="connsiteX207" fmla="*/ 10392798 w 12192000"/>
              <a:gd name="connsiteY207" fmla="*/ 1308366 h 6858000"/>
              <a:gd name="connsiteX208" fmla="*/ 10440198 w 12192000"/>
              <a:gd name="connsiteY208" fmla="*/ 1313929 h 6858000"/>
              <a:gd name="connsiteX209" fmla="*/ 10487393 w 12192000"/>
              <a:gd name="connsiteY209" fmla="*/ 1320139 h 6858000"/>
              <a:gd name="connsiteX210" fmla="*/ 10534395 w 12192000"/>
              <a:gd name="connsiteY210" fmla="*/ 1326972 h 6858000"/>
              <a:gd name="connsiteX211" fmla="*/ 10581192 w 12192000"/>
              <a:gd name="connsiteY211" fmla="*/ 1334427 h 6858000"/>
              <a:gd name="connsiteX212" fmla="*/ 10627771 w 12192000"/>
              <a:gd name="connsiteY212" fmla="*/ 1342504 h 6858000"/>
              <a:gd name="connsiteX213" fmla="*/ 10674146 w 12192000"/>
              <a:gd name="connsiteY213" fmla="*/ 1351191 h 6858000"/>
              <a:gd name="connsiteX214" fmla="*/ 10720304 w 12192000"/>
              <a:gd name="connsiteY214" fmla="*/ 1360500 h 6858000"/>
              <a:gd name="connsiteX215" fmla="*/ 10766230 w 12192000"/>
              <a:gd name="connsiteY215" fmla="*/ 1370406 h 6858000"/>
              <a:gd name="connsiteX216" fmla="*/ 10811926 w 12192000"/>
              <a:gd name="connsiteY216" fmla="*/ 1380921 h 6858000"/>
              <a:gd name="connsiteX217" fmla="*/ 10857404 w 12192000"/>
              <a:gd name="connsiteY217" fmla="*/ 1392034 h 6858000"/>
              <a:gd name="connsiteX218" fmla="*/ 10902638 w 12192000"/>
              <a:gd name="connsiteY218" fmla="*/ 1403743 h 6858000"/>
              <a:gd name="connsiteX219" fmla="*/ 10947629 w 12192000"/>
              <a:gd name="connsiteY219" fmla="*/ 1416050 h 6858000"/>
              <a:gd name="connsiteX220" fmla="*/ 10992377 w 12192000"/>
              <a:gd name="connsiteY220" fmla="*/ 1428927 h 6858000"/>
              <a:gd name="connsiteX221" fmla="*/ 11036868 w 12192000"/>
              <a:gd name="connsiteY221" fmla="*/ 1442389 h 6858000"/>
              <a:gd name="connsiteX222" fmla="*/ 11081116 w 12192000"/>
              <a:gd name="connsiteY222" fmla="*/ 1456436 h 6858000"/>
              <a:gd name="connsiteX223" fmla="*/ 11125095 w 12192000"/>
              <a:gd name="connsiteY223" fmla="*/ 1471041 h 6858000"/>
              <a:gd name="connsiteX224" fmla="*/ 11168818 w 12192000"/>
              <a:gd name="connsiteY224" fmla="*/ 1486217 h 6858000"/>
              <a:gd name="connsiteX225" fmla="*/ 11212273 w 12192000"/>
              <a:gd name="connsiteY225" fmla="*/ 1501965 h 6858000"/>
              <a:gd name="connsiteX226" fmla="*/ 11255457 w 12192000"/>
              <a:gd name="connsiteY226" fmla="*/ 1518259 h 6858000"/>
              <a:gd name="connsiteX227" fmla="*/ 11298361 w 12192000"/>
              <a:gd name="connsiteY227" fmla="*/ 1535112 h 6858000"/>
              <a:gd name="connsiteX228" fmla="*/ 11340982 w 12192000"/>
              <a:gd name="connsiteY228" fmla="*/ 1552524 h 6858000"/>
              <a:gd name="connsiteX229" fmla="*/ 11383321 w 12192000"/>
              <a:gd name="connsiteY229" fmla="*/ 1570469 h 6858000"/>
              <a:gd name="connsiteX230" fmla="*/ 11425365 w 12192000"/>
              <a:gd name="connsiteY230" fmla="*/ 1588960 h 6858000"/>
              <a:gd name="connsiteX231" fmla="*/ 11467116 w 12192000"/>
              <a:gd name="connsiteY231" fmla="*/ 1607985 h 6858000"/>
              <a:gd name="connsiteX232" fmla="*/ 11508571 w 12192000"/>
              <a:gd name="connsiteY232" fmla="*/ 1627543 h 6858000"/>
              <a:gd name="connsiteX233" fmla="*/ 11549718 w 12192000"/>
              <a:gd name="connsiteY233" fmla="*/ 1647621 h 6858000"/>
              <a:gd name="connsiteX234" fmla="*/ 11590572 w 12192000"/>
              <a:gd name="connsiteY234" fmla="*/ 1668233 h 6858000"/>
              <a:gd name="connsiteX235" fmla="*/ 11631092 w 12192000"/>
              <a:gd name="connsiteY235" fmla="*/ 1689366 h 6858000"/>
              <a:gd name="connsiteX236" fmla="*/ 11671305 w 12192000"/>
              <a:gd name="connsiteY236" fmla="*/ 1711007 h 6858000"/>
              <a:gd name="connsiteX237" fmla="*/ 11711198 w 12192000"/>
              <a:gd name="connsiteY237" fmla="*/ 1733156 h 6858000"/>
              <a:gd name="connsiteX238" fmla="*/ 11750770 w 12192000"/>
              <a:gd name="connsiteY238" fmla="*/ 1755813 h 6858000"/>
              <a:gd name="connsiteX239" fmla="*/ 11789996 w 12192000"/>
              <a:gd name="connsiteY239" fmla="*/ 1778965 h 6858000"/>
              <a:gd name="connsiteX240" fmla="*/ 11828902 w 12192000"/>
              <a:gd name="connsiteY240" fmla="*/ 1802625 h 6858000"/>
              <a:gd name="connsiteX241" fmla="*/ 11867462 w 12192000"/>
              <a:gd name="connsiteY241" fmla="*/ 1826768 h 6858000"/>
              <a:gd name="connsiteX242" fmla="*/ 11905677 w 12192000"/>
              <a:gd name="connsiteY242" fmla="*/ 1851393 h 6858000"/>
              <a:gd name="connsiteX243" fmla="*/ 11943545 w 12192000"/>
              <a:gd name="connsiteY243" fmla="*/ 1876513 h 6858000"/>
              <a:gd name="connsiteX244" fmla="*/ 11981054 w 12192000"/>
              <a:gd name="connsiteY244" fmla="*/ 1902104 h 6858000"/>
              <a:gd name="connsiteX245" fmla="*/ 12018218 w 12192000"/>
              <a:gd name="connsiteY245" fmla="*/ 1928177 h 6858000"/>
              <a:gd name="connsiteX246" fmla="*/ 12055010 w 12192000"/>
              <a:gd name="connsiteY246" fmla="*/ 1954707 h 6858000"/>
              <a:gd name="connsiteX247" fmla="*/ 12091444 w 12192000"/>
              <a:gd name="connsiteY247" fmla="*/ 1981708 h 6858000"/>
              <a:gd name="connsiteX248" fmla="*/ 12127507 w 12192000"/>
              <a:gd name="connsiteY248" fmla="*/ 2009178 h 6858000"/>
              <a:gd name="connsiteX249" fmla="*/ 12163184 w 12192000"/>
              <a:gd name="connsiteY249" fmla="*/ 2037092 h 6858000"/>
              <a:gd name="connsiteX250" fmla="*/ 12192000 w 12192000"/>
              <a:gd name="connsiteY250" fmla="*/ 2060249 h 6858000"/>
              <a:gd name="connsiteX251" fmla="*/ 12192000 w 12192000"/>
              <a:gd name="connsiteY251" fmla="*/ 4714710 h 6858000"/>
              <a:gd name="connsiteX252" fmla="*/ 12167975 w 12192000"/>
              <a:gd name="connsiteY252" fmla="*/ 4714710 h 6858000"/>
              <a:gd name="connsiteX253" fmla="*/ 12167438 w 12192000"/>
              <a:gd name="connsiteY253" fmla="*/ 4666285 h 6858000"/>
              <a:gd name="connsiteX254" fmla="*/ 12165811 w 12192000"/>
              <a:gd name="connsiteY254" fmla="*/ 4618126 h 6858000"/>
              <a:gd name="connsiteX255" fmla="*/ 12163120 w 12192000"/>
              <a:gd name="connsiteY255" fmla="*/ 4570247 h 6858000"/>
              <a:gd name="connsiteX256" fmla="*/ 12159367 w 12192000"/>
              <a:gd name="connsiteY256" fmla="*/ 4522635 h 6858000"/>
              <a:gd name="connsiteX257" fmla="*/ 12154576 w 12192000"/>
              <a:gd name="connsiteY257" fmla="*/ 4475327 h 6858000"/>
              <a:gd name="connsiteX258" fmla="*/ 12148746 w 12192000"/>
              <a:gd name="connsiteY258" fmla="*/ 4428312 h 6858000"/>
              <a:gd name="connsiteX259" fmla="*/ 12141893 w 12192000"/>
              <a:gd name="connsiteY259" fmla="*/ 4381627 h 6858000"/>
              <a:gd name="connsiteX260" fmla="*/ 12134040 w 12192000"/>
              <a:gd name="connsiteY260" fmla="*/ 4335272 h 6858000"/>
              <a:gd name="connsiteX261" fmla="*/ 12125174 w 12192000"/>
              <a:gd name="connsiteY261" fmla="*/ 4289247 h 6858000"/>
              <a:gd name="connsiteX262" fmla="*/ 12115323 w 12192000"/>
              <a:gd name="connsiteY262" fmla="*/ 4243578 h 6858000"/>
              <a:gd name="connsiteX263" fmla="*/ 12104499 w 12192000"/>
              <a:gd name="connsiteY263" fmla="*/ 4198264 h 6858000"/>
              <a:gd name="connsiteX264" fmla="*/ 12092713 w 12192000"/>
              <a:gd name="connsiteY264" fmla="*/ 4153331 h 6858000"/>
              <a:gd name="connsiteX265" fmla="*/ 12079966 w 12192000"/>
              <a:gd name="connsiteY265" fmla="*/ 4108780 h 6858000"/>
              <a:gd name="connsiteX266" fmla="*/ 12066284 w 12192000"/>
              <a:gd name="connsiteY266" fmla="*/ 4064622 h 6858000"/>
              <a:gd name="connsiteX267" fmla="*/ 12051679 w 12192000"/>
              <a:gd name="connsiteY267" fmla="*/ 4020870 h 6858000"/>
              <a:gd name="connsiteX268" fmla="*/ 12036140 w 12192000"/>
              <a:gd name="connsiteY268" fmla="*/ 3977551 h 6858000"/>
              <a:gd name="connsiteX269" fmla="*/ 12019704 w 12192000"/>
              <a:gd name="connsiteY269" fmla="*/ 3934650 h 6858000"/>
              <a:gd name="connsiteX270" fmla="*/ 12002371 w 12192000"/>
              <a:gd name="connsiteY270" fmla="*/ 3892194 h 6858000"/>
              <a:gd name="connsiteX271" fmla="*/ 11984155 w 12192000"/>
              <a:gd name="connsiteY271" fmla="*/ 3850195 h 6858000"/>
              <a:gd name="connsiteX272" fmla="*/ 11965054 w 12192000"/>
              <a:gd name="connsiteY272" fmla="*/ 3808666 h 6858000"/>
              <a:gd name="connsiteX273" fmla="*/ 11945108 w 12192000"/>
              <a:gd name="connsiteY273" fmla="*/ 3767607 h 6858000"/>
              <a:gd name="connsiteX274" fmla="*/ 11924303 w 12192000"/>
              <a:gd name="connsiteY274" fmla="*/ 3727031 h 6858000"/>
              <a:gd name="connsiteX275" fmla="*/ 11902666 w 12192000"/>
              <a:gd name="connsiteY275" fmla="*/ 3686962 h 6858000"/>
              <a:gd name="connsiteX276" fmla="*/ 11880196 w 12192000"/>
              <a:gd name="connsiteY276" fmla="*/ 3647402 h 6858000"/>
              <a:gd name="connsiteX277" fmla="*/ 11856919 w 12192000"/>
              <a:gd name="connsiteY277" fmla="*/ 3608362 h 6858000"/>
              <a:gd name="connsiteX278" fmla="*/ 11832835 w 12192000"/>
              <a:gd name="connsiteY278" fmla="*/ 3569855 h 6858000"/>
              <a:gd name="connsiteX279" fmla="*/ 11807957 w 12192000"/>
              <a:gd name="connsiteY279" fmla="*/ 3531895 h 6858000"/>
              <a:gd name="connsiteX280" fmla="*/ 11782297 w 12192000"/>
              <a:gd name="connsiteY280" fmla="*/ 3494494 h 6858000"/>
              <a:gd name="connsiteX281" fmla="*/ 11755881 w 12192000"/>
              <a:gd name="connsiteY281" fmla="*/ 3457651 h 6858000"/>
              <a:gd name="connsiteX282" fmla="*/ 11728697 w 12192000"/>
              <a:gd name="connsiteY282" fmla="*/ 3421392 h 6858000"/>
              <a:gd name="connsiteX283" fmla="*/ 11700769 w 12192000"/>
              <a:gd name="connsiteY283" fmla="*/ 3385731 h 6858000"/>
              <a:gd name="connsiteX284" fmla="*/ 11672112 w 12192000"/>
              <a:gd name="connsiteY284" fmla="*/ 3350666 h 6858000"/>
              <a:gd name="connsiteX285" fmla="*/ 11642724 w 12192000"/>
              <a:gd name="connsiteY285" fmla="*/ 3316224 h 6858000"/>
              <a:gd name="connsiteX286" fmla="*/ 11612632 w 12192000"/>
              <a:gd name="connsiteY286" fmla="*/ 3282391 h 6858000"/>
              <a:gd name="connsiteX287" fmla="*/ 11581835 w 12192000"/>
              <a:gd name="connsiteY287" fmla="*/ 3249206 h 6858000"/>
              <a:gd name="connsiteX288" fmla="*/ 11550347 w 12192000"/>
              <a:gd name="connsiteY288" fmla="*/ 3216669 h 6858000"/>
              <a:gd name="connsiteX289" fmla="*/ 11518192 w 12192000"/>
              <a:gd name="connsiteY289" fmla="*/ 3184779 h 6858000"/>
              <a:gd name="connsiteX290" fmla="*/ 11485370 w 12192000"/>
              <a:gd name="connsiteY290" fmla="*/ 3153575 h 6858000"/>
              <a:gd name="connsiteX291" fmla="*/ 11451883 w 12192000"/>
              <a:gd name="connsiteY291" fmla="*/ 3123044 h 6858000"/>
              <a:gd name="connsiteX292" fmla="*/ 11417768 w 12192000"/>
              <a:gd name="connsiteY292" fmla="*/ 3093213 h 6858000"/>
              <a:gd name="connsiteX293" fmla="*/ 11383013 w 12192000"/>
              <a:gd name="connsiteY293" fmla="*/ 3064078 h 6858000"/>
              <a:gd name="connsiteX294" fmla="*/ 11347643 w 12192000"/>
              <a:gd name="connsiteY294" fmla="*/ 3035669 h 6858000"/>
              <a:gd name="connsiteX295" fmla="*/ 11311671 w 12192000"/>
              <a:gd name="connsiteY295" fmla="*/ 3007982 h 6858000"/>
              <a:gd name="connsiteX296" fmla="*/ 11275096 w 12192000"/>
              <a:gd name="connsiteY296" fmla="*/ 2981033 h 6858000"/>
              <a:gd name="connsiteX297" fmla="*/ 11237945 w 12192000"/>
              <a:gd name="connsiteY297" fmla="*/ 2954832 h 6858000"/>
              <a:gd name="connsiteX298" fmla="*/ 11200218 w 12192000"/>
              <a:gd name="connsiteY298" fmla="*/ 2929394 h 6858000"/>
              <a:gd name="connsiteX299" fmla="*/ 11161927 w 12192000"/>
              <a:gd name="connsiteY299" fmla="*/ 2904744 h 6858000"/>
              <a:gd name="connsiteX300" fmla="*/ 11123084 w 12192000"/>
              <a:gd name="connsiteY300" fmla="*/ 2880868 h 6858000"/>
              <a:gd name="connsiteX301" fmla="*/ 11083704 w 12192000"/>
              <a:gd name="connsiteY301" fmla="*/ 2857779 h 6858000"/>
              <a:gd name="connsiteX302" fmla="*/ 11043799 w 12192000"/>
              <a:gd name="connsiteY302" fmla="*/ 2835516 h 6858000"/>
              <a:gd name="connsiteX303" fmla="*/ 11003381 w 12192000"/>
              <a:gd name="connsiteY303" fmla="*/ 2814053 h 6858000"/>
              <a:gd name="connsiteX304" fmla="*/ 10962451 w 12192000"/>
              <a:gd name="connsiteY304" fmla="*/ 2793441 h 6858000"/>
              <a:gd name="connsiteX305" fmla="*/ 10921034 w 12192000"/>
              <a:gd name="connsiteY305" fmla="*/ 2773654 h 6858000"/>
              <a:gd name="connsiteX306" fmla="*/ 10879143 w 12192000"/>
              <a:gd name="connsiteY306" fmla="*/ 2754731 h 6858000"/>
              <a:gd name="connsiteX307" fmla="*/ 10836765 w 12192000"/>
              <a:gd name="connsiteY307" fmla="*/ 2736672 h 6858000"/>
              <a:gd name="connsiteX308" fmla="*/ 10793952 w 12192000"/>
              <a:gd name="connsiteY308" fmla="*/ 2719489 h 6858000"/>
              <a:gd name="connsiteX309" fmla="*/ 10750677 w 12192000"/>
              <a:gd name="connsiteY309" fmla="*/ 2703196 h 6858000"/>
              <a:gd name="connsiteX310" fmla="*/ 10706968 w 12192000"/>
              <a:gd name="connsiteY310" fmla="*/ 2687790 h 6858000"/>
              <a:gd name="connsiteX311" fmla="*/ 10662848 w 12192000"/>
              <a:gd name="connsiteY311" fmla="*/ 2673300 h 6858000"/>
              <a:gd name="connsiteX312" fmla="*/ 10618305 w 12192000"/>
              <a:gd name="connsiteY312" fmla="*/ 2659735 h 6858000"/>
              <a:gd name="connsiteX313" fmla="*/ 10573364 w 12192000"/>
              <a:gd name="connsiteY313" fmla="*/ 2647111 h 6858000"/>
              <a:gd name="connsiteX314" fmla="*/ 10528041 w 12192000"/>
              <a:gd name="connsiteY314" fmla="*/ 2635415 h 6858000"/>
              <a:gd name="connsiteX315" fmla="*/ 10482345 w 12192000"/>
              <a:gd name="connsiteY315" fmla="*/ 2624683 h 6858000"/>
              <a:gd name="connsiteX316" fmla="*/ 10436265 w 12192000"/>
              <a:gd name="connsiteY316" fmla="*/ 2614930 h 6858000"/>
              <a:gd name="connsiteX317" fmla="*/ 10389852 w 12192000"/>
              <a:gd name="connsiteY317" fmla="*/ 2606141 h 6858000"/>
              <a:gd name="connsiteX318" fmla="*/ 10343080 w 12192000"/>
              <a:gd name="connsiteY318" fmla="*/ 2598343 h 6858000"/>
              <a:gd name="connsiteX319" fmla="*/ 10295988 w 12192000"/>
              <a:gd name="connsiteY319" fmla="*/ 2591562 h 6858000"/>
              <a:gd name="connsiteX320" fmla="*/ 10248575 w 12192000"/>
              <a:gd name="connsiteY320" fmla="*/ 2585783 h 6858000"/>
              <a:gd name="connsiteX321" fmla="*/ 10200843 w 12192000"/>
              <a:gd name="connsiteY321" fmla="*/ 2581033 h 6858000"/>
              <a:gd name="connsiteX322" fmla="*/ 10152829 w 12192000"/>
              <a:gd name="connsiteY322" fmla="*/ 2577312 h 6858000"/>
              <a:gd name="connsiteX323" fmla="*/ 10104519 w 12192000"/>
              <a:gd name="connsiteY323" fmla="*/ 2574645 h 6858000"/>
              <a:gd name="connsiteX324" fmla="*/ 10055941 w 12192000"/>
              <a:gd name="connsiteY324" fmla="*/ 2573032 h 6858000"/>
              <a:gd name="connsiteX325" fmla="*/ 10007107 w 12192000"/>
              <a:gd name="connsiteY325" fmla="*/ 2572499 h 6858000"/>
              <a:gd name="connsiteX326" fmla="*/ 6549733 w 12192000"/>
              <a:gd name="connsiteY326" fmla="*/ 0 h 6858000"/>
              <a:gd name="connsiteX327" fmla="*/ 10007107 w 12192000"/>
              <a:gd name="connsiteY327" fmla="*/ 0 h 6858000"/>
              <a:gd name="connsiteX328" fmla="*/ 10007107 w 12192000"/>
              <a:gd name="connsiteY328" fmla="*/ 1285252 h 6858000"/>
              <a:gd name="connsiteX329" fmla="*/ 7846264 w 12192000"/>
              <a:gd name="connsiteY329" fmla="*/ 1285252 h 6858000"/>
              <a:gd name="connsiteX330" fmla="*/ 7846264 w 12192000"/>
              <a:gd name="connsiteY330" fmla="*/ 3427742 h 6858000"/>
              <a:gd name="connsiteX331" fmla="*/ 6549733 w 12192000"/>
              <a:gd name="connsiteY331" fmla="*/ 3427742 h 6858000"/>
              <a:gd name="connsiteX332" fmla="*/ 6549733 w 12192000"/>
              <a:gd name="connsiteY332" fmla="*/ 128525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</a:cxnLst>
            <a:rect l="l" t="t" r="r" b="b"/>
            <a:pathLst>
              <a:path w="12192000" h="6858000">
                <a:moveTo>
                  <a:pt x="0" y="2145170"/>
                </a:moveTo>
                <a:lnTo>
                  <a:pt x="931465" y="2145170"/>
                </a:lnTo>
                <a:lnTo>
                  <a:pt x="931465" y="4287659"/>
                </a:lnTo>
                <a:lnTo>
                  <a:pt x="3092333" y="4287659"/>
                </a:lnTo>
                <a:lnTo>
                  <a:pt x="3092333" y="5572696"/>
                </a:lnTo>
                <a:lnTo>
                  <a:pt x="3141168" y="5572150"/>
                </a:lnTo>
                <a:lnTo>
                  <a:pt x="3189745" y="5570550"/>
                </a:lnTo>
                <a:lnTo>
                  <a:pt x="3238055" y="5567870"/>
                </a:lnTo>
                <a:lnTo>
                  <a:pt x="3286069" y="5564162"/>
                </a:lnTo>
                <a:lnTo>
                  <a:pt x="3333802" y="5559399"/>
                </a:lnTo>
                <a:lnTo>
                  <a:pt x="3381215" y="5553634"/>
                </a:lnTo>
                <a:lnTo>
                  <a:pt x="3428306" y="5546839"/>
                </a:lnTo>
                <a:lnTo>
                  <a:pt x="3475077" y="5539041"/>
                </a:lnTo>
                <a:lnTo>
                  <a:pt x="3521504" y="5530266"/>
                </a:lnTo>
                <a:lnTo>
                  <a:pt x="3567571" y="5520499"/>
                </a:lnTo>
                <a:lnTo>
                  <a:pt x="3613266" y="5509768"/>
                </a:lnTo>
                <a:lnTo>
                  <a:pt x="3658604" y="5498084"/>
                </a:lnTo>
                <a:lnTo>
                  <a:pt x="3703544" y="5485447"/>
                </a:lnTo>
                <a:lnTo>
                  <a:pt x="3748073" y="5471884"/>
                </a:lnTo>
                <a:lnTo>
                  <a:pt x="3792207" y="5457393"/>
                </a:lnTo>
                <a:lnTo>
                  <a:pt x="3835916" y="5442001"/>
                </a:lnTo>
                <a:lnTo>
                  <a:pt x="3879178" y="5425694"/>
                </a:lnTo>
                <a:lnTo>
                  <a:pt x="3922004" y="5408511"/>
                </a:lnTo>
                <a:lnTo>
                  <a:pt x="3964369" y="5390451"/>
                </a:lnTo>
                <a:lnTo>
                  <a:pt x="4006273" y="5371528"/>
                </a:lnTo>
                <a:lnTo>
                  <a:pt x="4047690" y="5351742"/>
                </a:lnTo>
                <a:lnTo>
                  <a:pt x="4088608" y="5331130"/>
                </a:lnTo>
                <a:lnTo>
                  <a:pt x="4129038" y="5309667"/>
                </a:lnTo>
                <a:lnTo>
                  <a:pt x="4168944" y="5287403"/>
                </a:lnTo>
                <a:lnTo>
                  <a:pt x="4208310" y="5264315"/>
                </a:lnTo>
                <a:lnTo>
                  <a:pt x="4247152" y="5240452"/>
                </a:lnTo>
                <a:lnTo>
                  <a:pt x="4285443" y="5215788"/>
                </a:lnTo>
                <a:lnTo>
                  <a:pt x="4323184" y="5190350"/>
                </a:lnTo>
                <a:lnTo>
                  <a:pt x="4360335" y="5164150"/>
                </a:lnTo>
                <a:lnTo>
                  <a:pt x="4396909" y="5137201"/>
                </a:lnTo>
                <a:lnTo>
                  <a:pt x="4432882" y="5109515"/>
                </a:lnTo>
                <a:lnTo>
                  <a:pt x="4468251" y="5081105"/>
                </a:lnTo>
                <a:lnTo>
                  <a:pt x="4503008" y="5051971"/>
                </a:lnTo>
                <a:lnTo>
                  <a:pt x="4537123" y="5022139"/>
                </a:lnTo>
                <a:lnTo>
                  <a:pt x="4570597" y="4991608"/>
                </a:lnTo>
                <a:lnTo>
                  <a:pt x="4603430" y="4960404"/>
                </a:lnTo>
                <a:lnTo>
                  <a:pt x="4635585" y="4928514"/>
                </a:lnTo>
                <a:lnTo>
                  <a:pt x="4667073" y="4895977"/>
                </a:lnTo>
                <a:lnTo>
                  <a:pt x="4697858" y="4862792"/>
                </a:lnTo>
                <a:lnTo>
                  <a:pt x="4727963" y="4828959"/>
                </a:lnTo>
                <a:lnTo>
                  <a:pt x="4757339" y="4794516"/>
                </a:lnTo>
                <a:lnTo>
                  <a:pt x="4786008" y="4759452"/>
                </a:lnTo>
                <a:lnTo>
                  <a:pt x="4813935" y="4723777"/>
                </a:lnTo>
                <a:lnTo>
                  <a:pt x="4841121" y="4687532"/>
                </a:lnTo>
                <a:lnTo>
                  <a:pt x="4867535" y="4650689"/>
                </a:lnTo>
                <a:lnTo>
                  <a:pt x="4893195" y="4613287"/>
                </a:lnTo>
                <a:lnTo>
                  <a:pt x="4918075" y="4575327"/>
                </a:lnTo>
                <a:lnTo>
                  <a:pt x="4942158" y="4536821"/>
                </a:lnTo>
                <a:lnTo>
                  <a:pt x="4965434" y="4497781"/>
                </a:lnTo>
                <a:lnTo>
                  <a:pt x="4987905" y="4458220"/>
                </a:lnTo>
                <a:lnTo>
                  <a:pt x="5009542" y="4418152"/>
                </a:lnTo>
                <a:lnTo>
                  <a:pt x="5030347" y="4377575"/>
                </a:lnTo>
                <a:lnTo>
                  <a:pt x="5050293" y="4336516"/>
                </a:lnTo>
                <a:lnTo>
                  <a:pt x="5069380" y="4294987"/>
                </a:lnTo>
                <a:lnTo>
                  <a:pt x="5087599" y="4252988"/>
                </a:lnTo>
                <a:lnTo>
                  <a:pt x="5104943" y="4210532"/>
                </a:lnTo>
                <a:lnTo>
                  <a:pt x="5121381" y="4167632"/>
                </a:lnTo>
                <a:lnTo>
                  <a:pt x="5136906" y="4124312"/>
                </a:lnTo>
                <a:lnTo>
                  <a:pt x="5151523" y="4080560"/>
                </a:lnTo>
                <a:lnTo>
                  <a:pt x="5165204" y="4036403"/>
                </a:lnTo>
                <a:lnTo>
                  <a:pt x="5177951" y="3991851"/>
                </a:lnTo>
                <a:lnTo>
                  <a:pt x="5189738" y="3946918"/>
                </a:lnTo>
                <a:lnTo>
                  <a:pt x="5200562" y="3901605"/>
                </a:lnTo>
                <a:lnTo>
                  <a:pt x="5210414" y="3855936"/>
                </a:lnTo>
                <a:lnTo>
                  <a:pt x="5219266" y="3809911"/>
                </a:lnTo>
                <a:lnTo>
                  <a:pt x="5227132" y="3763556"/>
                </a:lnTo>
                <a:lnTo>
                  <a:pt x="5233986" y="3716871"/>
                </a:lnTo>
                <a:lnTo>
                  <a:pt x="5239801" y="3669855"/>
                </a:lnTo>
                <a:lnTo>
                  <a:pt x="5244605" y="3622548"/>
                </a:lnTo>
                <a:lnTo>
                  <a:pt x="5248346" y="3574948"/>
                </a:lnTo>
                <a:lnTo>
                  <a:pt x="5251049" y="3527056"/>
                </a:lnTo>
                <a:lnTo>
                  <a:pt x="5252663" y="3478898"/>
                </a:lnTo>
                <a:lnTo>
                  <a:pt x="5253214" y="3430486"/>
                </a:lnTo>
                <a:lnTo>
                  <a:pt x="6549733" y="3430486"/>
                </a:lnTo>
                <a:lnTo>
                  <a:pt x="6549387" y="3478860"/>
                </a:lnTo>
                <a:lnTo>
                  <a:pt x="6548374" y="3527082"/>
                </a:lnTo>
                <a:lnTo>
                  <a:pt x="6546684" y="3575151"/>
                </a:lnTo>
                <a:lnTo>
                  <a:pt x="6544339" y="3623043"/>
                </a:lnTo>
                <a:lnTo>
                  <a:pt x="6541328" y="3670757"/>
                </a:lnTo>
                <a:lnTo>
                  <a:pt x="6537652" y="3718306"/>
                </a:lnTo>
                <a:lnTo>
                  <a:pt x="6533335" y="3765664"/>
                </a:lnTo>
                <a:lnTo>
                  <a:pt x="6528351" y="3812844"/>
                </a:lnTo>
                <a:lnTo>
                  <a:pt x="6522741" y="3859822"/>
                </a:lnTo>
                <a:lnTo>
                  <a:pt x="6516489" y="3906621"/>
                </a:lnTo>
                <a:lnTo>
                  <a:pt x="6509596" y="3953218"/>
                </a:lnTo>
                <a:lnTo>
                  <a:pt x="6502077" y="3999598"/>
                </a:lnTo>
                <a:lnTo>
                  <a:pt x="6493929" y="4045788"/>
                </a:lnTo>
                <a:lnTo>
                  <a:pt x="6485154" y="4091749"/>
                </a:lnTo>
                <a:lnTo>
                  <a:pt x="6475764" y="4137507"/>
                </a:lnTo>
                <a:lnTo>
                  <a:pt x="6465772" y="4183037"/>
                </a:lnTo>
                <a:lnTo>
                  <a:pt x="6455164" y="4228350"/>
                </a:lnTo>
                <a:lnTo>
                  <a:pt x="6443955" y="4273423"/>
                </a:lnTo>
                <a:lnTo>
                  <a:pt x="6432143" y="4318266"/>
                </a:lnTo>
                <a:lnTo>
                  <a:pt x="6419743" y="4362869"/>
                </a:lnTo>
                <a:lnTo>
                  <a:pt x="6406740" y="4407230"/>
                </a:lnTo>
                <a:lnTo>
                  <a:pt x="6393161" y="4451350"/>
                </a:lnTo>
                <a:lnTo>
                  <a:pt x="6379005" y="4495203"/>
                </a:lnTo>
                <a:lnTo>
                  <a:pt x="6364260" y="4538815"/>
                </a:lnTo>
                <a:lnTo>
                  <a:pt x="6348951" y="4582160"/>
                </a:lnTo>
                <a:lnTo>
                  <a:pt x="6333079" y="4625238"/>
                </a:lnTo>
                <a:lnTo>
                  <a:pt x="6316629" y="4668037"/>
                </a:lnTo>
                <a:lnTo>
                  <a:pt x="6299629" y="4710569"/>
                </a:lnTo>
                <a:lnTo>
                  <a:pt x="6282078" y="4752835"/>
                </a:lnTo>
                <a:lnTo>
                  <a:pt x="6263965" y="4794809"/>
                </a:lnTo>
                <a:lnTo>
                  <a:pt x="6245312" y="4836490"/>
                </a:lnTo>
                <a:lnTo>
                  <a:pt x="6226122" y="4877879"/>
                </a:lnTo>
                <a:lnTo>
                  <a:pt x="6206394" y="4918976"/>
                </a:lnTo>
                <a:lnTo>
                  <a:pt x="6186140" y="4959769"/>
                </a:lnTo>
                <a:lnTo>
                  <a:pt x="6165348" y="5000256"/>
                </a:lnTo>
                <a:lnTo>
                  <a:pt x="6144044" y="5040439"/>
                </a:lnTo>
                <a:lnTo>
                  <a:pt x="6122214" y="5080305"/>
                </a:lnTo>
                <a:lnTo>
                  <a:pt x="6099861" y="5119852"/>
                </a:lnTo>
                <a:lnTo>
                  <a:pt x="6077018" y="5159070"/>
                </a:lnTo>
                <a:lnTo>
                  <a:pt x="6053652" y="5197970"/>
                </a:lnTo>
                <a:lnTo>
                  <a:pt x="6029798" y="5236527"/>
                </a:lnTo>
                <a:lnTo>
                  <a:pt x="6005445" y="5274754"/>
                </a:lnTo>
                <a:lnTo>
                  <a:pt x="5980593" y="5312638"/>
                </a:lnTo>
                <a:lnTo>
                  <a:pt x="5955266" y="5350180"/>
                </a:lnTo>
                <a:lnTo>
                  <a:pt x="5929439" y="5387378"/>
                </a:lnTo>
                <a:lnTo>
                  <a:pt x="5903151" y="5424208"/>
                </a:lnTo>
                <a:lnTo>
                  <a:pt x="5876378" y="5460695"/>
                </a:lnTo>
                <a:lnTo>
                  <a:pt x="5849143" y="5496801"/>
                </a:lnTo>
                <a:lnTo>
                  <a:pt x="5821432" y="5532552"/>
                </a:lnTo>
                <a:lnTo>
                  <a:pt x="5793274" y="5567934"/>
                </a:lnTo>
                <a:lnTo>
                  <a:pt x="5764655" y="5602922"/>
                </a:lnTo>
                <a:lnTo>
                  <a:pt x="5735588" y="5637542"/>
                </a:lnTo>
                <a:lnTo>
                  <a:pt x="5706072" y="5671782"/>
                </a:lnTo>
                <a:lnTo>
                  <a:pt x="5676108" y="5705627"/>
                </a:lnTo>
                <a:lnTo>
                  <a:pt x="5645708" y="5739066"/>
                </a:lnTo>
                <a:lnTo>
                  <a:pt x="5614873" y="5772124"/>
                </a:lnTo>
                <a:lnTo>
                  <a:pt x="5583615" y="5804763"/>
                </a:lnTo>
                <a:lnTo>
                  <a:pt x="5551934" y="5837009"/>
                </a:lnTo>
                <a:lnTo>
                  <a:pt x="5519831" y="5868835"/>
                </a:lnTo>
                <a:lnTo>
                  <a:pt x="5487304" y="5900242"/>
                </a:lnTo>
                <a:lnTo>
                  <a:pt x="5454380" y="5931230"/>
                </a:lnTo>
                <a:lnTo>
                  <a:pt x="5421034" y="5961799"/>
                </a:lnTo>
                <a:lnTo>
                  <a:pt x="5387303" y="5991936"/>
                </a:lnTo>
                <a:lnTo>
                  <a:pt x="5353163" y="6021641"/>
                </a:lnTo>
                <a:lnTo>
                  <a:pt x="5318625" y="6050902"/>
                </a:lnTo>
                <a:lnTo>
                  <a:pt x="5283703" y="6079718"/>
                </a:lnTo>
                <a:lnTo>
                  <a:pt x="5248410" y="6108090"/>
                </a:lnTo>
                <a:lnTo>
                  <a:pt x="5212720" y="6136005"/>
                </a:lnTo>
                <a:lnTo>
                  <a:pt x="5176657" y="6163475"/>
                </a:lnTo>
                <a:lnTo>
                  <a:pt x="5140237" y="6190475"/>
                </a:lnTo>
                <a:lnTo>
                  <a:pt x="5103432" y="6217018"/>
                </a:lnTo>
                <a:lnTo>
                  <a:pt x="5066281" y="6243078"/>
                </a:lnTo>
                <a:lnTo>
                  <a:pt x="5028758" y="6268682"/>
                </a:lnTo>
                <a:lnTo>
                  <a:pt x="4990889" y="6293790"/>
                </a:lnTo>
                <a:lnTo>
                  <a:pt x="4952675" y="6318428"/>
                </a:lnTo>
                <a:lnTo>
                  <a:pt x="4914116" y="6342570"/>
                </a:lnTo>
                <a:lnTo>
                  <a:pt x="4875222" y="6366218"/>
                </a:lnTo>
                <a:lnTo>
                  <a:pt x="4835983" y="6389383"/>
                </a:lnTo>
                <a:lnTo>
                  <a:pt x="4796423" y="6412027"/>
                </a:lnTo>
                <a:lnTo>
                  <a:pt x="4756531" y="6434188"/>
                </a:lnTo>
                <a:lnTo>
                  <a:pt x="4716318" y="6455829"/>
                </a:lnTo>
                <a:lnTo>
                  <a:pt x="4675785" y="6476949"/>
                </a:lnTo>
                <a:lnTo>
                  <a:pt x="4634946" y="6497561"/>
                </a:lnTo>
                <a:lnTo>
                  <a:pt x="4593796" y="6517640"/>
                </a:lnTo>
                <a:lnTo>
                  <a:pt x="4552341" y="6537198"/>
                </a:lnTo>
                <a:lnTo>
                  <a:pt x="4510592" y="6556222"/>
                </a:lnTo>
                <a:lnTo>
                  <a:pt x="4468547" y="6574714"/>
                </a:lnTo>
                <a:lnTo>
                  <a:pt x="4426207" y="6592671"/>
                </a:lnTo>
                <a:lnTo>
                  <a:pt x="4383573" y="6610070"/>
                </a:lnTo>
                <a:lnTo>
                  <a:pt x="4340670" y="6626923"/>
                </a:lnTo>
                <a:lnTo>
                  <a:pt x="4297498" y="6643230"/>
                </a:lnTo>
                <a:lnTo>
                  <a:pt x="4254045" y="6658965"/>
                </a:lnTo>
                <a:lnTo>
                  <a:pt x="4210322" y="6674142"/>
                </a:lnTo>
                <a:lnTo>
                  <a:pt x="4166330" y="6688760"/>
                </a:lnTo>
                <a:lnTo>
                  <a:pt x="4122095" y="6702793"/>
                </a:lnTo>
                <a:lnTo>
                  <a:pt x="4077590" y="6716255"/>
                </a:lnTo>
                <a:lnTo>
                  <a:pt x="4032843" y="6729146"/>
                </a:lnTo>
                <a:lnTo>
                  <a:pt x="3987851" y="6741439"/>
                </a:lnTo>
                <a:lnTo>
                  <a:pt x="3942617" y="6753149"/>
                </a:lnTo>
                <a:lnTo>
                  <a:pt x="3897152" y="6764261"/>
                </a:lnTo>
                <a:lnTo>
                  <a:pt x="3851443" y="6774777"/>
                </a:lnTo>
                <a:lnTo>
                  <a:pt x="3805517" y="6784683"/>
                </a:lnTo>
                <a:lnTo>
                  <a:pt x="3759360" y="6793992"/>
                </a:lnTo>
                <a:lnTo>
                  <a:pt x="3712998" y="6802691"/>
                </a:lnTo>
                <a:lnTo>
                  <a:pt x="3666406" y="6810769"/>
                </a:lnTo>
                <a:lnTo>
                  <a:pt x="3619622" y="6818223"/>
                </a:lnTo>
                <a:lnTo>
                  <a:pt x="3572618" y="6825056"/>
                </a:lnTo>
                <a:lnTo>
                  <a:pt x="3525412" y="6831254"/>
                </a:lnTo>
                <a:lnTo>
                  <a:pt x="3478024" y="6836816"/>
                </a:lnTo>
                <a:lnTo>
                  <a:pt x="3430433" y="6841757"/>
                </a:lnTo>
                <a:lnTo>
                  <a:pt x="3382662" y="6846036"/>
                </a:lnTo>
                <a:lnTo>
                  <a:pt x="3334699" y="6849681"/>
                </a:lnTo>
                <a:lnTo>
                  <a:pt x="3286569" y="6852666"/>
                </a:lnTo>
                <a:lnTo>
                  <a:pt x="3238259" y="6854990"/>
                </a:lnTo>
                <a:lnTo>
                  <a:pt x="3189772" y="6856666"/>
                </a:lnTo>
                <a:lnTo>
                  <a:pt x="3141129" y="6857670"/>
                </a:lnTo>
                <a:lnTo>
                  <a:pt x="3092333" y="6858000"/>
                </a:lnTo>
                <a:lnTo>
                  <a:pt x="3092333" y="5572899"/>
                </a:lnTo>
                <a:lnTo>
                  <a:pt x="0" y="5572899"/>
                </a:lnTo>
                <a:lnTo>
                  <a:pt x="0" y="4287659"/>
                </a:lnTo>
                <a:close/>
                <a:moveTo>
                  <a:pt x="10007107" y="1287183"/>
                </a:moveTo>
                <a:lnTo>
                  <a:pt x="10055915" y="1287513"/>
                </a:lnTo>
                <a:lnTo>
                  <a:pt x="10104558" y="1288516"/>
                </a:lnTo>
                <a:lnTo>
                  <a:pt x="10153034" y="1290193"/>
                </a:lnTo>
                <a:lnTo>
                  <a:pt x="10201342" y="1292517"/>
                </a:lnTo>
                <a:lnTo>
                  <a:pt x="10249485" y="1295514"/>
                </a:lnTo>
                <a:lnTo>
                  <a:pt x="10297435" y="1299146"/>
                </a:lnTo>
                <a:lnTo>
                  <a:pt x="10345206" y="1303439"/>
                </a:lnTo>
                <a:lnTo>
                  <a:pt x="10392798" y="1308366"/>
                </a:lnTo>
                <a:lnTo>
                  <a:pt x="10440198" y="1313929"/>
                </a:lnTo>
                <a:lnTo>
                  <a:pt x="10487393" y="1320139"/>
                </a:lnTo>
                <a:lnTo>
                  <a:pt x="10534395" y="1326972"/>
                </a:lnTo>
                <a:lnTo>
                  <a:pt x="10581192" y="1334427"/>
                </a:lnTo>
                <a:lnTo>
                  <a:pt x="10627771" y="1342504"/>
                </a:lnTo>
                <a:lnTo>
                  <a:pt x="10674146" y="1351191"/>
                </a:lnTo>
                <a:lnTo>
                  <a:pt x="10720304" y="1360500"/>
                </a:lnTo>
                <a:lnTo>
                  <a:pt x="10766230" y="1370406"/>
                </a:lnTo>
                <a:lnTo>
                  <a:pt x="10811926" y="1380921"/>
                </a:lnTo>
                <a:lnTo>
                  <a:pt x="10857404" y="1392034"/>
                </a:lnTo>
                <a:lnTo>
                  <a:pt x="10902638" y="1403743"/>
                </a:lnTo>
                <a:lnTo>
                  <a:pt x="10947629" y="1416050"/>
                </a:lnTo>
                <a:lnTo>
                  <a:pt x="10992377" y="1428927"/>
                </a:lnTo>
                <a:lnTo>
                  <a:pt x="11036868" y="1442389"/>
                </a:lnTo>
                <a:lnTo>
                  <a:pt x="11081116" y="1456436"/>
                </a:lnTo>
                <a:lnTo>
                  <a:pt x="11125095" y="1471041"/>
                </a:lnTo>
                <a:lnTo>
                  <a:pt x="11168818" y="1486217"/>
                </a:lnTo>
                <a:lnTo>
                  <a:pt x="11212273" y="1501965"/>
                </a:lnTo>
                <a:lnTo>
                  <a:pt x="11255457" y="1518259"/>
                </a:lnTo>
                <a:lnTo>
                  <a:pt x="11298361" y="1535112"/>
                </a:lnTo>
                <a:lnTo>
                  <a:pt x="11340982" y="1552524"/>
                </a:lnTo>
                <a:lnTo>
                  <a:pt x="11383321" y="1570469"/>
                </a:lnTo>
                <a:lnTo>
                  <a:pt x="11425365" y="1588960"/>
                </a:lnTo>
                <a:lnTo>
                  <a:pt x="11467116" y="1607985"/>
                </a:lnTo>
                <a:lnTo>
                  <a:pt x="11508571" y="1627543"/>
                </a:lnTo>
                <a:lnTo>
                  <a:pt x="11549718" y="1647621"/>
                </a:lnTo>
                <a:lnTo>
                  <a:pt x="11590572" y="1668233"/>
                </a:lnTo>
                <a:lnTo>
                  <a:pt x="11631092" y="1689366"/>
                </a:lnTo>
                <a:lnTo>
                  <a:pt x="11671305" y="1711007"/>
                </a:lnTo>
                <a:lnTo>
                  <a:pt x="11711198" y="1733156"/>
                </a:lnTo>
                <a:lnTo>
                  <a:pt x="11750770" y="1755813"/>
                </a:lnTo>
                <a:lnTo>
                  <a:pt x="11789996" y="1778965"/>
                </a:lnTo>
                <a:lnTo>
                  <a:pt x="11828902" y="1802625"/>
                </a:lnTo>
                <a:lnTo>
                  <a:pt x="11867462" y="1826768"/>
                </a:lnTo>
                <a:lnTo>
                  <a:pt x="11905677" y="1851393"/>
                </a:lnTo>
                <a:lnTo>
                  <a:pt x="11943545" y="1876513"/>
                </a:lnTo>
                <a:lnTo>
                  <a:pt x="11981054" y="1902104"/>
                </a:lnTo>
                <a:lnTo>
                  <a:pt x="12018218" y="1928177"/>
                </a:lnTo>
                <a:lnTo>
                  <a:pt x="12055010" y="1954707"/>
                </a:lnTo>
                <a:lnTo>
                  <a:pt x="12091444" y="1981708"/>
                </a:lnTo>
                <a:lnTo>
                  <a:pt x="12127507" y="2009178"/>
                </a:lnTo>
                <a:lnTo>
                  <a:pt x="12163184" y="2037092"/>
                </a:lnTo>
                <a:lnTo>
                  <a:pt x="12192000" y="2060249"/>
                </a:lnTo>
                <a:lnTo>
                  <a:pt x="12192000" y="4714710"/>
                </a:lnTo>
                <a:lnTo>
                  <a:pt x="12167975" y="4714710"/>
                </a:lnTo>
                <a:lnTo>
                  <a:pt x="12167438" y="4666285"/>
                </a:lnTo>
                <a:lnTo>
                  <a:pt x="12165811" y="4618126"/>
                </a:lnTo>
                <a:lnTo>
                  <a:pt x="12163120" y="4570247"/>
                </a:lnTo>
                <a:lnTo>
                  <a:pt x="12159367" y="4522635"/>
                </a:lnTo>
                <a:lnTo>
                  <a:pt x="12154576" y="4475327"/>
                </a:lnTo>
                <a:lnTo>
                  <a:pt x="12148746" y="4428312"/>
                </a:lnTo>
                <a:lnTo>
                  <a:pt x="12141893" y="4381627"/>
                </a:lnTo>
                <a:lnTo>
                  <a:pt x="12134040" y="4335272"/>
                </a:lnTo>
                <a:lnTo>
                  <a:pt x="12125174" y="4289247"/>
                </a:lnTo>
                <a:lnTo>
                  <a:pt x="12115323" y="4243578"/>
                </a:lnTo>
                <a:lnTo>
                  <a:pt x="12104499" y="4198264"/>
                </a:lnTo>
                <a:lnTo>
                  <a:pt x="12092713" y="4153331"/>
                </a:lnTo>
                <a:lnTo>
                  <a:pt x="12079966" y="4108780"/>
                </a:lnTo>
                <a:lnTo>
                  <a:pt x="12066284" y="4064622"/>
                </a:lnTo>
                <a:lnTo>
                  <a:pt x="12051679" y="4020870"/>
                </a:lnTo>
                <a:lnTo>
                  <a:pt x="12036140" y="3977551"/>
                </a:lnTo>
                <a:lnTo>
                  <a:pt x="12019704" y="3934650"/>
                </a:lnTo>
                <a:lnTo>
                  <a:pt x="12002371" y="3892194"/>
                </a:lnTo>
                <a:lnTo>
                  <a:pt x="11984155" y="3850195"/>
                </a:lnTo>
                <a:lnTo>
                  <a:pt x="11965054" y="3808666"/>
                </a:lnTo>
                <a:lnTo>
                  <a:pt x="11945108" y="3767607"/>
                </a:lnTo>
                <a:lnTo>
                  <a:pt x="11924303" y="3727031"/>
                </a:lnTo>
                <a:lnTo>
                  <a:pt x="11902666" y="3686962"/>
                </a:lnTo>
                <a:lnTo>
                  <a:pt x="11880196" y="3647402"/>
                </a:lnTo>
                <a:lnTo>
                  <a:pt x="11856919" y="3608362"/>
                </a:lnTo>
                <a:lnTo>
                  <a:pt x="11832835" y="3569855"/>
                </a:lnTo>
                <a:lnTo>
                  <a:pt x="11807957" y="3531895"/>
                </a:lnTo>
                <a:lnTo>
                  <a:pt x="11782297" y="3494494"/>
                </a:lnTo>
                <a:lnTo>
                  <a:pt x="11755881" y="3457651"/>
                </a:lnTo>
                <a:lnTo>
                  <a:pt x="11728697" y="3421392"/>
                </a:lnTo>
                <a:lnTo>
                  <a:pt x="11700769" y="3385731"/>
                </a:lnTo>
                <a:lnTo>
                  <a:pt x="11672112" y="3350666"/>
                </a:lnTo>
                <a:lnTo>
                  <a:pt x="11642724" y="3316224"/>
                </a:lnTo>
                <a:lnTo>
                  <a:pt x="11612632" y="3282391"/>
                </a:lnTo>
                <a:lnTo>
                  <a:pt x="11581835" y="3249206"/>
                </a:lnTo>
                <a:lnTo>
                  <a:pt x="11550347" y="3216669"/>
                </a:lnTo>
                <a:lnTo>
                  <a:pt x="11518192" y="3184779"/>
                </a:lnTo>
                <a:lnTo>
                  <a:pt x="11485370" y="3153575"/>
                </a:lnTo>
                <a:lnTo>
                  <a:pt x="11451883" y="3123044"/>
                </a:lnTo>
                <a:lnTo>
                  <a:pt x="11417768" y="3093213"/>
                </a:lnTo>
                <a:lnTo>
                  <a:pt x="11383013" y="3064078"/>
                </a:lnTo>
                <a:lnTo>
                  <a:pt x="11347643" y="3035669"/>
                </a:lnTo>
                <a:lnTo>
                  <a:pt x="11311671" y="3007982"/>
                </a:lnTo>
                <a:lnTo>
                  <a:pt x="11275096" y="2981033"/>
                </a:lnTo>
                <a:lnTo>
                  <a:pt x="11237945" y="2954832"/>
                </a:lnTo>
                <a:lnTo>
                  <a:pt x="11200218" y="2929394"/>
                </a:lnTo>
                <a:lnTo>
                  <a:pt x="11161927" y="2904744"/>
                </a:lnTo>
                <a:lnTo>
                  <a:pt x="11123084" y="2880868"/>
                </a:lnTo>
                <a:lnTo>
                  <a:pt x="11083704" y="2857779"/>
                </a:lnTo>
                <a:lnTo>
                  <a:pt x="11043799" y="2835516"/>
                </a:lnTo>
                <a:lnTo>
                  <a:pt x="11003381" y="2814053"/>
                </a:lnTo>
                <a:lnTo>
                  <a:pt x="10962451" y="2793441"/>
                </a:lnTo>
                <a:lnTo>
                  <a:pt x="10921034" y="2773654"/>
                </a:lnTo>
                <a:lnTo>
                  <a:pt x="10879143" y="2754731"/>
                </a:lnTo>
                <a:lnTo>
                  <a:pt x="10836765" y="2736672"/>
                </a:lnTo>
                <a:lnTo>
                  <a:pt x="10793952" y="2719489"/>
                </a:lnTo>
                <a:lnTo>
                  <a:pt x="10750677" y="2703196"/>
                </a:lnTo>
                <a:lnTo>
                  <a:pt x="10706968" y="2687790"/>
                </a:lnTo>
                <a:lnTo>
                  <a:pt x="10662848" y="2673300"/>
                </a:lnTo>
                <a:lnTo>
                  <a:pt x="10618305" y="2659735"/>
                </a:lnTo>
                <a:lnTo>
                  <a:pt x="10573364" y="2647111"/>
                </a:lnTo>
                <a:lnTo>
                  <a:pt x="10528041" y="2635415"/>
                </a:lnTo>
                <a:lnTo>
                  <a:pt x="10482345" y="2624683"/>
                </a:lnTo>
                <a:lnTo>
                  <a:pt x="10436265" y="2614930"/>
                </a:lnTo>
                <a:lnTo>
                  <a:pt x="10389852" y="2606141"/>
                </a:lnTo>
                <a:lnTo>
                  <a:pt x="10343080" y="2598343"/>
                </a:lnTo>
                <a:lnTo>
                  <a:pt x="10295988" y="2591562"/>
                </a:lnTo>
                <a:lnTo>
                  <a:pt x="10248575" y="2585783"/>
                </a:lnTo>
                <a:lnTo>
                  <a:pt x="10200843" y="2581033"/>
                </a:lnTo>
                <a:lnTo>
                  <a:pt x="10152829" y="2577312"/>
                </a:lnTo>
                <a:lnTo>
                  <a:pt x="10104519" y="2574645"/>
                </a:lnTo>
                <a:lnTo>
                  <a:pt x="10055941" y="2573032"/>
                </a:lnTo>
                <a:lnTo>
                  <a:pt x="10007107" y="2572499"/>
                </a:lnTo>
                <a:close/>
                <a:moveTo>
                  <a:pt x="6549733" y="0"/>
                </a:moveTo>
                <a:lnTo>
                  <a:pt x="10007107" y="0"/>
                </a:lnTo>
                <a:lnTo>
                  <a:pt x="10007107" y="1285252"/>
                </a:lnTo>
                <a:lnTo>
                  <a:pt x="7846264" y="1285252"/>
                </a:lnTo>
                <a:lnTo>
                  <a:pt x="7846264" y="3427742"/>
                </a:lnTo>
                <a:lnTo>
                  <a:pt x="6549733" y="3427742"/>
                </a:lnTo>
                <a:lnTo>
                  <a:pt x="6549733" y="1285252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>
            <a:noAutofit/>
          </a:bodyPr>
          <a:lstStyle/>
          <a:p>
            <a:endParaRPr>
              <a:latin typeface="Arial" panose="020B0604020202020204" pitchFamily="34" charset="0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84AE2E5-313F-8ADE-BDDC-06E38B7E94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CD602E07-C281-4409-A9EA-EC31ABE6903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0B53EFE-CB82-EDA3-F7CF-F8D3C4F122A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6879" y="1714500"/>
            <a:ext cx="11159184" cy="4457700"/>
          </a:xfrm>
          <a:prstGeom prst="rect">
            <a:avLst/>
          </a:prstGeom>
        </p:spPr>
        <p:txBody>
          <a:bodyPr lIns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65225" indent="-266700" defTabSz="107632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□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27175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−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5265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0208D01-8B53-69B0-3E97-73405EDACA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6879" y="514090"/>
            <a:ext cx="11159184" cy="487911"/>
          </a:xfrm>
          <a:prstGeom prst="rect">
            <a:avLst/>
          </a:prstGeom>
        </p:spPr>
        <p:txBody>
          <a:bodyPr lIns="0" tIns="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3000"/>
            </a:lvl1pPr>
          </a:lstStyle>
          <a:p>
            <a:r>
              <a:rPr lang="en-US"/>
              <a:t>Click to add title (Font size 30)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7226721-EED9-8EDE-D028-74522F4C8F19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16313" y="1018627"/>
            <a:ext cx="11159186" cy="452986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000">
                <a:latin typeface="Arial" panose="020B0604020202020204" pitchFamily="34" charset="0"/>
              </a:defRPr>
            </a:lvl1pPr>
            <a:lvl2pPr marL="268288" indent="0">
              <a:buNone/>
              <a:defRPr sz="2000">
                <a:latin typeface="Arial" panose="020B0604020202020204" pitchFamily="34" charset="0"/>
              </a:defRPr>
            </a:lvl2pPr>
            <a:lvl3pPr marL="879475" indent="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2000">
                <a:latin typeface="Arial" panose="020B0604020202020204" pitchFamily="34" charset="0"/>
              </a:defRPr>
            </a:lvl3pPr>
            <a:lvl4pPr marL="1327150" indent="0">
              <a:buNone/>
              <a:defRPr sz="2000">
                <a:latin typeface="Arial" panose="020B0604020202020204" pitchFamily="34" charset="0"/>
              </a:defRPr>
            </a:lvl4pPr>
            <a:lvl5pPr marL="1700213" indent="0">
              <a:buFont typeface="Courier New" panose="02070309020205020404" pitchFamily="49" charset="0"/>
              <a:buNone/>
              <a:defRPr sz="2000">
                <a:latin typeface="Arial" panose="020B0604020202020204" pitchFamily="34" charset="0"/>
              </a:defRPr>
            </a:lvl5pPr>
            <a:lvl6pPr>
              <a:defRPr>
                <a:latin typeface="Arial" panose="020B0604020202020204" pitchFamily="34" charset="0"/>
              </a:defRPr>
            </a:lvl6pPr>
            <a:lvl7pPr>
              <a:defRPr>
                <a:latin typeface="Arial" panose="020B0604020202020204" pitchFamily="34" charset="0"/>
              </a:defRPr>
            </a:lvl7pPr>
            <a:lvl8pPr>
              <a:defRPr>
                <a:latin typeface="Arial" panose="020B0604020202020204" pitchFamily="34" charset="0"/>
              </a:defRPr>
            </a:lvl8pPr>
            <a:lvl9pPr>
              <a:defRPr>
                <a:latin typeface="Arial" panose="020B0604020202020204" pitchFamily="34" charset="0"/>
              </a:defRPr>
            </a:lvl9pPr>
          </a:lstStyle>
          <a:p>
            <a:pPr lvl="0"/>
            <a:r>
              <a:rPr lang="en-GB"/>
              <a:t>Click to add Sub-title</a:t>
            </a:r>
          </a:p>
        </p:txBody>
      </p:sp>
    </p:spTree>
    <p:extLst>
      <p:ext uri="{BB962C8B-B14F-4D97-AF65-F5344CB8AC3E}">
        <p14:creationId xmlns:p14="http://schemas.microsoft.com/office/powerpoint/2010/main" val="32614730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927">
          <p15:clr>
            <a:srgbClr val="A4A3A4"/>
          </p15:clr>
        </p15:guide>
        <p15:guide id="5" orient="horz" pos="1073">
          <p15:clr>
            <a:srgbClr val="A4A3A4"/>
          </p15:clr>
        </p15:guide>
        <p15:guide id="6" orient="horz" pos="3888">
          <p15:clr>
            <a:srgbClr val="A4A3A4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Line Title Content Bold (For less Content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DD95BA0C-3BDB-A83E-FE8A-C3F0243A534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2145170 h 6858000"/>
              <a:gd name="connsiteX1" fmla="*/ 931465 w 12192000"/>
              <a:gd name="connsiteY1" fmla="*/ 2145170 h 6858000"/>
              <a:gd name="connsiteX2" fmla="*/ 931465 w 12192000"/>
              <a:gd name="connsiteY2" fmla="*/ 4287659 h 6858000"/>
              <a:gd name="connsiteX3" fmla="*/ 3092333 w 12192000"/>
              <a:gd name="connsiteY3" fmla="*/ 4287659 h 6858000"/>
              <a:gd name="connsiteX4" fmla="*/ 3092333 w 12192000"/>
              <a:gd name="connsiteY4" fmla="*/ 5572696 h 6858000"/>
              <a:gd name="connsiteX5" fmla="*/ 3141168 w 12192000"/>
              <a:gd name="connsiteY5" fmla="*/ 5572150 h 6858000"/>
              <a:gd name="connsiteX6" fmla="*/ 3189745 w 12192000"/>
              <a:gd name="connsiteY6" fmla="*/ 5570550 h 6858000"/>
              <a:gd name="connsiteX7" fmla="*/ 3238055 w 12192000"/>
              <a:gd name="connsiteY7" fmla="*/ 5567870 h 6858000"/>
              <a:gd name="connsiteX8" fmla="*/ 3286069 w 12192000"/>
              <a:gd name="connsiteY8" fmla="*/ 5564162 h 6858000"/>
              <a:gd name="connsiteX9" fmla="*/ 3333802 w 12192000"/>
              <a:gd name="connsiteY9" fmla="*/ 5559399 h 6858000"/>
              <a:gd name="connsiteX10" fmla="*/ 3381215 w 12192000"/>
              <a:gd name="connsiteY10" fmla="*/ 5553634 h 6858000"/>
              <a:gd name="connsiteX11" fmla="*/ 3428306 w 12192000"/>
              <a:gd name="connsiteY11" fmla="*/ 5546839 h 6858000"/>
              <a:gd name="connsiteX12" fmla="*/ 3475077 w 12192000"/>
              <a:gd name="connsiteY12" fmla="*/ 5539041 h 6858000"/>
              <a:gd name="connsiteX13" fmla="*/ 3521504 w 12192000"/>
              <a:gd name="connsiteY13" fmla="*/ 5530266 h 6858000"/>
              <a:gd name="connsiteX14" fmla="*/ 3567571 w 12192000"/>
              <a:gd name="connsiteY14" fmla="*/ 5520499 h 6858000"/>
              <a:gd name="connsiteX15" fmla="*/ 3613266 w 12192000"/>
              <a:gd name="connsiteY15" fmla="*/ 5509768 h 6858000"/>
              <a:gd name="connsiteX16" fmla="*/ 3658604 w 12192000"/>
              <a:gd name="connsiteY16" fmla="*/ 5498084 h 6858000"/>
              <a:gd name="connsiteX17" fmla="*/ 3703544 w 12192000"/>
              <a:gd name="connsiteY17" fmla="*/ 5485447 h 6858000"/>
              <a:gd name="connsiteX18" fmla="*/ 3748073 w 12192000"/>
              <a:gd name="connsiteY18" fmla="*/ 5471884 h 6858000"/>
              <a:gd name="connsiteX19" fmla="*/ 3792207 w 12192000"/>
              <a:gd name="connsiteY19" fmla="*/ 5457393 h 6858000"/>
              <a:gd name="connsiteX20" fmla="*/ 3835916 w 12192000"/>
              <a:gd name="connsiteY20" fmla="*/ 5442001 h 6858000"/>
              <a:gd name="connsiteX21" fmla="*/ 3879178 w 12192000"/>
              <a:gd name="connsiteY21" fmla="*/ 5425694 h 6858000"/>
              <a:gd name="connsiteX22" fmla="*/ 3922004 w 12192000"/>
              <a:gd name="connsiteY22" fmla="*/ 5408511 h 6858000"/>
              <a:gd name="connsiteX23" fmla="*/ 3964369 w 12192000"/>
              <a:gd name="connsiteY23" fmla="*/ 5390451 h 6858000"/>
              <a:gd name="connsiteX24" fmla="*/ 4006273 w 12192000"/>
              <a:gd name="connsiteY24" fmla="*/ 5371528 h 6858000"/>
              <a:gd name="connsiteX25" fmla="*/ 4047690 w 12192000"/>
              <a:gd name="connsiteY25" fmla="*/ 5351742 h 6858000"/>
              <a:gd name="connsiteX26" fmla="*/ 4088608 w 12192000"/>
              <a:gd name="connsiteY26" fmla="*/ 5331130 h 6858000"/>
              <a:gd name="connsiteX27" fmla="*/ 4129038 w 12192000"/>
              <a:gd name="connsiteY27" fmla="*/ 5309667 h 6858000"/>
              <a:gd name="connsiteX28" fmla="*/ 4168944 w 12192000"/>
              <a:gd name="connsiteY28" fmla="*/ 5287403 h 6858000"/>
              <a:gd name="connsiteX29" fmla="*/ 4208310 w 12192000"/>
              <a:gd name="connsiteY29" fmla="*/ 5264315 h 6858000"/>
              <a:gd name="connsiteX30" fmla="*/ 4247152 w 12192000"/>
              <a:gd name="connsiteY30" fmla="*/ 5240452 h 6858000"/>
              <a:gd name="connsiteX31" fmla="*/ 4285443 w 12192000"/>
              <a:gd name="connsiteY31" fmla="*/ 5215788 h 6858000"/>
              <a:gd name="connsiteX32" fmla="*/ 4323184 w 12192000"/>
              <a:gd name="connsiteY32" fmla="*/ 5190350 h 6858000"/>
              <a:gd name="connsiteX33" fmla="*/ 4360335 w 12192000"/>
              <a:gd name="connsiteY33" fmla="*/ 5164150 h 6858000"/>
              <a:gd name="connsiteX34" fmla="*/ 4396909 w 12192000"/>
              <a:gd name="connsiteY34" fmla="*/ 5137201 h 6858000"/>
              <a:gd name="connsiteX35" fmla="*/ 4432882 w 12192000"/>
              <a:gd name="connsiteY35" fmla="*/ 5109515 h 6858000"/>
              <a:gd name="connsiteX36" fmla="*/ 4468251 w 12192000"/>
              <a:gd name="connsiteY36" fmla="*/ 5081105 h 6858000"/>
              <a:gd name="connsiteX37" fmla="*/ 4503008 w 12192000"/>
              <a:gd name="connsiteY37" fmla="*/ 5051971 h 6858000"/>
              <a:gd name="connsiteX38" fmla="*/ 4537123 w 12192000"/>
              <a:gd name="connsiteY38" fmla="*/ 5022139 h 6858000"/>
              <a:gd name="connsiteX39" fmla="*/ 4570597 w 12192000"/>
              <a:gd name="connsiteY39" fmla="*/ 4991608 h 6858000"/>
              <a:gd name="connsiteX40" fmla="*/ 4603430 w 12192000"/>
              <a:gd name="connsiteY40" fmla="*/ 4960404 h 6858000"/>
              <a:gd name="connsiteX41" fmla="*/ 4635585 w 12192000"/>
              <a:gd name="connsiteY41" fmla="*/ 4928514 h 6858000"/>
              <a:gd name="connsiteX42" fmla="*/ 4667073 w 12192000"/>
              <a:gd name="connsiteY42" fmla="*/ 4895977 h 6858000"/>
              <a:gd name="connsiteX43" fmla="*/ 4697858 w 12192000"/>
              <a:gd name="connsiteY43" fmla="*/ 4862792 h 6858000"/>
              <a:gd name="connsiteX44" fmla="*/ 4727963 w 12192000"/>
              <a:gd name="connsiteY44" fmla="*/ 4828959 h 6858000"/>
              <a:gd name="connsiteX45" fmla="*/ 4757339 w 12192000"/>
              <a:gd name="connsiteY45" fmla="*/ 4794516 h 6858000"/>
              <a:gd name="connsiteX46" fmla="*/ 4786008 w 12192000"/>
              <a:gd name="connsiteY46" fmla="*/ 4759452 h 6858000"/>
              <a:gd name="connsiteX47" fmla="*/ 4813935 w 12192000"/>
              <a:gd name="connsiteY47" fmla="*/ 4723777 h 6858000"/>
              <a:gd name="connsiteX48" fmla="*/ 4841121 w 12192000"/>
              <a:gd name="connsiteY48" fmla="*/ 4687532 h 6858000"/>
              <a:gd name="connsiteX49" fmla="*/ 4867535 w 12192000"/>
              <a:gd name="connsiteY49" fmla="*/ 4650689 h 6858000"/>
              <a:gd name="connsiteX50" fmla="*/ 4893195 w 12192000"/>
              <a:gd name="connsiteY50" fmla="*/ 4613287 h 6858000"/>
              <a:gd name="connsiteX51" fmla="*/ 4918075 w 12192000"/>
              <a:gd name="connsiteY51" fmla="*/ 4575327 h 6858000"/>
              <a:gd name="connsiteX52" fmla="*/ 4942158 w 12192000"/>
              <a:gd name="connsiteY52" fmla="*/ 4536821 h 6858000"/>
              <a:gd name="connsiteX53" fmla="*/ 4965434 w 12192000"/>
              <a:gd name="connsiteY53" fmla="*/ 4497781 h 6858000"/>
              <a:gd name="connsiteX54" fmla="*/ 4987905 w 12192000"/>
              <a:gd name="connsiteY54" fmla="*/ 4458220 h 6858000"/>
              <a:gd name="connsiteX55" fmla="*/ 5009542 w 12192000"/>
              <a:gd name="connsiteY55" fmla="*/ 4418152 h 6858000"/>
              <a:gd name="connsiteX56" fmla="*/ 5030347 w 12192000"/>
              <a:gd name="connsiteY56" fmla="*/ 4377575 h 6858000"/>
              <a:gd name="connsiteX57" fmla="*/ 5050293 w 12192000"/>
              <a:gd name="connsiteY57" fmla="*/ 4336516 h 6858000"/>
              <a:gd name="connsiteX58" fmla="*/ 5069380 w 12192000"/>
              <a:gd name="connsiteY58" fmla="*/ 4294987 h 6858000"/>
              <a:gd name="connsiteX59" fmla="*/ 5087599 w 12192000"/>
              <a:gd name="connsiteY59" fmla="*/ 4252988 h 6858000"/>
              <a:gd name="connsiteX60" fmla="*/ 5104943 w 12192000"/>
              <a:gd name="connsiteY60" fmla="*/ 4210532 h 6858000"/>
              <a:gd name="connsiteX61" fmla="*/ 5121381 w 12192000"/>
              <a:gd name="connsiteY61" fmla="*/ 4167632 h 6858000"/>
              <a:gd name="connsiteX62" fmla="*/ 5136906 w 12192000"/>
              <a:gd name="connsiteY62" fmla="*/ 4124312 h 6858000"/>
              <a:gd name="connsiteX63" fmla="*/ 5151523 w 12192000"/>
              <a:gd name="connsiteY63" fmla="*/ 4080560 h 6858000"/>
              <a:gd name="connsiteX64" fmla="*/ 5165204 w 12192000"/>
              <a:gd name="connsiteY64" fmla="*/ 4036403 h 6858000"/>
              <a:gd name="connsiteX65" fmla="*/ 5177951 w 12192000"/>
              <a:gd name="connsiteY65" fmla="*/ 3991851 h 6858000"/>
              <a:gd name="connsiteX66" fmla="*/ 5189738 w 12192000"/>
              <a:gd name="connsiteY66" fmla="*/ 3946918 h 6858000"/>
              <a:gd name="connsiteX67" fmla="*/ 5200562 w 12192000"/>
              <a:gd name="connsiteY67" fmla="*/ 3901605 h 6858000"/>
              <a:gd name="connsiteX68" fmla="*/ 5210414 w 12192000"/>
              <a:gd name="connsiteY68" fmla="*/ 3855936 h 6858000"/>
              <a:gd name="connsiteX69" fmla="*/ 5219266 w 12192000"/>
              <a:gd name="connsiteY69" fmla="*/ 3809911 h 6858000"/>
              <a:gd name="connsiteX70" fmla="*/ 5227132 w 12192000"/>
              <a:gd name="connsiteY70" fmla="*/ 3763556 h 6858000"/>
              <a:gd name="connsiteX71" fmla="*/ 5233986 w 12192000"/>
              <a:gd name="connsiteY71" fmla="*/ 3716871 h 6858000"/>
              <a:gd name="connsiteX72" fmla="*/ 5239801 w 12192000"/>
              <a:gd name="connsiteY72" fmla="*/ 3669855 h 6858000"/>
              <a:gd name="connsiteX73" fmla="*/ 5244605 w 12192000"/>
              <a:gd name="connsiteY73" fmla="*/ 3622548 h 6858000"/>
              <a:gd name="connsiteX74" fmla="*/ 5248346 w 12192000"/>
              <a:gd name="connsiteY74" fmla="*/ 3574948 h 6858000"/>
              <a:gd name="connsiteX75" fmla="*/ 5251049 w 12192000"/>
              <a:gd name="connsiteY75" fmla="*/ 3527056 h 6858000"/>
              <a:gd name="connsiteX76" fmla="*/ 5252663 w 12192000"/>
              <a:gd name="connsiteY76" fmla="*/ 3478898 h 6858000"/>
              <a:gd name="connsiteX77" fmla="*/ 5253214 w 12192000"/>
              <a:gd name="connsiteY77" fmla="*/ 3430486 h 6858000"/>
              <a:gd name="connsiteX78" fmla="*/ 6549733 w 12192000"/>
              <a:gd name="connsiteY78" fmla="*/ 3430486 h 6858000"/>
              <a:gd name="connsiteX79" fmla="*/ 6549387 w 12192000"/>
              <a:gd name="connsiteY79" fmla="*/ 3478860 h 6858000"/>
              <a:gd name="connsiteX80" fmla="*/ 6548374 w 12192000"/>
              <a:gd name="connsiteY80" fmla="*/ 3527082 h 6858000"/>
              <a:gd name="connsiteX81" fmla="*/ 6546684 w 12192000"/>
              <a:gd name="connsiteY81" fmla="*/ 3575151 h 6858000"/>
              <a:gd name="connsiteX82" fmla="*/ 6544339 w 12192000"/>
              <a:gd name="connsiteY82" fmla="*/ 3623043 h 6858000"/>
              <a:gd name="connsiteX83" fmla="*/ 6541328 w 12192000"/>
              <a:gd name="connsiteY83" fmla="*/ 3670757 h 6858000"/>
              <a:gd name="connsiteX84" fmla="*/ 6537652 w 12192000"/>
              <a:gd name="connsiteY84" fmla="*/ 3718306 h 6858000"/>
              <a:gd name="connsiteX85" fmla="*/ 6533335 w 12192000"/>
              <a:gd name="connsiteY85" fmla="*/ 3765664 h 6858000"/>
              <a:gd name="connsiteX86" fmla="*/ 6528351 w 12192000"/>
              <a:gd name="connsiteY86" fmla="*/ 3812844 h 6858000"/>
              <a:gd name="connsiteX87" fmla="*/ 6522741 w 12192000"/>
              <a:gd name="connsiteY87" fmla="*/ 3859822 h 6858000"/>
              <a:gd name="connsiteX88" fmla="*/ 6516489 w 12192000"/>
              <a:gd name="connsiteY88" fmla="*/ 3906621 h 6858000"/>
              <a:gd name="connsiteX89" fmla="*/ 6509596 w 12192000"/>
              <a:gd name="connsiteY89" fmla="*/ 3953218 h 6858000"/>
              <a:gd name="connsiteX90" fmla="*/ 6502077 w 12192000"/>
              <a:gd name="connsiteY90" fmla="*/ 3999598 h 6858000"/>
              <a:gd name="connsiteX91" fmla="*/ 6493929 w 12192000"/>
              <a:gd name="connsiteY91" fmla="*/ 4045788 h 6858000"/>
              <a:gd name="connsiteX92" fmla="*/ 6485154 w 12192000"/>
              <a:gd name="connsiteY92" fmla="*/ 4091749 h 6858000"/>
              <a:gd name="connsiteX93" fmla="*/ 6475764 w 12192000"/>
              <a:gd name="connsiteY93" fmla="*/ 4137507 h 6858000"/>
              <a:gd name="connsiteX94" fmla="*/ 6465772 w 12192000"/>
              <a:gd name="connsiteY94" fmla="*/ 4183037 h 6858000"/>
              <a:gd name="connsiteX95" fmla="*/ 6455164 w 12192000"/>
              <a:gd name="connsiteY95" fmla="*/ 4228350 h 6858000"/>
              <a:gd name="connsiteX96" fmla="*/ 6443955 w 12192000"/>
              <a:gd name="connsiteY96" fmla="*/ 4273423 h 6858000"/>
              <a:gd name="connsiteX97" fmla="*/ 6432143 w 12192000"/>
              <a:gd name="connsiteY97" fmla="*/ 4318266 h 6858000"/>
              <a:gd name="connsiteX98" fmla="*/ 6419743 w 12192000"/>
              <a:gd name="connsiteY98" fmla="*/ 4362869 h 6858000"/>
              <a:gd name="connsiteX99" fmla="*/ 6406740 w 12192000"/>
              <a:gd name="connsiteY99" fmla="*/ 4407230 h 6858000"/>
              <a:gd name="connsiteX100" fmla="*/ 6393161 w 12192000"/>
              <a:gd name="connsiteY100" fmla="*/ 4451350 h 6858000"/>
              <a:gd name="connsiteX101" fmla="*/ 6379005 w 12192000"/>
              <a:gd name="connsiteY101" fmla="*/ 4495203 h 6858000"/>
              <a:gd name="connsiteX102" fmla="*/ 6364260 w 12192000"/>
              <a:gd name="connsiteY102" fmla="*/ 4538815 h 6858000"/>
              <a:gd name="connsiteX103" fmla="*/ 6348951 w 12192000"/>
              <a:gd name="connsiteY103" fmla="*/ 4582160 h 6858000"/>
              <a:gd name="connsiteX104" fmla="*/ 6333079 w 12192000"/>
              <a:gd name="connsiteY104" fmla="*/ 4625238 h 6858000"/>
              <a:gd name="connsiteX105" fmla="*/ 6316629 w 12192000"/>
              <a:gd name="connsiteY105" fmla="*/ 4668037 h 6858000"/>
              <a:gd name="connsiteX106" fmla="*/ 6299629 w 12192000"/>
              <a:gd name="connsiteY106" fmla="*/ 4710569 h 6858000"/>
              <a:gd name="connsiteX107" fmla="*/ 6282078 w 12192000"/>
              <a:gd name="connsiteY107" fmla="*/ 4752835 h 6858000"/>
              <a:gd name="connsiteX108" fmla="*/ 6263965 w 12192000"/>
              <a:gd name="connsiteY108" fmla="*/ 4794809 h 6858000"/>
              <a:gd name="connsiteX109" fmla="*/ 6245312 w 12192000"/>
              <a:gd name="connsiteY109" fmla="*/ 4836490 h 6858000"/>
              <a:gd name="connsiteX110" fmla="*/ 6226122 w 12192000"/>
              <a:gd name="connsiteY110" fmla="*/ 4877879 h 6858000"/>
              <a:gd name="connsiteX111" fmla="*/ 6206394 w 12192000"/>
              <a:gd name="connsiteY111" fmla="*/ 4918976 h 6858000"/>
              <a:gd name="connsiteX112" fmla="*/ 6186140 w 12192000"/>
              <a:gd name="connsiteY112" fmla="*/ 4959769 h 6858000"/>
              <a:gd name="connsiteX113" fmla="*/ 6165348 w 12192000"/>
              <a:gd name="connsiteY113" fmla="*/ 5000256 h 6858000"/>
              <a:gd name="connsiteX114" fmla="*/ 6144044 w 12192000"/>
              <a:gd name="connsiteY114" fmla="*/ 5040439 h 6858000"/>
              <a:gd name="connsiteX115" fmla="*/ 6122214 w 12192000"/>
              <a:gd name="connsiteY115" fmla="*/ 5080305 h 6858000"/>
              <a:gd name="connsiteX116" fmla="*/ 6099861 w 12192000"/>
              <a:gd name="connsiteY116" fmla="*/ 5119852 h 6858000"/>
              <a:gd name="connsiteX117" fmla="*/ 6077018 w 12192000"/>
              <a:gd name="connsiteY117" fmla="*/ 5159070 h 6858000"/>
              <a:gd name="connsiteX118" fmla="*/ 6053652 w 12192000"/>
              <a:gd name="connsiteY118" fmla="*/ 5197970 h 6858000"/>
              <a:gd name="connsiteX119" fmla="*/ 6029798 w 12192000"/>
              <a:gd name="connsiteY119" fmla="*/ 5236527 h 6858000"/>
              <a:gd name="connsiteX120" fmla="*/ 6005445 w 12192000"/>
              <a:gd name="connsiteY120" fmla="*/ 5274754 h 6858000"/>
              <a:gd name="connsiteX121" fmla="*/ 5980593 w 12192000"/>
              <a:gd name="connsiteY121" fmla="*/ 5312638 h 6858000"/>
              <a:gd name="connsiteX122" fmla="*/ 5955266 w 12192000"/>
              <a:gd name="connsiteY122" fmla="*/ 5350180 h 6858000"/>
              <a:gd name="connsiteX123" fmla="*/ 5929439 w 12192000"/>
              <a:gd name="connsiteY123" fmla="*/ 5387378 h 6858000"/>
              <a:gd name="connsiteX124" fmla="*/ 5903151 w 12192000"/>
              <a:gd name="connsiteY124" fmla="*/ 5424208 h 6858000"/>
              <a:gd name="connsiteX125" fmla="*/ 5876378 w 12192000"/>
              <a:gd name="connsiteY125" fmla="*/ 5460695 h 6858000"/>
              <a:gd name="connsiteX126" fmla="*/ 5849143 w 12192000"/>
              <a:gd name="connsiteY126" fmla="*/ 5496801 h 6858000"/>
              <a:gd name="connsiteX127" fmla="*/ 5821432 w 12192000"/>
              <a:gd name="connsiteY127" fmla="*/ 5532552 h 6858000"/>
              <a:gd name="connsiteX128" fmla="*/ 5793274 w 12192000"/>
              <a:gd name="connsiteY128" fmla="*/ 5567934 h 6858000"/>
              <a:gd name="connsiteX129" fmla="*/ 5764655 w 12192000"/>
              <a:gd name="connsiteY129" fmla="*/ 5602922 h 6858000"/>
              <a:gd name="connsiteX130" fmla="*/ 5735588 w 12192000"/>
              <a:gd name="connsiteY130" fmla="*/ 5637542 h 6858000"/>
              <a:gd name="connsiteX131" fmla="*/ 5706072 w 12192000"/>
              <a:gd name="connsiteY131" fmla="*/ 5671782 h 6858000"/>
              <a:gd name="connsiteX132" fmla="*/ 5676108 w 12192000"/>
              <a:gd name="connsiteY132" fmla="*/ 5705627 h 6858000"/>
              <a:gd name="connsiteX133" fmla="*/ 5645708 w 12192000"/>
              <a:gd name="connsiteY133" fmla="*/ 5739066 h 6858000"/>
              <a:gd name="connsiteX134" fmla="*/ 5614873 w 12192000"/>
              <a:gd name="connsiteY134" fmla="*/ 5772124 h 6858000"/>
              <a:gd name="connsiteX135" fmla="*/ 5583615 w 12192000"/>
              <a:gd name="connsiteY135" fmla="*/ 5804763 h 6858000"/>
              <a:gd name="connsiteX136" fmla="*/ 5551934 w 12192000"/>
              <a:gd name="connsiteY136" fmla="*/ 5837009 h 6858000"/>
              <a:gd name="connsiteX137" fmla="*/ 5519831 w 12192000"/>
              <a:gd name="connsiteY137" fmla="*/ 5868835 h 6858000"/>
              <a:gd name="connsiteX138" fmla="*/ 5487304 w 12192000"/>
              <a:gd name="connsiteY138" fmla="*/ 5900242 h 6858000"/>
              <a:gd name="connsiteX139" fmla="*/ 5454380 w 12192000"/>
              <a:gd name="connsiteY139" fmla="*/ 5931230 h 6858000"/>
              <a:gd name="connsiteX140" fmla="*/ 5421034 w 12192000"/>
              <a:gd name="connsiteY140" fmla="*/ 5961799 h 6858000"/>
              <a:gd name="connsiteX141" fmla="*/ 5387303 w 12192000"/>
              <a:gd name="connsiteY141" fmla="*/ 5991936 h 6858000"/>
              <a:gd name="connsiteX142" fmla="*/ 5353163 w 12192000"/>
              <a:gd name="connsiteY142" fmla="*/ 6021641 h 6858000"/>
              <a:gd name="connsiteX143" fmla="*/ 5318625 w 12192000"/>
              <a:gd name="connsiteY143" fmla="*/ 6050902 h 6858000"/>
              <a:gd name="connsiteX144" fmla="*/ 5283703 w 12192000"/>
              <a:gd name="connsiteY144" fmla="*/ 6079718 h 6858000"/>
              <a:gd name="connsiteX145" fmla="*/ 5248410 w 12192000"/>
              <a:gd name="connsiteY145" fmla="*/ 6108090 h 6858000"/>
              <a:gd name="connsiteX146" fmla="*/ 5212720 w 12192000"/>
              <a:gd name="connsiteY146" fmla="*/ 6136005 h 6858000"/>
              <a:gd name="connsiteX147" fmla="*/ 5176657 w 12192000"/>
              <a:gd name="connsiteY147" fmla="*/ 6163475 h 6858000"/>
              <a:gd name="connsiteX148" fmla="*/ 5140237 w 12192000"/>
              <a:gd name="connsiteY148" fmla="*/ 6190475 h 6858000"/>
              <a:gd name="connsiteX149" fmla="*/ 5103432 w 12192000"/>
              <a:gd name="connsiteY149" fmla="*/ 6217018 h 6858000"/>
              <a:gd name="connsiteX150" fmla="*/ 5066281 w 12192000"/>
              <a:gd name="connsiteY150" fmla="*/ 6243078 h 6858000"/>
              <a:gd name="connsiteX151" fmla="*/ 5028758 w 12192000"/>
              <a:gd name="connsiteY151" fmla="*/ 6268682 h 6858000"/>
              <a:gd name="connsiteX152" fmla="*/ 4990889 w 12192000"/>
              <a:gd name="connsiteY152" fmla="*/ 6293790 h 6858000"/>
              <a:gd name="connsiteX153" fmla="*/ 4952675 w 12192000"/>
              <a:gd name="connsiteY153" fmla="*/ 6318428 h 6858000"/>
              <a:gd name="connsiteX154" fmla="*/ 4914116 w 12192000"/>
              <a:gd name="connsiteY154" fmla="*/ 6342570 h 6858000"/>
              <a:gd name="connsiteX155" fmla="*/ 4875222 w 12192000"/>
              <a:gd name="connsiteY155" fmla="*/ 6366218 h 6858000"/>
              <a:gd name="connsiteX156" fmla="*/ 4835983 w 12192000"/>
              <a:gd name="connsiteY156" fmla="*/ 6389383 h 6858000"/>
              <a:gd name="connsiteX157" fmla="*/ 4796423 w 12192000"/>
              <a:gd name="connsiteY157" fmla="*/ 6412027 h 6858000"/>
              <a:gd name="connsiteX158" fmla="*/ 4756531 w 12192000"/>
              <a:gd name="connsiteY158" fmla="*/ 6434188 h 6858000"/>
              <a:gd name="connsiteX159" fmla="*/ 4716318 w 12192000"/>
              <a:gd name="connsiteY159" fmla="*/ 6455829 h 6858000"/>
              <a:gd name="connsiteX160" fmla="*/ 4675785 w 12192000"/>
              <a:gd name="connsiteY160" fmla="*/ 6476949 h 6858000"/>
              <a:gd name="connsiteX161" fmla="*/ 4634946 w 12192000"/>
              <a:gd name="connsiteY161" fmla="*/ 6497561 h 6858000"/>
              <a:gd name="connsiteX162" fmla="*/ 4593796 w 12192000"/>
              <a:gd name="connsiteY162" fmla="*/ 6517640 h 6858000"/>
              <a:gd name="connsiteX163" fmla="*/ 4552341 w 12192000"/>
              <a:gd name="connsiteY163" fmla="*/ 6537198 h 6858000"/>
              <a:gd name="connsiteX164" fmla="*/ 4510592 w 12192000"/>
              <a:gd name="connsiteY164" fmla="*/ 6556222 h 6858000"/>
              <a:gd name="connsiteX165" fmla="*/ 4468547 w 12192000"/>
              <a:gd name="connsiteY165" fmla="*/ 6574714 h 6858000"/>
              <a:gd name="connsiteX166" fmla="*/ 4426207 w 12192000"/>
              <a:gd name="connsiteY166" fmla="*/ 6592671 h 6858000"/>
              <a:gd name="connsiteX167" fmla="*/ 4383573 w 12192000"/>
              <a:gd name="connsiteY167" fmla="*/ 6610070 h 6858000"/>
              <a:gd name="connsiteX168" fmla="*/ 4340670 w 12192000"/>
              <a:gd name="connsiteY168" fmla="*/ 6626923 h 6858000"/>
              <a:gd name="connsiteX169" fmla="*/ 4297498 w 12192000"/>
              <a:gd name="connsiteY169" fmla="*/ 6643230 h 6858000"/>
              <a:gd name="connsiteX170" fmla="*/ 4254045 w 12192000"/>
              <a:gd name="connsiteY170" fmla="*/ 6658965 h 6858000"/>
              <a:gd name="connsiteX171" fmla="*/ 4210322 w 12192000"/>
              <a:gd name="connsiteY171" fmla="*/ 6674142 h 6858000"/>
              <a:gd name="connsiteX172" fmla="*/ 4166330 w 12192000"/>
              <a:gd name="connsiteY172" fmla="*/ 6688760 h 6858000"/>
              <a:gd name="connsiteX173" fmla="*/ 4122095 w 12192000"/>
              <a:gd name="connsiteY173" fmla="*/ 6702793 h 6858000"/>
              <a:gd name="connsiteX174" fmla="*/ 4077590 w 12192000"/>
              <a:gd name="connsiteY174" fmla="*/ 6716255 h 6858000"/>
              <a:gd name="connsiteX175" fmla="*/ 4032843 w 12192000"/>
              <a:gd name="connsiteY175" fmla="*/ 6729146 h 6858000"/>
              <a:gd name="connsiteX176" fmla="*/ 3987851 w 12192000"/>
              <a:gd name="connsiteY176" fmla="*/ 6741439 h 6858000"/>
              <a:gd name="connsiteX177" fmla="*/ 3942617 w 12192000"/>
              <a:gd name="connsiteY177" fmla="*/ 6753149 h 6858000"/>
              <a:gd name="connsiteX178" fmla="*/ 3897152 w 12192000"/>
              <a:gd name="connsiteY178" fmla="*/ 6764261 h 6858000"/>
              <a:gd name="connsiteX179" fmla="*/ 3851443 w 12192000"/>
              <a:gd name="connsiteY179" fmla="*/ 6774777 h 6858000"/>
              <a:gd name="connsiteX180" fmla="*/ 3805517 w 12192000"/>
              <a:gd name="connsiteY180" fmla="*/ 6784683 h 6858000"/>
              <a:gd name="connsiteX181" fmla="*/ 3759360 w 12192000"/>
              <a:gd name="connsiteY181" fmla="*/ 6793992 h 6858000"/>
              <a:gd name="connsiteX182" fmla="*/ 3712998 w 12192000"/>
              <a:gd name="connsiteY182" fmla="*/ 6802691 h 6858000"/>
              <a:gd name="connsiteX183" fmla="*/ 3666406 w 12192000"/>
              <a:gd name="connsiteY183" fmla="*/ 6810769 h 6858000"/>
              <a:gd name="connsiteX184" fmla="*/ 3619622 w 12192000"/>
              <a:gd name="connsiteY184" fmla="*/ 6818223 h 6858000"/>
              <a:gd name="connsiteX185" fmla="*/ 3572618 w 12192000"/>
              <a:gd name="connsiteY185" fmla="*/ 6825056 h 6858000"/>
              <a:gd name="connsiteX186" fmla="*/ 3525412 w 12192000"/>
              <a:gd name="connsiteY186" fmla="*/ 6831254 h 6858000"/>
              <a:gd name="connsiteX187" fmla="*/ 3478024 w 12192000"/>
              <a:gd name="connsiteY187" fmla="*/ 6836816 h 6858000"/>
              <a:gd name="connsiteX188" fmla="*/ 3430433 w 12192000"/>
              <a:gd name="connsiteY188" fmla="*/ 6841757 h 6858000"/>
              <a:gd name="connsiteX189" fmla="*/ 3382662 w 12192000"/>
              <a:gd name="connsiteY189" fmla="*/ 6846036 h 6858000"/>
              <a:gd name="connsiteX190" fmla="*/ 3334699 w 12192000"/>
              <a:gd name="connsiteY190" fmla="*/ 6849681 h 6858000"/>
              <a:gd name="connsiteX191" fmla="*/ 3286569 w 12192000"/>
              <a:gd name="connsiteY191" fmla="*/ 6852666 h 6858000"/>
              <a:gd name="connsiteX192" fmla="*/ 3238259 w 12192000"/>
              <a:gd name="connsiteY192" fmla="*/ 6854990 h 6858000"/>
              <a:gd name="connsiteX193" fmla="*/ 3189772 w 12192000"/>
              <a:gd name="connsiteY193" fmla="*/ 6856666 h 6858000"/>
              <a:gd name="connsiteX194" fmla="*/ 3141129 w 12192000"/>
              <a:gd name="connsiteY194" fmla="*/ 6857670 h 6858000"/>
              <a:gd name="connsiteX195" fmla="*/ 3092333 w 12192000"/>
              <a:gd name="connsiteY195" fmla="*/ 6858000 h 6858000"/>
              <a:gd name="connsiteX196" fmla="*/ 3092333 w 12192000"/>
              <a:gd name="connsiteY196" fmla="*/ 5572899 h 6858000"/>
              <a:gd name="connsiteX197" fmla="*/ 0 w 12192000"/>
              <a:gd name="connsiteY197" fmla="*/ 5572899 h 6858000"/>
              <a:gd name="connsiteX198" fmla="*/ 0 w 12192000"/>
              <a:gd name="connsiteY198" fmla="*/ 4287659 h 6858000"/>
              <a:gd name="connsiteX199" fmla="*/ 10007107 w 12192000"/>
              <a:gd name="connsiteY199" fmla="*/ 1287183 h 6858000"/>
              <a:gd name="connsiteX200" fmla="*/ 10055915 w 12192000"/>
              <a:gd name="connsiteY200" fmla="*/ 1287513 h 6858000"/>
              <a:gd name="connsiteX201" fmla="*/ 10104558 w 12192000"/>
              <a:gd name="connsiteY201" fmla="*/ 1288516 h 6858000"/>
              <a:gd name="connsiteX202" fmla="*/ 10153034 w 12192000"/>
              <a:gd name="connsiteY202" fmla="*/ 1290193 h 6858000"/>
              <a:gd name="connsiteX203" fmla="*/ 10201342 w 12192000"/>
              <a:gd name="connsiteY203" fmla="*/ 1292517 h 6858000"/>
              <a:gd name="connsiteX204" fmla="*/ 10249485 w 12192000"/>
              <a:gd name="connsiteY204" fmla="*/ 1295514 h 6858000"/>
              <a:gd name="connsiteX205" fmla="*/ 10297435 w 12192000"/>
              <a:gd name="connsiteY205" fmla="*/ 1299146 h 6858000"/>
              <a:gd name="connsiteX206" fmla="*/ 10345206 w 12192000"/>
              <a:gd name="connsiteY206" fmla="*/ 1303439 h 6858000"/>
              <a:gd name="connsiteX207" fmla="*/ 10392798 w 12192000"/>
              <a:gd name="connsiteY207" fmla="*/ 1308366 h 6858000"/>
              <a:gd name="connsiteX208" fmla="*/ 10440198 w 12192000"/>
              <a:gd name="connsiteY208" fmla="*/ 1313929 h 6858000"/>
              <a:gd name="connsiteX209" fmla="*/ 10487393 w 12192000"/>
              <a:gd name="connsiteY209" fmla="*/ 1320139 h 6858000"/>
              <a:gd name="connsiteX210" fmla="*/ 10534395 w 12192000"/>
              <a:gd name="connsiteY210" fmla="*/ 1326972 h 6858000"/>
              <a:gd name="connsiteX211" fmla="*/ 10581192 w 12192000"/>
              <a:gd name="connsiteY211" fmla="*/ 1334427 h 6858000"/>
              <a:gd name="connsiteX212" fmla="*/ 10627771 w 12192000"/>
              <a:gd name="connsiteY212" fmla="*/ 1342504 h 6858000"/>
              <a:gd name="connsiteX213" fmla="*/ 10674146 w 12192000"/>
              <a:gd name="connsiteY213" fmla="*/ 1351191 h 6858000"/>
              <a:gd name="connsiteX214" fmla="*/ 10720304 w 12192000"/>
              <a:gd name="connsiteY214" fmla="*/ 1360500 h 6858000"/>
              <a:gd name="connsiteX215" fmla="*/ 10766230 w 12192000"/>
              <a:gd name="connsiteY215" fmla="*/ 1370406 h 6858000"/>
              <a:gd name="connsiteX216" fmla="*/ 10811926 w 12192000"/>
              <a:gd name="connsiteY216" fmla="*/ 1380921 h 6858000"/>
              <a:gd name="connsiteX217" fmla="*/ 10857404 w 12192000"/>
              <a:gd name="connsiteY217" fmla="*/ 1392034 h 6858000"/>
              <a:gd name="connsiteX218" fmla="*/ 10902638 w 12192000"/>
              <a:gd name="connsiteY218" fmla="*/ 1403743 h 6858000"/>
              <a:gd name="connsiteX219" fmla="*/ 10947629 w 12192000"/>
              <a:gd name="connsiteY219" fmla="*/ 1416050 h 6858000"/>
              <a:gd name="connsiteX220" fmla="*/ 10992377 w 12192000"/>
              <a:gd name="connsiteY220" fmla="*/ 1428927 h 6858000"/>
              <a:gd name="connsiteX221" fmla="*/ 11036868 w 12192000"/>
              <a:gd name="connsiteY221" fmla="*/ 1442389 h 6858000"/>
              <a:gd name="connsiteX222" fmla="*/ 11081116 w 12192000"/>
              <a:gd name="connsiteY222" fmla="*/ 1456436 h 6858000"/>
              <a:gd name="connsiteX223" fmla="*/ 11125095 w 12192000"/>
              <a:gd name="connsiteY223" fmla="*/ 1471041 h 6858000"/>
              <a:gd name="connsiteX224" fmla="*/ 11168818 w 12192000"/>
              <a:gd name="connsiteY224" fmla="*/ 1486217 h 6858000"/>
              <a:gd name="connsiteX225" fmla="*/ 11212273 w 12192000"/>
              <a:gd name="connsiteY225" fmla="*/ 1501965 h 6858000"/>
              <a:gd name="connsiteX226" fmla="*/ 11255457 w 12192000"/>
              <a:gd name="connsiteY226" fmla="*/ 1518259 h 6858000"/>
              <a:gd name="connsiteX227" fmla="*/ 11298361 w 12192000"/>
              <a:gd name="connsiteY227" fmla="*/ 1535112 h 6858000"/>
              <a:gd name="connsiteX228" fmla="*/ 11340982 w 12192000"/>
              <a:gd name="connsiteY228" fmla="*/ 1552524 h 6858000"/>
              <a:gd name="connsiteX229" fmla="*/ 11383321 w 12192000"/>
              <a:gd name="connsiteY229" fmla="*/ 1570469 h 6858000"/>
              <a:gd name="connsiteX230" fmla="*/ 11425365 w 12192000"/>
              <a:gd name="connsiteY230" fmla="*/ 1588960 h 6858000"/>
              <a:gd name="connsiteX231" fmla="*/ 11467116 w 12192000"/>
              <a:gd name="connsiteY231" fmla="*/ 1607985 h 6858000"/>
              <a:gd name="connsiteX232" fmla="*/ 11508571 w 12192000"/>
              <a:gd name="connsiteY232" fmla="*/ 1627543 h 6858000"/>
              <a:gd name="connsiteX233" fmla="*/ 11549718 w 12192000"/>
              <a:gd name="connsiteY233" fmla="*/ 1647621 h 6858000"/>
              <a:gd name="connsiteX234" fmla="*/ 11590572 w 12192000"/>
              <a:gd name="connsiteY234" fmla="*/ 1668233 h 6858000"/>
              <a:gd name="connsiteX235" fmla="*/ 11631092 w 12192000"/>
              <a:gd name="connsiteY235" fmla="*/ 1689366 h 6858000"/>
              <a:gd name="connsiteX236" fmla="*/ 11671305 w 12192000"/>
              <a:gd name="connsiteY236" fmla="*/ 1711007 h 6858000"/>
              <a:gd name="connsiteX237" fmla="*/ 11711198 w 12192000"/>
              <a:gd name="connsiteY237" fmla="*/ 1733156 h 6858000"/>
              <a:gd name="connsiteX238" fmla="*/ 11750770 w 12192000"/>
              <a:gd name="connsiteY238" fmla="*/ 1755813 h 6858000"/>
              <a:gd name="connsiteX239" fmla="*/ 11789996 w 12192000"/>
              <a:gd name="connsiteY239" fmla="*/ 1778965 h 6858000"/>
              <a:gd name="connsiteX240" fmla="*/ 11828902 w 12192000"/>
              <a:gd name="connsiteY240" fmla="*/ 1802625 h 6858000"/>
              <a:gd name="connsiteX241" fmla="*/ 11867462 w 12192000"/>
              <a:gd name="connsiteY241" fmla="*/ 1826768 h 6858000"/>
              <a:gd name="connsiteX242" fmla="*/ 11905677 w 12192000"/>
              <a:gd name="connsiteY242" fmla="*/ 1851393 h 6858000"/>
              <a:gd name="connsiteX243" fmla="*/ 11943545 w 12192000"/>
              <a:gd name="connsiteY243" fmla="*/ 1876513 h 6858000"/>
              <a:gd name="connsiteX244" fmla="*/ 11981054 w 12192000"/>
              <a:gd name="connsiteY244" fmla="*/ 1902104 h 6858000"/>
              <a:gd name="connsiteX245" fmla="*/ 12018218 w 12192000"/>
              <a:gd name="connsiteY245" fmla="*/ 1928177 h 6858000"/>
              <a:gd name="connsiteX246" fmla="*/ 12055010 w 12192000"/>
              <a:gd name="connsiteY246" fmla="*/ 1954707 h 6858000"/>
              <a:gd name="connsiteX247" fmla="*/ 12091444 w 12192000"/>
              <a:gd name="connsiteY247" fmla="*/ 1981708 h 6858000"/>
              <a:gd name="connsiteX248" fmla="*/ 12127507 w 12192000"/>
              <a:gd name="connsiteY248" fmla="*/ 2009178 h 6858000"/>
              <a:gd name="connsiteX249" fmla="*/ 12163184 w 12192000"/>
              <a:gd name="connsiteY249" fmla="*/ 2037092 h 6858000"/>
              <a:gd name="connsiteX250" fmla="*/ 12192000 w 12192000"/>
              <a:gd name="connsiteY250" fmla="*/ 2060249 h 6858000"/>
              <a:gd name="connsiteX251" fmla="*/ 12192000 w 12192000"/>
              <a:gd name="connsiteY251" fmla="*/ 4714710 h 6858000"/>
              <a:gd name="connsiteX252" fmla="*/ 12167975 w 12192000"/>
              <a:gd name="connsiteY252" fmla="*/ 4714710 h 6858000"/>
              <a:gd name="connsiteX253" fmla="*/ 12167438 w 12192000"/>
              <a:gd name="connsiteY253" fmla="*/ 4666285 h 6858000"/>
              <a:gd name="connsiteX254" fmla="*/ 12165811 w 12192000"/>
              <a:gd name="connsiteY254" fmla="*/ 4618126 h 6858000"/>
              <a:gd name="connsiteX255" fmla="*/ 12163120 w 12192000"/>
              <a:gd name="connsiteY255" fmla="*/ 4570247 h 6858000"/>
              <a:gd name="connsiteX256" fmla="*/ 12159367 w 12192000"/>
              <a:gd name="connsiteY256" fmla="*/ 4522635 h 6858000"/>
              <a:gd name="connsiteX257" fmla="*/ 12154576 w 12192000"/>
              <a:gd name="connsiteY257" fmla="*/ 4475327 h 6858000"/>
              <a:gd name="connsiteX258" fmla="*/ 12148746 w 12192000"/>
              <a:gd name="connsiteY258" fmla="*/ 4428312 h 6858000"/>
              <a:gd name="connsiteX259" fmla="*/ 12141893 w 12192000"/>
              <a:gd name="connsiteY259" fmla="*/ 4381627 h 6858000"/>
              <a:gd name="connsiteX260" fmla="*/ 12134040 w 12192000"/>
              <a:gd name="connsiteY260" fmla="*/ 4335272 h 6858000"/>
              <a:gd name="connsiteX261" fmla="*/ 12125174 w 12192000"/>
              <a:gd name="connsiteY261" fmla="*/ 4289247 h 6858000"/>
              <a:gd name="connsiteX262" fmla="*/ 12115323 w 12192000"/>
              <a:gd name="connsiteY262" fmla="*/ 4243578 h 6858000"/>
              <a:gd name="connsiteX263" fmla="*/ 12104499 w 12192000"/>
              <a:gd name="connsiteY263" fmla="*/ 4198264 h 6858000"/>
              <a:gd name="connsiteX264" fmla="*/ 12092713 w 12192000"/>
              <a:gd name="connsiteY264" fmla="*/ 4153331 h 6858000"/>
              <a:gd name="connsiteX265" fmla="*/ 12079966 w 12192000"/>
              <a:gd name="connsiteY265" fmla="*/ 4108780 h 6858000"/>
              <a:gd name="connsiteX266" fmla="*/ 12066284 w 12192000"/>
              <a:gd name="connsiteY266" fmla="*/ 4064622 h 6858000"/>
              <a:gd name="connsiteX267" fmla="*/ 12051679 w 12192000"/>
              <a:gd name="connsiteY267" fmla="*/ 4020870 h 6858000"/>
              <a:gd name="connsiteX268" fmla="*/ 12036140 w 12192000"/>
              <a:gd name="connsiteY268" fmla="*/ 3977551 h 6858000"/>
              <a:gd name="connsiteX269" fmla="*/ 12019704 w 12192000"/>
              <a:gd name="connsiteY269" fmla="*/ 3934650 h 6858000"/>
              <a:gd name="connsiteX270" fmla="*/ 12002371 w 12192000"/>
              <a:gd name="connsiteY270" fmla="*/ 3892194 h 6858000"/>
              <a:gd name="connsiteX271" fmla="*/ 11984155 w 12192000"/>
              <a:gd name="connsiteY271" fmla="*/ 3850195 h 6858000"/>
              <a:gd name="connsiteX272" fmla="*/ 11965054 w 12192000"/>
              <a:gd name="connsiteY272" fmla="*/ 3808666 h 6858000"/>
              <a:gd name="connsiteX273" fmla="*/ 11945108 w 12192000"/>
              <a:gd name="connsiteY273" fmla="*/ 3767607 h 6858000"/>
              <a:gd name="connsiteX274" fmla="*/ 11924303 w 12192000"/>
              <a:gd name="connsiteY274" fmla="*/ 3727031 h 6858000"/>
              <a:gd name="connsiteX275" fmla="*/ 11902666 w 12192000"/>
              <a:gd name="connsiteY275" fmla="*/ 3686962 h 6858000"/>
              <a:gd name="connsiteX276" fmla="*/ 11880196 w 12192000"/>
              <a:gd name="connsiteY276" fmla="*/ 3647402 h 6858000"/>
              <a:gd name="connsiteX277" fmla="*/ 11856919 w 12192000"/>
              <a:gd name="connsiteY277" fmla="*/ 3608362 h 6858000"/>
              <a:gd name="connsiteX278" fmla="*/ 11832835 w 12192000"/>
              <a:gd name="connsiteY278" fmla="*/ 3569855 h 6858000"/>
              <a:gd name="connsiteX279" fmla="*/ 11807957 w 12192000"/>
              <a:gd name="connsiteY279" fmla="*/ 3531895 h 6858000"/>
              <a:gd name="connsiteX280" fmla="*/ 11782297 w 12192000"/>
              <a:gd name="connsiteY280" fmla="*/ 3494494 h 6858000"/>
              <a:gd name="connsiteX281" fmla="*/ 11755881 w 12192000"/>
              <a:gd name="connsiteY281" fmla="*/ 3457651 h 6858000"/>
              <a:gd name="connsiteX282" fmla="*/ 11728697 w 12192000"/>
              <a:gd name="connsiteY282" fmla="*/ 3421392 h 6858000"/>
              <a:gd name="connsiteX283" fmla="*/ 11700769 w 12192000"/>
              <a:gd name="connsiteY283" fmla="*/ 3385731 h 6858000"/>
              <a:gd name="connsiteX284" fmla="*/ 11672112 w 12192000"/>
              <a:gd name="connsiteY284" fmla="*/ 3350666 h 6858000"/>
              <a:gd name="connsiteX285" fmla="*/ 11642724 w 12192000"/>
              <a:gd name="connsiteY285" fmla="*/ 3316224 h 6858000"/>
              <a:gd name="connsiteX286" fmla="*/ 11612632 w 12192000"/>
              <a:gd name="connsiteY286" fmla="*/ 3282391 h 6858000"/>
              <a:gd name="connsiteX287" fmla="*/ 11581835 w 12192000"/>
              <a:gd name="connsiteY287" fmla="*/ 3249206 h 6858000"/>
              <a:gd name="connsiteX288" fmla="*/ 11550347 w 12192000"/>
              <a:gd name="connsiteY288" fmla="*/ 3216669 h 6858000"/>
              <a:gd name="connsiteX289" fmla="*/ 11518192 w 12192000"/>
              <a:gd name="connsiteY289" fmla="*/ 3184779 h 6858000"/>
              <a:gd name="connsiteX290" fmla="*/ 11485370 w 12192000"/>
              <a:gd name="connsiteY290" fmla="*/ 3153575 h 6858000"/>
              <a:gd name="connsiteX291" fmla="*/ 11451883 w 12192000"/>
              <a:gd name="connsiteY291" fmla="*/ 3123044 h 6858000"/>
              <a:gd name="connsiteX292" fmla="*/ 11417768 w 12192000"/>
              <a:gd name="connsiteY292" fmla="*/ 3093213 h 6858000"/>
              <a:gd name="connsiteX293" fmla="*/ 11383013 w 12192000"/>
              <a:gd name="connsiteY293" fmla="*/ 3064078 h 6858000"/>
              <a:gd name="connsiteX294" fmla="*/ 11347643 w 12192000"/>
              <a:gd name="connsiteY294" fmla="*/ 3035669 h 6858000"/>
              <a:gd name="connsiteX295" fmla="*/ 11311671 w 12192000"/>
              <a:gd name="connsiteY295" fmla="*/ 3007982 h 6858000"/>
              <a:gd name="connsiteX296" fmla="*/ 11275096 w 12192000"/>
              <a:gd name="connsiteY296" fmla="*/ 2981033 h 6858000"/>
              <a:gd name="connsiteX297" fmla="*/ 11237945 w 12192000"/>
              <a:gd name="connsiteY297" fmla="*/ 2954832 h 6858000"/>
              <a:gd name="connsiteX298" fmla="*/ 11200218 w 12192000"/>
              <a:gd name="connsiteY298" fmla="*/ 2929394 h 6858000"/>
              <a:gd name="connsiteX299" fmla="*/ 11161927 w 12192000"/>
              <a:gd name="connsiteY299" fmla="*/ 2904744 h 6858000"/>
              <a:gd name="connsiteX300" fmla="*/ 11123084 w 12192000"/>
              <a:gd name="connsiteY300" fmla="*/ 2880868 h 6858000"/>
              <a:gd name="connsiteX301" fmla="*/ 11083704 w 12192000"/>
              <a:gd name="connsiteY301" fmla="*/ 2857779 h 6858000"/>
              <a:gd name="connsiteX302" fmla="*/ 11043799 w 12192000"/>
              <a:gd name="connsiteY302" fmla="*/ 2835516 h 6858000"/>
              <a:gd name="connsiteX303" fmla="*/ 11003381 w 12192000"/>
              <a:gd name="connsiteY303" fmla="*/ 2814053 h 6858000"/>
              <a:gd name="connsiteX304" fmla="*/ 10962451 w 12192000"/>
              <a:gd name="connsiteY304" fmla="*/ 2793441 h 6858000"/>
              <a:gd name="connsiteX305" fmla="*/ 10921034 w 12192000"/>
              <a:gd name="connsiteY305" fmla="*/ 2773654 h 6858000"/>
              <a:gd name="connsiteX306" fmla="*/ 10879143 w 12192000"/>
              <a:gd name="connsiteY306" fmla="*/ 2754731 h 6858000"/>
              <a:gd name="connsiteX307" fmla="*/ 10836765 w 12192000"/>
              <a:gd name="connsiteY307" fmla="*/ 2736672 h 6858000"/>
              <a:gd name="connsiteX308" fmla="*/ 10793952 w 12192000"/>
              <a:gd name="connsiteY308" fmla="*/ 2719489 h 6858000"/>
              <a:gd name="connsiteX309" fmla="*/ 10750677 w 12192000"/>
              <a:gd name="connsiteY309" fmla="*/ 2703196 h 6858000"/>
              <a:gd name="connsiteX310" fmla="*/ 10706968 w 12192000"/>
              <a:gd name="connsiteY310" fmla="*/ 2687790 h 6858000"/>
              <a:gd name="connsiteX311" fmla="*/ 10662848 w 12192000"/>
              <a:gd name="connsiteY311" fmla="*/ 2673300 h 6858000"/>
              <a:gd name="connsiteX312" fmla="*/ 10618305 w 12192000"/>
              <a:gd name="connsiteY312" fmla="*/ 2659735 h 6858000"/>
              <a:gd name="connsiteX313" fmla="*/ 10573364 w 12192000"/>
              <a:gd name="connsiteY313" fmla="*/ 2647111 h 6858000"/>
              <a:gd name="connsiteX314" fmla="*/ 10528041 w 12192000"/>
              <a:gd name="connsiteY314" fmla="*/ 2635415 h 6858000"/>
              <a:gd name="connsiteX315" fmla="*/ 10482345 w 12192000"/>
              <a:gd name="connsiteY315" fmla="*/ 2624683 h 6858000"/>
              <a:gd name="connsiteX316" fmla="*/ 10436265 w 12192000"/>
              <a:gd name="connsiteY316" fmla="*/ 2614930 h 6858000"/>
              <a:gd name="connsiteX317" fmla="*/ 10389852 w 12192000"/>
              <a:gd name="connsiteY317" fmla="*/ 2606141 h 6858000"/>
              <a:gd name="connsiteX318" fmla="*/ 10343080 w 12192000"/>
              <a:gd name="connsiteY318" fmla="*/ 2598343 h 6858000"/>
              <a:gd name="connsiteX319" fmla="*/ 10295988 w 12192000"/>
              <a:gd name="connsiteY319" fmla="*/ 2591562 h 6858000"/>
              <a:gd name="connsiteX320" fmla="*/ 10248575 w 12192000"/>
              <a:gd name="connsiteY320" fmla="*/ 2585783 h 6858000"/>
              <a:gd name="connsiteX321" fmla="*/ 10200843 w 12192000"/>
              <a:gd name="connsiteY321" fmla="*/ 2581033 h 6858000"/>
              <a:gd name="connsiteX322" fmla="*/ 10152829 w 12192000"/>
              <a:gd name="connsiteY322" fmla="*/ 2577312 h 6858000"/>
              <a:gd name="connsiteX323" fmla="*/ 10104519 w 12192000"/>
              <a:gd name="connsiteY323" fmla="*/ 2574645 h 6858000"/>
              <a:gd name="connsiteX324" fmla="*/ 10055941 w 12192000"/>
              <a:gd name="connsiteY324" fmla="*/ 2573032 h 6858000"/>
              <a:gd name="connsiteX325" fmla="*/ 10007107 w 12192000"/>
              <a:gd name="connsiteY325" fmla="*/ 2572499 h 6858000"/>
              <a:gd name="connsiteX326" fmla="*/ 6549733 w 12192000"/>
              <a:gd name="connsiteY326" fmla="*/ 0 h 6858000"/>
              <a:gd name="connsiteX327" fmla="*/ 10007107 w 12192000"/>
              <a:gd name="connsiteY327" fmla="*/ 0 h 6858000"/>
              <a:gd name="connsiteX328" fmla="*/ 10007107 w 12192000"/>
              <a:gd name="connsiteY328" fmla="*/ 1285252 h 6858000"/>
              <a:gd name="connsiteX329" fmla="*/ 7846264 w 12192000"/>
              <a:gd name="connsiteY329" fmla="*/ 1285252 h 6858000"/>
              <a:gd name="connsiteX330" fmla="*/ 7846264 w 12192000"/>
              <a:gd name="connsiteY330" fmla="*/ 3427742 h 6858000"/>
              <a:gd name="connsiteX331" fmla="*/ 6549733 w 12192000"/>
              <a:gd name="connsiteY331" fmla="*/ 3427742 h 6858000"/>
              <a:gd name="connsiteX332" fmla="*/ 6549733 w 12192000"/>
              <a:gd name="connsiteY332" fmla="*/ 128525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</a:cxnLst>
            <a:rect l="l" t="t" r="r" b="b"/>
            <a:pathLst>
              <a:path w="12192000" h="6858000">
                <a:moveTo>
                  <a:pt x="0" y="2145170"/>
                </a:moveTo>
                <a:lnTo>
                  <a:pt x="931465" y="2145170"/>
                </a:lnTo>
                <a:lnTo>
                  <a:pt x="931465" y="4287659"/>
                </a:lnTo>
                <a:lnTo>
                  <a:pt x="3092333" y="4287659"/>
                </a:lnTo>
                <a:lnTo>
                  <a:pt x="3092333" y="5572696"/>
                </a:lnTo>
                <a:lnTo>
                  <a:pt x="3141168" y="5572150"/>
                </a:lnTo>
                <a:lnTo>
                  <a:pt x="3189745" y="5570550"/>
                </a:lnTo>
                <a:lnTo>
                  <a:pt x="3238055" y="5567870"/>
                </a:lnTo>
                <a:lnTo>
                  <a:pt x="3286069" y="5564162"/>
                </a:lnTo>
                <a:lnTo>
                  <a:pt x="3333802" y="5559399"/>
                </a:lnTo>
                <a:lnTo>
                  <a:pt x="3381215" y="5553634"/>
                </a:lnTo>
                <a:lnTo>
                  <a:pt x="3428306" y="5546839"/>
                </a:lnTo>
                <a:lnTo>
                  <a:pt x="3475077" y="5539041"/>
                </a:lnTo>
                <a:lnTo>
                  <a:pt x="3521504" y="5530266"/>
                </a:lnTo>
                <a:lnTo>
                  <a:pt x="3567571" y="5520499"/>
                </a:lnTo>
                <a:lnTo>
                  <a:pt x="3613266" y="5509768"/>
                </a:lnTo>
                <a:lnTo>
                  <a:pt x="3658604" y="5498084"/>
                </a:lnTo>
                <a:lnTo>
                  <a:pt x="3703544" y="5485447"/>
                </a:lnTo>
                <a:lnTo>
                  <a:pt x="3748073" y="5471884"/>
                </a:lnTo>
                <a:lnTo>
                  <a:pt x="3792207" y="5457393"/>
                </a:lnTo>
                <a:lnTo>
                  <a:pt x="3835916" y="5442001"/>
                </a:lnTo>
                <a:lnTo>
                  <a:pt x="3879178" y="5425694"/>
                </a:lnTo>
                <a:lnTo>
                  <a:pt x="3922004" y="5408511"/>
                </a:lnTo>
                <a:lnTo>
                  <a:pt x="3964369" y="5390451"/>
                </a:lnTo>
                <a:lnTo>
                  <a:pt x="4006273" y="5371528"/>
                </a:lnTo>
                <a:lnTo>
                  <a:pt x="4047690" y="5351742"/>
                </a:lnTo>
                <a:lnTo>
                  <a:pt x="4088608" y="5331130"/>
                </a:lnTo>
                <a:lnTo>
                  <a:pt x="4129038" y="5309667"/>
                </a:lnTo>
                <a:lnTo>
                  <a:pt x="4168944" y="5287403"/>
                </a:lnTo>
                <a:lnTo>
                  <a:pt x="4208310" y="5264315"/>
                </a:lnTo>
                <a:lnTo>
                  <a:pt x="4247152" y="5240452"/>
                </a:lnTo>
                <a:lnTo>
                  <a:pt x="4285443" y="5215788"/>
                </a:lnTo>
                <a:lnTo>
                  <a:pt x="4323184" y="5190350"/>
                </a:lnTo>
                <a:lnTo>
                  <a:pt x="4360335" y="5164150"/>
                </a:lnTo>
                <a:lnTo>
                  <a:pt x="4396909" y="5137201"/>
                </a:lnTo>
                <a:lnTo>
                  <a:pt x="4432882" y="5109515"/>
                </a:lnTo>
                <a:lnTo>
                  <a:pt x="4468251" y="5081105"/>
                </a:lnTo>
                <a:lnTo>
                  <a:pt x="4503008" y="5051971"/>
                </a:lnTo>
                <a:lnTo>
                  <a:pt x="4537123" y="5022139"/>
                </a:lnTo>
                <a:lnTo>
                  <a:pt x="4570597" y="4991608"/>
                </a:lnTo>
                <a:lnTo>
                  <a:pt x="4603430" y="4960404"/>
                </a:lnTo>
                <a:lnTo>
                  <a:pt x="4635585" y="4928514"/>
                </a:lnTo>
                <a:lnTo>
                  <a:pt x="4667073" y="4895977"/>
                </a:lnTo>
                <a:lnTo>
                  <a:pt x="4697858" y="4862792"/>
                </a:lnTo>
                <a:lnTo>
                  <a:pt x="4727963" y="4828959"/>
                </a:lnTo>
                <a:lnTo>
                  <a:pt x="4757339" y="4794516"/>
                </a:lnTo>
                <a:lnTo>
                  <a:pt x="4786008" y="4759452"/>
                </a:lnTo>
                <a:lnTo>
                  <a:pt x="4813935" y="4723777"/>
                </a:lnTo>
                <a:lnTo>
                  <a:pt x="4841121" y="4687532"/>
                </a:lnTo>
                <a:lnTo>
                  <a:pt x="4867535" y="4650689"/>
                </a:lnTo>
                <a:lnTo>
                  <a:pt x="4893195" y="4613287"/>
                </a:lnTo>
                <a:lnTo>
                  <a:pt x="4918075" y="4575327"/>
                </a:lnTo>
                <a:lnTo>
                  <a:pt x="4942158" y="4536821"/>
                </a:lnTo>
                <a:lnTo>
                  <a:pt x="4965434" y="4497781"/>
                </a:lnTo>
                <a:lnTo>
                  <a:pt x="4987905" y="4458220"/>
                </a:lnTo>
                <a:lnTo>
                  <a:pt x="5009542" y="4418152"/>
                </a:lnTo>
                <a:lnTo>
                  <a:pt x="5030347" y="4377575"/>
                </a:lnTo>
                <a:lnTo>
                  <a:pt x="5050293" y="4336516"/>
                </a:lnTo>
                <a:lnTo>
                  <a:pt x="5069380" y="4294987"/>
                </a:lnTo>
                <a:lnTo>
                  <a:pt x="5087599" y="4252988"/>
                </a:lnTo>
                <a:lnTo>
                  <a:pt x="5104943" y="4210532"/>
                </a:lnTo>
                <a:lnTo>
                  <a:pt x="5121381" y="4167632"/>
                </a:lnTo>
                <a:lnTo>
                  <a:pt x="5136906" y="4124312"/>
                </a:lnTo>
                <a:lnTo>
                  <a:pt x="5151523" y="4080560"/>
                </a:lnTo>
                <a:lnTo>
                  <a:pt x="5165204" y="4036403"/>
                </a:lnTo>
                <a:lnTo>
                  <a:pt x="5177951" y="3991851"/>
                </a:lnTo>
                <a:lnTo>
                  <a:pt x="5189738" y="3946918"/>
                </a:lnTo>
                <a:lnTo>
                  <a:pt x="5200562" y="3901605"/>
                </a:lnTo>
                <a:lnTo>
                  <a:pt x="5210414" y="3855936"/>
                </a:lnTo>
                <a:lnTo>
                  <a:pt x="5219266" y="3809911"/>
                </a:lnTo>
                <a:lnTo>
                  <a:pt x="5227132" y="3763556"/>
                </a:lnTo>
                <a:lnTo>
                  <a:pt x="5233986" y="3716871"/>
                </a:lnTo>
                <a:lnTo>
                  <a:pt x="5239801" y="3669855"/>
                </a:lnTo>
                <a:lnTo>
                  <a:pt x="5244605" y="3622548"/>
                </a:lnTo>
                <a:lnTo>
                  <a:pt x="5248346" y="3574948"/>
                </a:lnTo>
                <a:lnTo>
                  <a:pt x="5251049" y="3527056"/>
                </a:lnTo>
                <a:lnTo>
                  <a:pt x="5252663" y="3478898"/>
                </a:lnTo>
                <a:lnTo>
                  <a:pt x="5253214" y="3430486"/>
                </a:lnTo>
                <a:lnTo>
                  <a:pt x="6549733" y="3430486"/>
                </a:lnTo>
                <a:lnTo>
                  <a:pt x="6549387" y="3478860"/>
                </a:lnTo>
                <a:lnTo>
                  <a:pt x="6548374" y="3527082"/>
                </a:lnTo>
                <a:lnTo>
                  <a:pt x="6546684" y="3575151"/>
                </a:lnTo>
                <a:lnTo>
                  <a:pt x="6544339" y="3623043"/>
                </a:lnTo>
                <a:lnTo>
                  <a:pt x="6541328" y="3670757"/>
                </a:lnTo>
                <a:lnTo>
                  <a:pt x="6537652" y="3718306"/>
                </a:lnTo>
                <a:lnTo>
                  <a:pt x="6533335" y="3765664"/>
                </a:lnTo>
                <a:lnTo>
                  <a:pt x="6528351" y="3812844"/>
                </a:lnTo>
                <a:lnTo>
                  <a:pt x="6522741" y="3859822"/>
                </a:lnTo>
                <a:lnTo>
                  <a:pt x="6516489" y="3906621"/>
                </a:lnTo>
                <a:lnTo>
                  <a:pt x="6509596" y="3953218"/>
                </a:lnTo>
                <a:lnTo>
                  <a:pt x="6502077" y="3999598"/>
                </a:lnTo>
                <a:lnTo>
                  <a:pt x="6493929" y="4045788"/>
                </a:lnTo>
                <a:lnTo>
                  <a:pt x="6485154" y="4091749"/>
                </a:lnTo>
                <a:lnTo>
                  <a:pt x="6475764" y="4137507"/>
                </a:lnTo>
                <a:lnTo>
                  <a:pt x="6465772" y="4183037"/>
                </a:lnTo>
                <a:lnTo>
                  <a:pt x="6455164" y="4228350"/>
                </a:lnTo>
                <a:lnTo>
                  <a:pt x="6443955" y="4273423"/>
                </a:lnTo>
                <a:lnTo>
                  <a:pt x="6432143" y="4318266"/>
                </a:lnTo>
                <a:lnTo>
                  <a:pt x="6419743" y="4362869"/>
                </a:lnTo>
                <a:lnTo>
                  <a:pt x="6406740" y="4407230"/>
                </a:lnTo>
                <a:lnTo>
                  <a:pt x="6393161" y="4451350"/>
                </a:lnTo>
                <a:lnTo>
                  <a:pt x="6379005" y="4495203"/>
                </a:lnTo>
                <a:lnTo>
                  <a:pt x="6364260" y="4538815"/>
                </a:lnTo>
                <a:lnTo>
                  <a:pt x="6348951" y="4582160"/>
                </a:lnTo>
                <a:lnTo>
                  <a:pt x="6333079" y="4625238"/>
                </a:lnTo>
                <a:lnTo>
                  <a:pt x="6316629" y="4668037"/>
                </a:lnTo>
                <a:lnTo>
                  <a:pt x="6299629" y="4710569"/>
                </a:lnTo>
                <a:lnTo>
                  <a:pt x="6282078" y="4752835"/>
                </a:lnTo>
                <a:lnTo>
                  <a:pt x="6263965" y="4794809"/>
                </a:lnTo>
                <a:lnTo>
                  <a:pt x="6245312" y="4836490"/>
                </a:lnTo>
                <a:lnTo>
                  <a:pt x="6226122" y="4877879"/>
                </a:lnTo>
                <a:lnTo>
                  <a:pt x="6206394" y="4918976"/>
                </a:lnTo>
                <a:lnTo>
                  <a:pt x="6186140" y="4959769"/>
                </a:lnTo>
                <a:lnTo>
                  <a:pt x="6165348" y="5000256"/>
                </a:lnTo>
                <a:lnTo>
                  <a:pt x="6144044" y="5040439"/>
                </a:lnTo>
                <a:lnTo>
                  <a:pt x="6122214" y="5080305"/>
                </a:lnTo>
                <a:lnTo>
                  <a:pt x="6099861" y="5119852"/>
                </a:lnTo>
                <a:lnTo>
                  <a:pt x="6077018" y="5159070"/>
                </a:lnTo>
                <a:lnTo>
                  <a:pt x="6053652" y="5197970"/>
                </a:lnTo>
                <a:lnTo>
                  <a:pt x="6029798" y="5236527"/>
                </a:lnTo>
                <a:lnTo>
                  <a:pt x="6005445" y="5274754"/>
                </a:lnTo>
                <a:lnTo>
                  <a:pt x="5980593" y="5312638"/>
                </a:lnTo>
                <a:lnTo>
                  <a:pt x="5955266" y="5350180"/>
                </a:lnTo>
                <a:lnTo>
                  <a:pt x="5929439" y="5387378"/>
                </a:lnTo>
                <a:lnTo>
                  <a:pt x="5903151" y="5424208"/>
                </a:lnTo>
                <a:lnTo>
                  <a:pt x="5876378" y="5460695"/>
                </a:lnTo>
                <a:lnTo>
                  <a:pt x="5849143" y="5496801"/>
                </a:lnTo>
                <a:lnTo>
                  <a:pt x="5821432" y="5532552"/>
                </a:lnTo>
                <a:lnTo>
                  <a:pt x="5793274" y="5567934"/>
                </a:lnTo>
                <a:lnTo>
                  <a:pt x="5764655" y="5602922"/>
                </a:lnTo>
                <a:lnTo>
                  <a:pt x="5735588" y="5637542"/>
                </a:lnTo>
                <a:lnTo>
                  <a:pt x="5706072" y="5671782"/>
                </a:lnTo>
                <a:lnTo>
                  <a:pt x="5676108" y="5705627"/>
                </a:lnTo>
                <a:lnTo>
                  <a:pt x="5645708" y="5739066"/>
                </a:lnTo>
                <a:lnTo>
                  <a:pt x="5614873" y="5772124"/>
                </a:lnTo>
                <a:lnTo>
                  <a:pt x="5583615" y="5804763"/>
                </a:lnTo>
                <a:lnTo>
                  <a:pt x="5551934" y="5837009"/>
                </a:lnTo>
                <a:lnTo>
                  <a:pt x="5519831" y="5868835"/>
                </a:lnTo>
                <a:lnTo>
                  <a:pt x="5487304" y="5900242"/>
                </a:lnTo>
                <a:lnTo>
                  <a:pt x="5454380" y="5931230"/>
                </a:lnTo>
                <a:lnTo>
                  <a:pt x="5421034" y="5961799"/>
                </a:lnTo>
                <a:lnTo>
                  <a:pt x="5387303" y="5991936"/>
                </a:lnTo>
                <a:lnTo>
                  <a:pt x="5353163" y="6021641"/>
                </a:lnTo>
                <a:lnTo>
                  <a:pt x="5318625" y="6050902"/>
                </a:lnTo>
                <a:lnTo>
                  <a:pt x="5283703" y="6079718"/>
                </a:lnTo>
                <a:lnTo>
                  <a:pt x="5248410" y="6108090"/>
                </a:lnTo>
                <a:lnTo>
                  <a:pt x="5212720" y="6136005"/>
                </a:lnTo>
                <a:lnTo>
                  <a:pt x="5176657" y="6163475"/>
                </a:lnTo>
                <a:lnTo>
                  <a:pt x="5140237" y="6190475"/>
                </a:lnTo>
                <a:lnTo>
                  <a:pt x="5103432" y="6217018"/>
                </a:lnTo>
                <a:lnTo>
                  <a:pt x="5066281" y="6243078"/>
                </a:lnTo>
                <a:lnTo>
                  <a:pt x="5028758" y="6268682"/>
                </a:lnTo>
                <a:lnTo>
                  <a:pt x="4990889" y="6293790"/>
                </a:lnTo>
                <a:lnTo>
                  <a:pt x="4952675" y="6318428"/>
                </a:lnTo>
                <a:lnTo>
                  <a:pt x="4914116" y="6342570"/>
                </a:lnTo>
                <a:lnTo>
                  <a:pt x="4875222" y="6366218"/>
                </a:lnTo>
                <a:lnTo>
                  <a:pt x="4835983" y="6389383"/>
                </a:lnTo>
                <a:lnTo>
                  <a:pt x="4796423" y="6412027"/>
                </a:lnTo>
                <a:lnTo>
                  <a:pt x="4756531" y="6434188"/>
                </a:lnTo>
                <a:lnTo>
                  <a:pt x="4716318" y="6455829"/>
                </a:lnTo>
                <a:lnTo>
                  <a:pt x="4675785" y="6476949"/>
                </a:lnTo>
                <a:lnTo>
                  <a:pt x="4634946" y="6497561"/>
                </a:lnTo>
                <a:lnTo>
                  <a:pt x="4593796" y="6517640"/>
                </a:lnTo>
                <a:lnTo>
                  <a:pt x="4552341" y="6537198"/>
                </a:lnTo>
                <a:lnTo>
                  <a:pt x="4510592" y="6556222"/>
                </a:lnTo>
                <a:lnTo>
                  <a:pt x="4468547" y="6574714"/>
                </a:lnTo>
                <a:lnTo>
                  <a:pt x="4426207" y="6592671"/>
                </a:lnTo>
                <a:lnTo>
                  <a:pt x="4383573" y="6610070"/>
                </a:lnTo>
                <a:lnTo>
                  <a:pt x="4340670" y="6626923"/>
                </a:lnTo>
                <a:lnTo>
                  <a:pt x="4297498" y="6643230"/>
                </a:lnTo>
                <a:lnTo>
                  <a:pt x="4254045" y="6658965"/>
                </a:lnTo>
                <a:lnTo>
                  <a:pt x="4210322" y="6674142"/>
                </a:lnTo>
                <a:lnTo>
                  <a:pt x="4166330" y="6688760"/>
                </a:lnTo>
                <a:lnTo>
                  <a:pt x="4122095" y="6702793"/>
                </a:lnTo>
                <a:lnTo>
                  <a:pt x="4077590" y="6716255"/>
                </a:lnTo>
                <a:lnTo>
                  <a:pt x="4032843" y="6729146"/>
                </a:lnTo>
                <a:lnTo>
                  <a:pt x="3987851" y="6741439"/>
                </a:lnTo>
                <a:lnTo>
                  <a:pt x="3942617" y="6753149"/>
                </a:lnTo>
                <a:lnTo>
                  <a:pt x="3897152" y="6764261"/>
                </a:lnTo>
                <a:lnTo>
                  <a:pt x="3851443" y="6774777"/>
                </a:lnTo>
                <a:lnTo>
                  <a:pt x="3805517" y="6784683"/>
                </a:lnTo>
                <a:lnTo>
                  <a:pt x="3759360" y="6793992"/>
                </a:lnTo>
                <a:lnTo>
                  <a:pt x="3712998" y="6802691"/>
                </a:lnTo>
                <a:lnTo>
                  <a:pt x="3666406" y="6810769"/>
                </a:lnTo>
                <a:lnTo>
                  <a:pt x="3619622" y="6818223"/>
                </a:lnTo>
                <a:lnTo>
                  <a:pt x="3572618" y="6825056"/>
                </a:lnTo>
                <a:lnTo>
                  <a:pt x="3525412" y="6831254"/>
                </a:lnTo>
                <a:lnTo>
                  <a:pt x="3478024" y="6836816"/>
                </a:lnTo>
                <a:lnTo>
                  <a:pt x="3430433" y="6841757"/>
                </a:lnTo>
                <a:lnTo>
                  <a:pt x="3382662" y="6846036"/>
                </a:lnTo>
                <a:lnTo>
                  <a:pt x="3334699" y="6849681"/>
                </a:lnTo>
                <a:lnTo>
                  <a:pt x="3286569" y="6852666"/>
                </a:lnTo>
                <a:lnTo>
                  <a:pt x="3238259" y="6854990"/>
                </a:lnTo>
                <a:lnTo>
                  <a:pt x="3189772" y="6856666"/>
                </a:lnTo>
                <a:lnTo>
                  <a:pt x="3141129" y="6857670"/>
                </a:lnTo>
                <a:lnTo>
                  <a:pt x="3092333" y="6858000"/>
                </a:lnTo>
                <a:lnTo>
                  <a:pt x="3092333" y="5572899"/>
                </a:lnTo>
                <a:lnTo>
                  <a:pt x="0" y="5572899"/>
                </a:lnTo>
                <a:lnTo>
                  <a:pt x="0" y="4287659"/>
                </a:lnTo>
                <a:close/>
                <a:moveTo>
                  <a:pt x="10007107" y="1287183"/>
                </a:moveTo>
                <a:lnTo>
                  <a:pt x="10055915" y="1287513"/>
                </a:lnTo>
                <a:lnTo>
                  <a:pt x="10104558" y="1288516"/>
                </a:lnTo>
                <a:lnTo>
                  <a:pt x="10153034" y="1290193"/>
                </a:lnTo>
                <a:lnTo>
                  <a:pt x="10201342" y="1292517"/>
                </a:lnTo>
                <a:lnTo>
                  <a:pt x="10249485" y="1295514"/>
                </a:lnTo>
                <a:lnTo>
                  <a:pt x="10297435" y="1299146"/>
                </a:lnTo>
                <a:lnTo>
                  <a:pt x="10345206" y="1303439"/>
                </a:lnTo>
                <a:lnTo>
                  <a:pt x="10392798" y="1308366"/>
                </a:lnTo>
                <a:lnTo>
                  <a:pt x="10440198" y="1313929"/>
                </a:lnTo>
                <a:lnTo>
                  <a:pt x="10487393" y="1320139"/>
                </a:lnTo>
                <a:lnTo>
                  <a:pt x="10534395" y="1326972"/>
                </a:lnTo>
                <a:lnTo>
                  <a:pt x="10581192" y="1334427"/>
                </a:lnTo>
                <a:lnTo>
                  <a:pt x="10627771" y="1342504"/>
                </a:lnTo>
                <a:lnTo>
                  <a:pt x="10674146" y="1351191"/>
                </a:lnTo>
                <a:lnTo>
                  <a:pt x="10720304" y="1360500"/>
                </a:lnTo>
                <a:lnTo>
                  <a:pt x="10766230" y="1370406"/>
                </a:lnTo>
                <a:lnTo>
                  <a:pt x="10811926" y="1380921"/>
                </a:lnTo>
                <a:lnTo>
                  <a:pt x="10857404" y="1392034"/>
                </a:lnTo>
                <a:lnTo>
                  <a:pt x="10902638" y="1403743"/>
                </a:lnTo>
                <a:lnTo>
                  <a:pt x="10947629" y="1416050"/>
                </a:lnTo>
                <a:lnTo>
                  <a:pt x="10992377" y="1428927"/>
                </a:lnTo>
                <a:lnTo>
                  <a:pt x="11036868" y="1442389"/>
                </a:lnTo>
                <a:lnTo>
                  <a:pt x="11081116" y="1456436"/>
                </a:lnTo>
                <a:lnTo>
                  <a:pt x="11125095" y="1471041"/>
                </a:lnTo>
                <a:lnTo>
                  <a:pt x="11168818" y="1486217"/>
                </a:lnTo>
                <a:lnTo>
                  <a:pt x="11212273" y="1501965"/>
                </a:lnTo>
                <a:lnTo>
                  <a:pt x="11255457" y="1518259"/>
                </a:lnTo>
                <a:lnTo>
                  <a:pt x="11298361" y="1535112"/>
                </a:lnTo>
                <a:lnTo>
                  <a:pt x="11340982" y="1552524"/>
                </a:lnTo>
                <a:lnTo>
                  <a:pt x="11383321" y="1570469"/>
                </a:lnTo>
                <a:lnTo>
                  <a:pt x="11425365" y="1588960"/>
                </a:lnTo>
                <a:lnTo>
                  <a:pt x="11467116" y="1607985"/>
                </a:lnTo>
                <a:lnTo>
                  <a:pt x="11508571" y="1627543"/>
                </a:lnTo>
                <a:lnTo>
                  <a:pt x="11549718" y="1647621"/>
                </a:lnTo>
                <a:lnTo>
                  <a:pt x="11590572" y="1668233"/>
                </a:lnTo>
                <a:lnTo>
                  <a:pt x="11631092" y="1689366"/>
                </a:lnTo>
                <a:lnTo>
                  <a:pt x="11671305" y="1711007"/>
                </a:lnTo>
                <a:lnTo>
                  <a:pt x="11711198" y="1733156"/>
                </a:lnTo>
                <a:lnTo>
                  <a:pt x="11750770" y="1755813"/>
                </a:lnTo>
                <a:lnTo>
                  <a:pt x="11789996" y="1778965"/>
                </a:lnTo>
                <a:lnTo>
                  <a:pt x="11828902" y="1802625"/>
                </a:lnTo>
                <a:lnTo>
                  <a:pt x="11867462" y="1826768"/>
                </a:lnTo>
                <a:lnTo>
                  <a:pt x="11905677" y="1851393"/>
                </a:lnTo>
                <a:lnTo>
                  <a:pt x="11943545" y="1876513"/>
                </a:lnTo>
                <a:lnTo>
                  <a:pt x="11981054" y="1902104"/>
                </a:lnTo>
                <a:lnTo>
                  <a:pt x="12018218" y="1928177"/>
                </a:lnTo>
                <a:lnTo>
                  <a:pt x="12055010" y="1954707"/>
                </a:lnTo>
                <a:lnTo>
                  <a:pt x="12091444" y="1981708"/>
                </a:lnTo>
                <a:lnTo>
                  <a:pt x="12127507" y="2009178"/>
                </a:lnTo>
                <a:lnTo>
                  <a:pt x="12163184" y="2037092"/>
                </a:lnTo>
                <a:lnTo>
                  <a:pt x="12192000" y="2060249"/>
                </a:lnTo>
                <a:lnTo>
                  <a:pt x="12192000" y="4714710"/>
                </a:lnTo>
                <a:lnTo>
                  <a:pt x="12167975" y="4714710"/>
                </a:lnTo>
                <a:lnTo>
                  <a:pt x="12167438" y="4666285"/>
                </a:lnTo>
                <a:lnTo>
                  <a:pt x="12165811" y="4618126"/>
                </a:lnTo>
                <a:lnTo>
                  <a:pt x="12163120" y="4570247"/>
                </a:lnTo>
                <a:lnTo>
                  <a:pt x="12159367" y="4522635"/>
                </a:lnTo>
                <a:lnTo>
                  <a:pt x="12154576" y="4475327"/>
                </a:lnTo>
                <a:lnTo>
                  <a:pt x="12148746" y="4428312"/>
                </a:lnTo>
                <a:lnTo>
                  <a:pt x="12141893" y="4381627"/>
                </a:lnTo>
                <a:lnTo>
                  <a:pt x="12134040" y="4335272"/>
                </a:lnTo>
                <a:lnTo>
                  <a:pt x="12125174" y="4289247"/>
                </a:lnTo>
                <a:lnTo>
                  <a:pt x="12115323" y="4243578"/>
                </a:lnTo>
                <a:lnTo>
                  <a:pt x="12104499" y="4198264"/>
                </a:lnTo>
                <a:lnTo>
                  <a:pt x="12092713" y="4153331"/>
                </a:lnTo>
                <a:lnTo>
                  <a:pt x="12079966" y="4108780"/>
                </a:lnTo>
                <a:lnTo>
                  <a:pt x="12066284" y="4064622"/>
                </a:lnTo>
                <a:lnTo>
                  <a:pt x="12051679" y="4020870"/>
                </a:lnTo>
                <a:lnTo>
                  <a:pt x="12036140" y="3977551"/>
                </a:lnTo>
                <a:lnTo>
                  <a:pt x="12019704" y="3934650"/>
                </a:lnTo>
                <a:lnTo>
                  <a:pt x="12002371" y="3892194"/>
                </a:lnTo>
                <a:lnTo>
                  <a:pt x="11984155" y="3850195"/>
                </a:lnTo>
                <a:lnTo>
                  <a:pt x="11965054" y="3808666"/>
                </a:lnTo>
                <a:lnTo>
                  <a:pt x="11945108" y="3767607"/>
                </a:lnTo>
                <a:lnTo>
                  <a:pt x="11924303" y="3727031"/>
                </a:lnTo>
                <a:lnTo>
                  <a:pt x="11902666" y="3686962"/>
                </a:lnTo>
                <a:lnTo>
                  <a:pt x="11880196" y="3647402"/>
                </a:lnTo>
                <a:lnTo>
                  <a:pt x="11856919" y="3608362"/>
                </a:lnTo>
                <a:lnTo>
                  <a:pt x="11832835" y="3569855"/>
                </a:lnTo>
                <a:lnTo>
                  <a:pt x="11807957" y="3531895"/>
                </a:lnTo>
                <a:lnTo>
                  <a:pt x="11782297" y="3494494"/>
                </a:lnTo>
                <a:lnTo>
                  <a:pt x="11755881" y="3457651"/>
                </a:lnTo>
                <a:lnTo>
                  <a:pt x="11728697" y="3421392"/>
                </a:lnTo>
                <a:lnTo>
                  <a:pt x="11700769" y="3385731"/>
                </a:lnTo>
                <a:lnTo>
                  <a:pt x="11672112" y="3350666"/>
                </a:lnTo>
                <a:lnTo>
                  <a:pt x="11642724" y="3316224"/>
                </a:lnTo>
                <a:lnTo>
                  <a:pt x="11612632" y="3282391"/>
                </a:lnTo>
                <a:lnTo>
                  <a:pt x="11581835" y="3249206"/>
                </a:lnTo>
                <a:lnTo>
                  <a:pt x="11550347" y="3216669"/>
                </a:lnTo>
                <a:lnTo>
                  <a:pt x="11518192" y="3184779"/>
                </a:lnTo>
                <a:lnTo>
                  <a:pt x="11485370" y="3153575"/>
                </a:lnTo>
                <a:lnTo>
                  <a:pt x="11451883" y="3123044"/>
                </a:lnTo>
                <a:lnTo>
                  <a:pt x="11417768" y="3093213"/>
                </a:lnTo>
                <a:lnTo>
                  <a:pt x="11383013" y="3064078"/>
                </a:lnTo>
                <a:lnTo>
                  <a:pt x="11347643" y="3035669"/>
                </a:lnTo>
                <a:lnTo>
                  <a:pt x="11311671" y="3007982"/>
                </a:lnTo>
                <a:lnTo>
                  <a:pt x="11275096" y="2981033"/>
                </a:lnTo>
                <a:lnTo>
                  <a:pt x="11237945" y="2954832"/>
                </a:lnTo>
                <a:lnTo>
                  <a:pt x="11200218" y="2929394"/>
                </a:lnTo>
                <a:lnTo>
                  <a:pt x="11161927" y="2904744"/>
                </a:lnTo>
                <a:lnTo>
                  <a:pt x="11123084" y="2880868"/>
                </a:lnTo>
                <a:lnTo>
                  <a:pt x="11083704" y="2857779"/>
                </a:lnTo>
                <a:lnTo>
                  <a:pt x="11043799" y="2835516"/>
                </a:lnTo>
                <a:lnTo>
                  <a:pt x="11003381" y="2814053"/>
                </a:lnTo>
                <a:lnTo>
                  <a:pt x="10962451" y="2793441"/>
                </a:lnTo>
                <a:lnTo>
                  <a:pt x="10921034" y="2773654"/>
                </a:lnTo>
                <a:lnTo>
                  <a:pt x="10879143" y="2754731"/>
                </a:lnTo>
                <a:lnTo>
                  <a:pt x="10836765" y="2736672"/>
                </a:lnTo>
                <a:lnTo>
                  <a:pt x="10793952" y="2719489"/>
                </a:lnTo>
                <a:lnTo>
                  <a:pt x="10750677" y="2703196"/>
                </a:lnTo>
                <a:lnTo>
                  <a:pt x="10706968" y="2687790"/>
                </a:lnTo>
                <a:lnTo>
                  <a:pt x="10662848" y="2673300"/>
                </a:lnTo>
                <a:lnTo>
                  <a:pt x="10618305" y="2659735"/>
                </a:lnTo>
                <a:lnTo>
                  <a:pt x="10573364" y="2647111"/>
                </a:lnTo>
                <a:lnTo>
                  <a:pt x="10528041" y="2635415"/>
                </a:lnTo>
                <a:lnTo>
                  <a:pt x="10482345" y="2624683"/>
                </a:lnTo>
                <a:lnTo>
                  <a:pt x="10436265" y="2614930"/>
                </a:lnTo>
                <a:lnTo>
                  <a:pt x="10389852" y="2606141"/>
                </a:lnTo>
                <a:lnTo>
                  <a:pt x="10343080" y="2598343"/>
                </a:lnTo>
                <a:lnTo>
                  <a:pt x="10295988" y="2591562"/>
                </a:lnTo>
                <a:lnTo>
                  <a:pt x="10248575" y="2585783"/>
                </a:lnTo>
                <a:lnTo>
                  <a:pt x="10200843" y="2581033"/>
                </a:lnTo>
                <a:lnTo>
                  <a:pt x="10152829" y="2577312"/>
                </a:lnTo>
                <a:lnTo>
                  <a:pt x="10104519" y="2574645"/>
                </a:lnTo>
                <a:lnTo>
                  <a:pt x="10055941" y="2573032"/>
                </a:lnTo>
                <a:lnTo>
                  <a:pt x="10007107" y="2572499"/>
                </a:lnTo>
                <a:close/>
                <a:moveTo>
                  <a:pt x="6549733" y="0"/>
                </a:moveTo>
                <a:lnTo>
                  <a:pt x="10007107" y="0"/>
                </a:lnTo>
                <a:lnTo>
                  <a:pt x="10007107" y="1285252"/>
                </a:lnTo>
                <a:lnTo>
                  <a:pt x="7846264" y="1285252"/>
                </a:lnTo>
                <a:lnTo>
                  <a:pt x="7846264" y="3427742"/>
                </a:lnTo>
                <a:lnTo>
                  <a:pt x="6549733" y="3427742"/>
                </a:lnTo>
                <a:lnTo>
                  <a:pt x="6549733" y="1285252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>
            <a:noAutofit/>
          </a:bodyPr>
          <a:lstStyle/>
          <a:p>
            <a:endParaRPr>
              <a:latin typeface="Arial" panose="020B0604020202020204" pitchFamily="34" charset="0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84AE2E5-313F-8ADE-BDDC-06E38B7E94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CD602E07-C281-4409-A9EA-EC31ABE6903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51BB1517-A952-5093-127D-AA2788B900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6879" y="925253"/>
            <a:ext cx="11159184" cy="487911"/>
          </a:xfrm>
          <a:prstGeom prst="rect">
            <a:avLst/>
          </a:prstGeom>
        </p:spPr>
        <p:txBody>
          <a:bodyPr lIns="0" tIns="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3000"/>
            </a:lvl1pPr>
          </a:lstStyle>
          <a:p>
            <a:r>
              <a:rPr lang="en-US"/>
              <a:t>Click to add title (Font size 30)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FF2F6FA-224D-571E-5485-C7BD36069808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16313" y="1429790"/>
            <a:ext cx="11159186" cy="452986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000">
                <a:latin typeface="Arial" panose="020B0604020202020204" pitchFamily="34" charset="0"/>
              </a:defRPr>
            </a:lvl1pPr>
            <a:lvl2pPr marL="268288" indent="0">
              <a:buNone/>
              <a:defRPr sz="2000">
                <a:latin typeface="Arial" panose="020B0604020202020204" pitchFamily="34" charset="0"/>
              </a:defRPr>
            </a:lvl2pPr>
            <a:lvl3pPr marL="879475" indent="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2000">
                <a:latin typeface="Arial" panose="020B0604020202020204" pitchFamily="34" charset="0"/>
              </a:defRPr>
            </a:lvl3pPr>
            <a:lvl4pPr marL="1327150" indent="0">
              <a:buNone/>
              <a:defRPr sz="2000">
                <a:latin typeface="Arial" panose="020B0604020202020204" pitchFamily="34" charset="0"/>
              </a:defRPr>
            </a:lvl4pPr>
            <a:lvl5pPr marL="1700213" indent="0">
              <a:buFont typeface="Courier New" panose="02070309020205020404" pitchFamily="49" charset="0"/>
              <a:buNone/>
              <a:defRPr sz="2000">
                <a:latin typeface="Arial" panose="020B0604020202020204" pitchFamily="34" charset="0"/>
              </a:defRPr>
            </a:lvl5pPr>
            <a:lvl6pPr>
              <a:defRPr>
                <a:latin typeface="Arial" panose="020B0604020202020204" pitchFamily="34" charset="0"/>
              </a:defRPr>
            </a:lvl6pPr>
            <a:lvl7pPr>
              <a:defRPr>
                <a:latin typeface="Arial" panose="020B0604020202020204" pitchFamily="34" charset="0"/>
              </a:defRPr>
            </a:lvl7pPr>
            <a:lvl8pPr>
              <a:defRPr>
                <a:latin typeface="Arial" panose="020B0604020202020204" pitchFamily="34" charset="0"/>
              </a:defRPr>
            </a:lvl8pPr>
            <a:lvl9pPr>
              <a:defRPr>
                <a:latin typeface="Arial" panose="020B0604020202020204" pitchFamily="34" charset="0"/>
              </a:defRPr>
            </a:lvl9pPr>
          </a:lstStyle>
          <a:p>
            <a:pPr lvl="0"/>
            <a:r>
              <a:rPr lang="en-GB"/>
              <a:t>Click to add Sub-title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C5F6C3F-25A7-D4A4-F28C-EB476F4F2C1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6877" y="2454274"/>
            <a:ext cx="11159186" cy="3413126"/>
          </a:xfrm>
          <a:prstGeom prst="rect">
            <a:avLst/>
          </a:prstGeom>
        </p:spPr>
        <p:txBody>
          <a:bodyPr lIns="0"/>
          <a:lstStyle>
            <a:lvl1pPr>
              <a:defRPr>
                <a:latin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</a:defRPr>
            </a:lvl2pPr>
            <a:lvl3pPr marL="1165225" indent="-28575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□"/>
              <a:defRPr>
                <a:latin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</a:defRPr>
            </a:lvl4pPr>
            <a:lvl5pPr marL="1881188" indent="-180975">
              <a:buFont typeface="Courier New" panose="02070309020205020404" pitchFamily="49" charset="0"/>
              <a:buChar char="o"/>
              <a:defRPr>
                <a:latin typeface="Arial" panose="020B0604020202020204" pitchFamily="34" charset="0"/>
              </a:defRPr>
            </a:lvl5pPr>
            <a:lvl6pPr>
              <a:defRPr>
                <a:latin typeface="Arial" panose="020B0604020202020204" pitchFamily="34" charset="0"/>
              </a:defRPr>
            </a:lvl6pPr>
            <a:lvl7pPr>
              <a:defRPr>
                <a:latin typeface="Arial" panose="020B0604020202020204" pitchFamily="34" charset="0"/>
              </a:defRPr>
            </a:lvl7pPr>
            <a:lvl8pPr>
              <a:defRPr>
                <a:latin typeface="Arial" panose="020B0604020202020204" pitchFamily="34" charset="0"/>
              </a:defRPr>
            </a:lvl8pPr>
            <a:lvl9pPr>
              <a:defRPr>
                <a:latin typeface="Arial" panose="020B0604020202020204" pitchFamily="34" charset="0"/>
              </a:defRPr>
            </a:lvl9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29396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76">
          <p15:clr>
            <a:srgbClr val="A4A3A4"/>
          </p15:clr>
        </p15:guide>
        <p15:guide id="2" orient="horz" pos="1183">
          <p15:clr>
            <a:srgbClr val="A4A3A4"/>
          </p15:clr>
        </p15:guide>
        <p15:guide id="3" orient="horz" pos="1539">
          <p15:clr>
            <a:srgbClr val="A4A3A4"/>
          </p15:clr>
        </p15:guide>
        <p15:guide id="4" orient="horz" pos="3696">
          <p15:clr>
            <a:srgbClr val="A4A3A4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py +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AE850FF7-F23E-A81D-2E5A-978338B4989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6000" y="0"/>
            <a:ext cx="6096000" cy="6858000"/>
          </a:xfrm>
          <a:custGeom>
            <a:avLst/>
            <a:gdLst>
              <a:gd name="connsiteX0" fmla="*/ 5359726 w 6096000"/>
              <a:gd name="connsiteY0" fmla="*/ 5278897 h 6858000"/>
              <a:gd name="connsiteX1" fmla="*/ 4994975 w 6096000"/>
              <a:gd name="connsiteY1" fmla="*/ 5643648 h 6858000"/>
              <a:gd name="connsiteX2" fmla="*/ 4994975 w 6096000"/>
              <a:gd name="connsiteY2" fmla="*/ 5862464 h 6858000"/>
              <a:gd name="connsiteX3" fmla="*/ 4994800 w 6096000"/>
              <a:gd name="connsiteY3" fmla="*/ 5862639 h 6858000"/>
              <a:gd name="connsiteX4" fmla="*/ 5578542 w 6096000"/>
              <a:gd name="connsiteY4" fmla="*/ 5278897 h 6858000"/>
              <a:gd name="connsiteX5" fmla="*/ 499464 w 6096000"/>
              <a:gd name="connsiteY5" fmla="*/ 5278897 h 6858000"/>
              <a:gd name="connsiteX6" fmla="*/ 499464 w 6096000"/>
              <a:gd name="connsiteY6" fmla="*/ 5862639 h 6858000"/>
              <a:gd name="connsiteX7" fmla="*/ 1083206 w 6096000"/>
              <a:gd name="connsiteY7" fmla="*/ 5862639 h 6858000"/>
              <a:gd name="connsiteX8" fmla="*/ 1083206 w 6096000"/>
              <a:gd name="connsiteY8" fmla="*/ 5643648 h 6858000"/>
              <a:gd name="connsiteX9" fmla="*/ 718280 w 6096000"/>
              <a:gd name="connsiteY9" fmla="*/ 5643648 h 6858000"/>
              <a:gd name="connsiteX10" fmla="*/ 718280 w 6096000"/>
              <a:gd name="connsiteY10" fmla="*/ 5278897 h 6858000"/>
              <a:gd name="connsiteX11" fmla="*/ 499464 w 6096000"/>
              <a:gd name="connsiteY11" fmla="*/ 507999 h 6858000"/>
              <a:gd name="connsiteX12" fmla="*/ 499464 w 6096000"/>
              <a:gd name="connsiteY12" fmla="*/ 1091741 h 6858000"/>
              <a:gd name="connsiteX13" fmla="*/ 718280 w 6096000"/>
              <a:gd name="connsiteY13" fmla="*/ 1091741 h 6858000"/>
              <a:gd name="connsiteX14" fmla="*/ 718280 w 6096000"/>
              <a:gd name="connsiteY14" fmla="*/ 726815 h 6858000"/>
              <a:gd name="connsiteX15" fmla="*/ 1083206 w 6096000"/>
              <a:gd name="connsiteY15" fmla="*/ 726815 h 6858000"/>
              <a:gd name="connsiteX16" fmla="*/ 1083206 w 6096000"/>
              <a:gd name="connsiteY16" fmla="*/ 507999 h 6858000"/>
              <a:gd name="connsiteX17" fmla="*/ 4994974 w 6096000"/>
              <a:gd name="connsiteY17" fmla="*/ 507999 h 6858000"/>
              <a:gd name="connsiteX18" fmla="*/ 4994974 w 6096000"/>
              <a:gd name="connsiteY18" fmla="*/ 726815 h 6858000"/>
              <a:gd name="connsiteX19" fmla="*/ 5359725 w 6096000"/>
              <a:gd name="connsiteY19" fmla="*/ 1091566 h 6858000"/>
              <a:gd name="connsiteX20" fmla="*/ 5578541 w 6096000"/>
              <a:gd name="connsiteY20" fmla="*/ 1091566 h 6858000"/>
              <a:gd name="connsiteX21" fmla="*/ 4994974 w 6096000"/>
              <a:gd name="connsiteY21" fmla="*/ 507999 h 6858000"/>
              <a:gd name="connsiteX22" fmla="*/ 0 w 6096000"/>
              <a:gd name="connsiteY22" fmla="*/ 0 h 6858000"/>
              <a:gd name="connsiteX23" fmla="*/ 6096000 w 6096000"/>
              <a:gd name="connsiteY23" fmla="*/ 0 h 6858000"/>
              <a:gd name="connsiteX24" fmla="*/ 6096000 w 6096000"/>
              <a:gd name="connsiteY24" fmla="*/ 6858000 h 6858000"/>
              <a:gd name="connsiteX25" fmla="*/ 0 w 6096000"/>
              <a:gd name="connsiteY2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6096000" h="6858000">
                <a:moveTo>
                  <a:pt x="5359726" y="5278897"/>
                </a:moveTo>
                <a:cubicBezTo>
                  <a:pt x="5359726" y="5480061"/>
                  <a:pt x="5196139" y="5643648"/>
                  <a:pt x="4994975" y="5643648"/>
                </a:cubicBezTo>
                <a:lnTo>
                  <a:pt x="4994975" y="5862464"/>
                </a:lnTo>
                <a:lnTo>
                  <a:pt x="4994800" y="5862639"/>
                </a:lnTo>
                <a:cubicBezTo>
                  <a:pt x="5316732" y="5862639"/>
                  <a:pt x="5578542" y="5600654"/>
                  <a:pt x="5578542" y="5278897"/>
                </a:cubicBezTo>
                <a:close/>
                <a:moveTo>
                  <a:pt x="499464" y="5278897"/>
                </a:moveTo>
                <a:lnTo>
                  <a:pt x="499464" y="5862639"/>
                </a:lnTo>
                <a:lnTo>
                  <a:pt x="1083206" y="5862639"/>
                </a:lnTo>
                <a:lnTo>
                  <a:pt x="1083206" y="5643648"/>
                </a:lnTo>
                <a:lnTo>
                  <a:pt x="718280" y="5643648"/>
                </a:lnTo>
                <a:lnTo>
                  <a:pt x="718280" y="5278897"/>
                </a:lnTo>
                <a:close/>
                <a:moveTo>
                  <a:pt x="499464" y="507999"/>
                </a:moveTo>
                <a:lnTo>
                  <a:pt x="499464" y="1091741"/>
                </a:lnTo>
                <a:lnTo>
                  <a:pt x="718280" y="1091741"/>
                </a:lnTo>
                <a:lnTo>
                  <a:pt x="718280" y="726815"/>
                </a:lnTo>
                <a:lnTo>
                  <a:pt x="1083206" y="726815"/>
                </a:lnTo>
                <a:lnTo>
                  <a:pt x="1083206" y="507999"/>
                </a:lnTo>
                <a:close/>
                <a:moveTo>
                  <a:pt x="4994974" y="507999"/>
                </a:moveTo>
                <a:lnTo>
                  <a:pt x="4994974" y="726815"/>
                </a:lnTo>
                <a:cubicBezTo>
                  <a:pt x="5196138" y="726815"/>
                  <a:pt x="5359725" y="890402"/>
                  <a:pt x="5359725" y="1091566"/>
                </a:cubicBezTo>
                <a:lnTo>
                  <a:pt x="5578541" y="1091566"/>
                </a:lnTo>
                <a:cubicBezTo>
                  <a:pt x="5578716" y="769809"/>
                  <a:pt x="5316906" y="507999"/>
                  <a:pt x="4994974" y="507999"/>
                </a:cubicBezTo>
                <a:close/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4FEB50C-F4BC-ECC5-D50A-FBC0B28F001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6313" y="1714500"/>
            <a:ext cx="5198687" cy="4457700"/>
          </a:xfrm>
          <a:prstGeom prst="rect">
            <a:avLst/>
          </a:prstGeom>
        </p:spPr>
        <p:txBody>
          <a:bodyPr lIns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65225" indent="-266700" defTabSz="107632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□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27175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−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5265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ED4E4EC-1DA1-01C9-18B4-6C34594891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6879" y="514090"/>
            <a:ext cx="5198121" cy="957523"/>
          </a:xfrm>
          <a:prstGeom prst="rect">
            <a:avLst/>
          </a:prstGeom>
        </p:spPr>
        <p:txBody>
          <a:bodyPr lIns="0" tIns="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30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F44619F9-04C7-ECD4-DAA7-5D0D2D66ACA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1293938" y="6458114"/>
            <a:ext cx="381000" cy="13530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D602E07-C281-4409-A9EA-EC31ABE69032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063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00">
          <p15:clr>
            <a:srgbClr val="A4A3A4"/>
          </p15:clr>
        </p15:guide>
        <p15:guide id="4" orient="horz" pos="927">
          <p15:clr>
            <a:srgbClr val="A4A3A4"/>
          </p15:clr>
        </p15:guide>
        <p15:guide id="5" orient="horz" pos="1075">
          <p15:clr>
            <a:srgbClr val="A4A3A4"/>
          </p15:clr>
        </p15:guide>
        <p15:guide id="6" orient="horz" pos="3888">
          <p15:clr>
            <a:srgbClr val="A4A3A4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py + Image (For less Content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AE850FF7-F23E-A81D-2E5A-978338B4989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6000" y="0"/>
            <a:ext cx="6096000" cy="6858000"/>
          </a:xfrm>
          <a:custGeom>
            <a:avLst/>
            <a:gdLst>
              <a:gd name="connsiteX0" fmla="*/ 5359726 w 6096000"/>
              <a:gd name="connsiteY0" fmla="*/ 5278897 h 6858000"/>
              <a:gd name="connsiteX1" fmla="*/ 4994975 w 6096000"/>
              <a:gd name="connsiteY1" fmla="*/ 5643648 h 6858000"/>
              <a:gd name="connsiteX2" fmla="*/ 4994975 w 6096000"/>
              <a:gd name="connsiteY2" fmla="*/ 5862464 h 6858000"/>
              <a:gd name="connsiteX3" fmla="*/ 4994800 w 6096000"/>
              <a:gd name="connsiteY3" fmla="*/ 5862639 h 6858000"/>
              <a:gd name="connsiteX4" fmla="*/ 5578542 w 6096000"/>
              <a:gd name="connsiteY4" fmla="*/ 5278897 h 6858000"/>
              <a:gd name="connsiteX5" fmla="*/ 499464 w 6096000"/>
              <a:gd name="connsiteY5" fmla="*/ 5278897 h 6858000"/>
              <a:gd name="connsiteX6" fmla="*/ 499464 w 6096000"/>
              <a:gd name="connsiteY6" fmla="*/ 5862639 h 6858000"/>
              <a:gd name="connsiteX7" fmla="*/ 1083206 w 6096000"/>
              <a:gd name="connsiteY7" fmla="*/ 5862639 h 6858000"/>
              <a:gd name="connsiteX8" fmla="*/ 1083206 w 6096000"/>
              <a:gd name="connsiteY8" fmla="*/ 5643648 h 6858000"/>
              <a:gd name="connsiteX9" fmla="*/ 718280 w 6096000"/>
              <a:gd name="connsiteY9" fmla="*/ 5643648 h 6858000"/>
              <a:gd name="connsiteX10" fmla="*/ 718280 w 6096000"/>
              <a:gd name="connsiteY10" fmla="*/ 5278897 h 6858000"/>
              <a:gd name="connsiteX11" fmla="*/ 499464 w 6096000"/>
              <a:gd name="connsiteY11" fmla="*/ 507999 h 6858000"/>
              <a:gd name="connsiteX12" fmla="*/ 499464 w 6096000"/>
              <a:gd name="connsiteY12" fmla="*/ 1091741 h 6858000"/>
              <a:gd name="connsiteX13" fmla="*/ 718280 w 6096000"/>
              <a:gd name="connsiteY13" fmla="*/ 1091741 h 6858000"/>
              <a:gd name="connsiteX14" fmla="*/ 718280 w 6096000"/>
              <a:gd name="connsiteY14" fmla="*/ 726815 h 6858000"/>
              <a:gd name="connsiteX15" fmla="*/ 1083206 w 6096000"/>
              <a:gd name="connsiteY15" fmla="*/ 726815 h 6858000"/>
              <a:gd name="connsiteX16" fmla="*/ 1083206 w 6096000"/>
              <a:gd name="connsiteY16" fmla="*/ 507999 h 6858000"/>
              <a:gd name="connsiteX17" fmla="*/ 4994974 w 6096000"/>
              <a:gd name="connsiteY17" fmla="*/ 507999 h 6858000"/>
              <a:gd name="connsiteX18" fmla="*/ 4994974 w 6096000"/>
              <a:gd name="connsiteY18" fmla="*/ 726815 h 6858000"/>
              <a:gd name="connsiteX19" fmla="*/ 5359725 w 6096000"/>
              <a:gd name="connsiteY19" fmla="*/ 1091566 h 6858000"/>
              <a:gd name="connsiteX20" fmla="*/ 5578541 w 6096000"/>
              <a:gd name="connsiteY20" fmla="*/ 1091566 h 6858000"/>
              <a:gd name="connsiteX21" fmla="*/ 4994974 w 6096000"/>
              <a:gd name="connsiteY21" fmla="*/ 507999 h 6858000"/>
              <a:gd name="connsiteX22" fmla="*/ 0 w 6096000"/>
              <a:gd name="connsiteY22" fmla="*/ 0 h 6858000"/>
              <a:gd name="connsiteX23" fmla="*/ 6096000 w 6096000"/>
              <a:gd name="connsiteY23" fmla="*/ 0 h 6858000"/>
              <a:gd name="connsiteX24" fmla="*/ 6096000 w 6096000"/>
              <a:gd name="connsiteY24" fmla="*/ 6858000 h 6858000"/>
              <a:gd name="connsiteX25" fmla="*/ 0 w 6096000"/>
              <a:gd name="connsiteY2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6096000" h="6858000">
                <a:moveTo>
                  <a:pt x="5359726" y="5278897"/>
                </a:moveTo>
                <a:cubicBezTo>
                  <a:pt x="5359726" y="5480061"/>
                  <a:pt x="5196139" y="5643648"/>
                  <a:pt x="4994975" y="5643648"/>
                </a:cubicBezTo>
                <a:lnTo>
                  <a:pt x="4994975" y="5862464"/>
                </a:lnTo>
                <a:lnTo>
                  <a:pt x="4994800" y="5862639"/>
                </a:lnTo>
                <a:cubicBezTo>
                  <a:pt x="5316732" y="5862639"/>
                  <a:pt x="5578542" y="5600654"/>
                  <a:pt x="5578542" y="5278897"/>
                </a:cubicBezTo>
                <a:close/>
                <a:moveTo>
                  <a:pt x="499464" y="5278897"/>
                </a:moveTo>
                <a:lnTo>
                  <a:pt x="499464" y="5862639"/>
                </a:lnTo>
                <a:lnTo>
                  <a:pt x="1083206" y="5862639"/>
                </a:lnTo>
                <a:lnTo>
                  <a:pt x="1083206" y="5643648"/>
                </a:lnTo>
                <a:lnTo>
                  <a:pt x="718280" y="5643648"/>
                </a:lnTo>
                <a:lnTo>
                  <a:pt x="718280" y="5278897"/>
                </a:lnTo>
                <a:close/>
                <a:moveTo>
                  <a:pt x="499464" y="507999"/>
                </a:moveTo>
                <a:lnTo>
                  <a:pt x="499464" y="1091741"/>
                </a:lnTo>
                <a:lnTo>
                  <a:pt x="718280" y="1091741"/>
                </a:lnTo>
                <a:lnTo>
                  <a:pt x="718280" y="726815"/>
                </a:lnTo>
                <a:lnTo>
                  <a:pt x="1083206" y="726815"/>
                </a:lnTo>
                <a:lnTo>
                  <a:pt x="1083206" y="507999"/>
                </a:lnTo>
                <a:close/>
                <a:moveTo>
                  <a:pt x="4994974" y="507999"/>
                </a:moveTo>
                <a:lnTo>
                  <a:pt x="4994974" y="726815"/>
                </a:lnTo>
                <a:cubicBezTo>
                  <a:pt x="5196138" y="726815"/>
                  <a:pt x="5359725" y="890402"/>
                  <a:pt x="5359725" y="1091566"/>
                </a:cubicBezTo>
                <a:lnTo>
                  <a:pt x="5578541" y="1091566"/>
                </a:lnTo>
                <a:cubicBezTo>
                  <a:pt x="5578716" y="769809"/>
                  <a:pt x="5316906" y="507999"/>
                  <a:pt x="4994974" y="507999"/>
                </a:cubicBezTo>
                <a:close/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6D6047-A25C-7D70-1F8B-67AEFAF6A4E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6877" y="2454274"/>
            <a:ext cx="5198123" cy="3408363"/>
          </a:xfrm>
          <a:prstGeom prst="rect">
            <a:avLst/>
          </a:prstGeom>
        </p:spPr>
        <p:txBody>
          <a:bodyPr lIns="0"/>
          <a:lstStyle>
            <a:lvl1pPr>
              <a:defRPr>
                <a:latin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</a:defRPr>
            </a:lvl2pPr>
            <a:lvl3pPr marL="1165225" indent="-28575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□"/>
              <a:defRPr>
                <a:latin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</a:defRPr>
            </a:lvl4pPr>
            <a:lvl5pPr marL="1881188" indent="-180975">
              <a:buFont typeface="Courier New" panose="02070309020205020404" pitchFamily="49" charset="0"/>
              <a:buChar char="o"/>
              <a:defRPr>
                <a:latin typeface="Arial" panose="020B0604020202020204" pitchFamily="34" charset="0"/>
              </a:defRPr>
            </a:lvl5pPr>
            <a:lvl6pPr>
              <a:defRPr>
                <a:latin typeface="Arial" panose="020B0604020202020204" pitchFamily="34" charset="0"/>
              </a:defRPr>
            </a:lvl6pPr>
            <a:lvl7pPr>
              <a:defRPr>
                <a:latin typeface="Arial" panose="020B0604020202020204" pitchFamily="34" charset="0"/>
              </a:defRPr>
            </a:lvl7pPr>
            <a:lvl8pPr>
              <a:defRPr>
                <a:latin typeface="Arial" panose="020B0604020202020204" pitchFamily="34" charset="0"/>
              </a:defRPr>
            </a:lvl8pPr>
            <a:lvl9pPr>
              <a:defRPr>
                <a:latin typeface="Arial" panose="020B0604020202020204" pitchFamily="34" charset="0"/>
              </a:defRPr>
            </a:lvl9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8145EAC3-C7C7-A9DB-D550-B6F3AFA195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6879" y="925253"/>
            <a:ext cx="5198121" cy="957522"/>
          </a:xfrm>
          <a:prstGeom prst="rect">
            <a:avLst/>
          </a:prstGeom>
        </p:spPr>
        <p:txBody>
          <a:bodyPr lIns="0" tIns="0"/>
          <a:lstStyle>
            <a:lvl1pPr>
              <a:lnSpc>
                <a:spcPct val="100000"/>
              </a:lnSpc>
              <a:defRPr sz="30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30847C85-6AF4-B3E8-DF06-BAF3D6F91D0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1293938" y="6458114"/>
            <a:ext cx="381000" cy="13530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D602E07-C281-4409-A9EA-EC31ABE69032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31664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00">
          <p15:clr>
            <a:srgbClr val="A4A3A4"/>
          </p15:clr>
        </p15:guide>
        <p15:guide id="2" orient="horz" pos="576">
          <p15:clr>
            <a:srgbClr val="A4A3A4"/>
          </p15:clr>
        </p15:guide>
        <p15:guide id="3" orient="horz" pos="1183">
          <p15:clr>
            <a:srgbClr val="A4A3A4"/>
          </p15:clr>
        </p15:guide>
        <p15:guide id="4" orient="horz" pos="1539">
          <p15:clr>
            <a:srgbClr val="A4A3A4"/>
          </p15:clr>
        </p15:guide>
        <p15:guide id="5" orient="horz" pos="3696">
          <p15:clr>
            <a:srgbClr val="A4A3A4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eft Image + Cop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AE850FF7-F23E-A81D-2E5A-978338B4989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6096000" cy="6858000"/>
          </a:xfrm>
          <a:custGeom>
            <a:avLst/>
            <a:gdLst>
              <a:gd name="connsiteX0" fmla="*/ 5359726 w 6096000"/>
              <a:gd name="connsiteY0" fmla="*/ 5278897 h 6858000"/>
              <a:gd name="connsiteX1" fmla="*/ 4994975 w 6096000"/>
              <a:gd name="connsiteY1" fmla="*/ 5643648 h 6858000"/>
              <a:gd name="connsiteX2" fmla="*/ 4994975 w 6096000"/>
              <a:gd name="connsiteY2" fmla="*/ 5862464 h 6858000"/>
              <a:gd name="connsiteX3" fmla="*/ 4994800 w 6096000"/>
              <a:gd name="connsiteY3" fmla="*/ 5862639 h 6858000"/>
              <a:gd name="connsiteX4" fmla="*/ 5578542 w 6096000"/>
              <a:gd name="connsiteY4" fmla="*/ 5278897 h 6858000"/>
              <a:gd name="connsiteX5" fmla="*/ 499464 w 6096000"/>
              <a:gd name="connsiteY5" fmla="*/ 5278897 h 6858000"/>
              <a:gd name="connsiteX6" fmla="*/ 499464 w 6096000"/>
              <a:gd name="connsiteY6" fmla="*/ 5862639 h 6858000"/>
              <a:gd name="connsiteX7" fmla="*/ 1083206 w 6096000"/>
              <a:gd name="connsiteY7" fmla="*/ 5862639 h 6858000"/>
              <a:gd name="connsiteX8" fmla="*/ 1083206 w 6096000"/>
              <a:gd name="connsiteY8" fmla="*/ 5643648 h 6858000"/>
              <a:gd name="connsiteX9" fmla="*/ 718280 w 6096000"/>
              <a:gd name="connsiteY9" fmla="*/ 5643648 h 6858000"/>
              <a:gd name="connsiteX10" fmla="*/ 718280 w 6096000"/>
              <a:gd name="connsiteY10" fmla="*/ 5278897 h 6858000"/>
              <a:gd name="connsiteX11" fmla="*/ 499464 w 6096000"/>
              <a:gd name="connsiteY11" fmla="*/ 507999 h 6858000"/>
              <a:gd name="connsiteX12" fmla="*/ 499464 w 6096000"/>
              <a:gd name="connsiteY12" fmla="*/ 1091741 h 6858000"/>
              <a:gd name="connsiteX13" fmla="*/ 718280 w 6096000"/>
              <a:gd name="connsiteY13" fmla="*/ 1091741 h 6858000"/>
              <a:gd name="connsiteX14" fmla="*/ 718280 w 6096000"/>
              <a:gd name="connsiteY14" fmla="*/ 726815 h 6858000"/>
              <a:gd name="connsiteX15" fmla="*/ 1083206 w 6096000"/>
              <a:gd name="connsiteY15" fmla="*/ 726815 h 6858000"/>
              <a:gd name="connsiteX16" fmla="*/ 1083206 w 6096000"/>
              <a:gd name="connsiteY16" fmla="*/ 507999 h 6858000"/>
              <a:gd name="connsiteX17" fmla="*/ 4994974 w 6096000"/>
              <a:gd name="connsiteY17" fmla="*/ 507999 h 6858000"/>
              <a:gd name="connsiteX18" fmla="*/ 4994974 w 6096000"/>
              <a:gd name="connsiteY18" fmla="*/ 726815 h 6858000"/>
              <a:gd name="connsiteX19" fmla="*/ 5359725 w 6096000"/>
              <a:gd name="connsiteY19" fmla="*/ 1091566 h 6858000"/>
              <a:gd name="connsiteX20" fmla="*/ 5578541 w 6096000"/>
              <a:gd name="connsiteY20" fmla="*/ 1091566 h 6858000"/>
              <a:gd name="connsiteX21" fmla="*/ 4994974 w 6096000"/>
              <a:gd name="connsiteY21" fmla="*/ 507999 h 6858000"/>
              <a:gd name="connsiteX22" fmla="*/ 0 w 6096000"/>
              <a:gd name="connsiteY22" fmla="*/ 0 h 6858000"/>
              <a:gd name="connsiteX23" fmla="*/ 6096000 w 6096000"/>
              <a:gd name="connsiteY23" fmla="*/ 0 h 6858000"/>
              <a:gd name="connsiteX24" fmla="*/ 6096000 w 6096000"/>
              <a:gd name="connsiteY24" fmla="*/ 6858000 h 6858000"/>
              <a:gd name="connsiteX25" fmla="*/ 0 w 6096000"/>
              <a:gd name="connsiteY2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6096000" h="6858000">
                <a:moveTo>
                  <a:pt x="5359726" y="5278897"/>
                </a:moveTo>
                <a:cubicBezTo>
                  <a:pt x="5359726" y="5480061"/>
                  <a:pt x="5196139" y="5643648"/>
                  <a:pt x="4994975" y="5643648"/>
                </a:cubicBezTo>
                <a:lnTo>
                  <a:pt x="4994975" y="5862464"/>
                </a:lnTo>
                <a:lnTo>
                  <a:pt x="4994800" y="5862639"/>
                </a:lnTo>
                <a:cubicBezTo>
                  <a:pt x="5316732" y="5862639"/>
                  <a:pt x="5578542" y="5600654"/>
                  <a:pt x="5578542" y="5278897"/>
                </a:cubicBezTo>
                <a:close/>
                <a:moveTo>
                  <a:pt x="499464" y="5278897"/>
                </a:moveTo>
                <a:lnTo>
                  <a:pt x="499464" y="5862639"/>
                </a:lnTo>
                <a:lnTo>
                  <a:pt x="1083206" y="5862639"/>
                </a:lnTo>
                <a:lnTo>
                  <a:pt x="1083206" y="5643648"/>
                </a:lnTo>
                <a:lnTo>
                  <a:pt x="718280" y="5643648"/>
                </a:lnTo>
                <a:lnTo>
                  <a:pt x="718280" y="5278897"/>
                </a:lnTo>
                <a:close/>
                <a:moveTo>
                  <a:pt x="499464" y="507999"/>
                </a:moveTo>
                <a:lnTo>
                  <a:pt x="499464" y="1091741"/>
                </a:lnTo>
                <a:lnTo>
                  <a:pt x="718280" y="1091741"/>
                </a:lnTo>
                <a:lnTo>
                  <a:pt x="718280" y="726815"/>
                </a:lnTo>
                <a:lnTo>
                  <a:pt x="1083206" y="726815"/>
                </a:lnTo>
                <a:lnTo>
                  <a:pt x="1083206" y="507999"/>
                </a:lnTo>
                <a:close/>
                <a:moveTo>
                  <a:pt x="4994974" y="507999"/>
                </a:moveTo>
                <a:lnTo>
                  <a:pt x="4994974" y="726815"/>
                </a:lnTo>
                <a:cubicBezTo>
                  <a:pt x="5196138" y="726815"/>
                  <a:pt x="5359725" y="890402"/>
                  <a:pt x="5359725" y="1091566"/>
                </a:cubicBezTo>
                <a:lnTo>
                  <a:pt x="5578541" y="1091566"/>
                </a:lnTo>
                <a:cubicBezTo>
                  <a:pt x="5578716" y="769809"/>
                  <a:pt x="5316906" y="507999"/>
                  <a:pt x="4994974" y="507999"/>
                </a:cubicBezTo>
                <a:close/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E6D346-7ED4-DF99-0350-1E3AC16B54C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D602E07-C281-4409-A9EA-EC31ABE6903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E22C6A-6E5D-D916-6052-4A96691F5FC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485878" y="1714500"/>
            <a:ext cx="5190186" cy="4457700"/>
          </a:xfrm>
          <a:prstGeom prst="rect">
            <a:avLst/>
          </a:prstGeom>
        </p:spPr>
        <p:txBody>
          <a:bodyPr lIns="0"/>
          <a:lstStyle>
            <a:lvl1pPr>
              <a:defRPr>
                <a:latin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</a:defRPr>
            </a:lvl2pPr>
            <a:lvl3pPr marL="1165225" indent="-28575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□"/>
              <a:defRPr>
                <a:latin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</a:defRPr>
            </a:lvl4pPr>
            <a:lvl5pPr marL="1881188" indent="-180975">
              <a:buFont typeface="Courier New" panose="02070309020205020404" pitchFamily="49" charset="0"/>
              <a:buChar char="o"/>
              <a:defRPr>
                <a:latin typeface="Arial" panose="020B0604020202020204" pitchFamily="34" charset="0"/>
              </a:defRPr>
            </a:lvl5pPr>
            <a:lvl6pPr>
              <a:defRPr>
                <a:latin typeface="Arial" panose="020B0604020202020204" pitchFamily="34" charset="0"/>
              </a:defRPr>
            </a:lvl6pPr>
            <a:lvl7pPr>
              <a:defRPr>
                <a:latin typeface="Arial" panose="020B0604020202020204" pitchFamily="34" charset="0"/>
              </a:defRPr>
            </a:lvl7pPr>
            <a:lvl8pPr>
              <a:defRPr>
                <a:latin typeface="Arial" panose="020B0604020202020204" pitchFamily="34" charset="0"/>
              </a:defRPr>
            </a:lvl8pPr>
            <a:lvl9pPr>
              <a:defRPr>
                <a:latin typeface="Arial" panose="020B0604020202020204" pitchFamily="34" charset="0"/>
              </a:defRPr>
            </a:lvl9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6282AE77-F8EA-6BAF-DFDC-ABC1EEED97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85313" y="514090"/>
            <a:ext cx="5198121" cy="957523"/>
          </a:xfrm>
          <a:prstGeom prst="rect">
            <a:avLst/>
          </a:prstGeom>
        </p:spPr>
        <p:txBody>
          <a:bodyPr lIns="0" tIns="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3000"/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339774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4080">
          <p15:clr>
            <a:srgbClr val="A4A3A4"/>
          </p15:clr>
        </p15:guide>
        <p15:guide id="4" orient="horz" pos="927">
          <p15:clr>
            <a:srgbClr val="A4A3A4"/>
          </p15:clr>
        </p15:guide>
        <p15:guide id="5" orient="horz" pos="1075">
          <p15:clr>
            <a:srgbClr val="A4A3A4"/>
          </p15:clr>
        </p15:guide>
        <p15:guide id="6" orient="horz" pos="3888">
          <p15:clr>
            <a:srgbClr val="A4A3A4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eft Image + Copy (For less Content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AE850FF7-F23E-A81D-2E5A-978338B4989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6096000" cy="6858000"/>
          </a:xfrm>
          <a:custGeom>
            <a:avLst/>
            <a:gdLst>
              <a:gd name="connsiteX0" fmla="*/ 5359726 w 6096000"/>
              <a:gd name="connsiteY0" fmla="*/ 5278897 h 6858000"/>
              <a:gd name="connsiteX1" fmla="*/ 4994975 w 6096000"/>
              <a:gd name="connsiteY1" fmla="*/ 5643648 h 6858000"/>
              <a:gd name="connsiteX2" fmla="*/ 4994975 w 6096000"/>
              <a:gd name="connsiteY2" fmla="*/ 5862464 h 6858000"/>
              <a:gd name="connsiteX3" fmla="*/ 4994800 w 6096000"/>
              <a:gd name="connsiteY3" fmla="*/ 5862639 h 6858000"/>
              <a:gd name="connsiteX4" fmla="*/ 5578542 w 6096000"/>
              <a:gd name="connsiteY4" fmla="*/ 5278897 h 6858000"/>
              <a:gd name="connsiteX5" fmla="*/ 499464 w 6096000"/>
              <a:gd name="connsiteY5" fmla="*/ 5278897 h 6858000"/>
              <a:gd name="connsiteX6" fmla="*/ 499464 w 6096000"/>
              <a:gd name="connsiteY6" fmla="*/ 5862639 h 6858000"/>
              <a:gd name="connsiteX7" fmla="*/ 1083206 w 6096000"/>
              <a:gd name="connsiteY7" fmla="*/ 5862639 h 6858000"/>
              <a:gd name="connsiteX8" fmla="*/ 1083206 w 6096000"/>
              <a:gd name="connsiteY8" fmla="*/ 5643648 h 6858000"/>
              <a:gd name="connsiteX9" fmla="*/ 718280 w 6096000"/>
              <a:gd name="connsiteY9" fmla="*/ 5643648 h 6858000"/>
              <a:gd name="connsiteX10" fmla="*/ 718280 w 6096000"/>
              <a:gd name="connsiteY10" fmla="*/ 5278897 h 6858000"/>
              <a:gd name="connsiteX11" fmla="*/ 499464 w 6096000"/>
              <a:gd name="connsiteY11" fmla="*/ 507999 h 6858000"/>
              <a:gd name="connsiteX12" fmla="*/ 499464 w 6096000"/>
              <a:gd name="connsiteY12" fmla="*/ 1091741 h 6858000"/>
              <a:gd name="connsiteX13" fmla="*/ 718280 w 6096000"/>
              <a:gd name="connsiteY13" fmla="*/ 1091741 h 6858000"/>
              <a:gd name="connsiteX14" fmla="*/ 718280 w 6096000"/>
              <a:gd name="connsiteY14" fmla="*/ 726815 h 6858000"/>
              <a:gd name="connsiteX15" fmla="*/ 1083206 w 6096000"/>
              <a:gd name="connsiteY15" fmla="*/ 726815 h 6858000"/>
              <a:gd name="connsiteX16" fmla="*/ 1083206 w 6096000"/>
              <a:gd name="connsiteY16" fmla="*/ 507999 h 6858000"/>
              <a:gd name="connsiteX17" fmla="*/ 4994974 w 6096000"/>
              <a:gd name="connsiteY17" fmla="*/ 507999 h 6858000"/>
              <a:gd name="connsiteX18" fmla="*/ 4994974 w 6096000"/>
              <a:gd name="connsiteY18" fmla="*/ 726815 h 6858000"/>
              <a:gd name="connsiteX19" fmla="*/ 5359725 w 6096000"/>
              <a:gd name="connsiteY19" fmla="*/ 1091566 h 6858000"/>
              <a:gd name="connsiteX20" fmla="*/ 5578541 w 6096000"/>
              <a:gd name="connsiteY20" fmla="*/ 1091566 h 6858000"/>
              <a:gd name="connsiteX21" fmla="*/ 4994974 w 6096000"/>
              <a:gd name="connsiteY21" fmla="*/ 507999 h 6858000"/>
              <a:gd name="connsiteX22" fmla="*/ 0 w 6096000"/>
              <a:gd name="connsiteY22" fmla="*/ 0 h 6858000"/>
              <a:gd name="connsiteX23" fmla="*/ 6096000 w 6096000"/>
              <a:gd name="connsiteY23" fmla="*/ 0 h 6858000"/>
              <a:gd name="connsiteX24" fmla="*/ 6096000 w 6096000"/>
              <a:gd name="connsiteY24" fmla="*/ 6858000 h 6858000"/>
              <a:gd name="connsiteX25" fmla="*/ 0 w 6096000"/>
              <a:gd name="connsiteY2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6096000" h="6858000">
                <a:moveTo>
                  <a:pt x="5359726" y="5278897"/>
                </a:moveTo>
                <a:cubicBezTo>
                  <a:pt x="5359726" y="5480061"/>
                  <a:pt x="5196139" y="5643648"/>
                  <a:pt x="4994975" y="5643648"/>
                </a:cubicBezTo>
                <a:lnTo>
                  <a:pt x="4994975" y="5862464"/>
                </a:lnTo>
                <a:lnTo>
                  <a:pt x="4994800" y="5862639"/>
                </a:lnTo>
                <a:cubicBezTo>
                  <a:pt x="5316732" y="5862639"/>
                  <a:pt x="5578542" y="5600654"/>
                  <a:pt x="5578542" y="5278897"/>
                </a:cubicBezTo>
                <a:close/>
                <a:moveTo>
                  <a:pt x="499464" y="5278897"/>
                </a:moveTo>
                <a:lnTo>
                  <a:pt x="499464" y="5862639"/>
                </a:lnTo>
                <a:lnTo>
                  <a:pt x="1083206" y="5862639"/>
                </a:lnTo>
                <a:lnTo>
                  <a:pt x="1083206" y="5643648"/>
                </a:lnTo>
                <a:lnTo>
                  <a:pt x="718280" y="5643648"/>
                </a:lnTo>
                <a:lnTo>
                  <a:pt x="718280" y="5278897"/>
                </a:lnTo>
                <a:close/>
                <a:moveTo>
                  <a:pt x="499464" y="507999"/>
                </a:moveTo>
                <a:lnTo>
                  <a:pt x="499464" y="1091741"/>
                </a:lnTo>
                <a:lnTo>
                  <a:pt x="718280" y="1091741"/>
                </a:lnTo>
                <a:lnTo>
                  <a:pt x="718280" y="726815"/>
                </a:lnTo>
                <a:lnTo>
                  <a:pt x="1083206" y="726815"/>
                </a:lnTo>
                <a:lnTo>
                  <a:pt x="1083206" y="507999"/>
                </a:lnTo>
                <a:close/>
                <a:moveTo>
                  <a:pt x="4994974" y="507999"/>
                </a:moveTo>
                <a:lnTo>
                  <a:pt x="4994974" y="726815"/>
                </a:lnTo>
                <a:cubicBezTo>
                  <a:pt x="5196138" y="726815"/>
                  <a:pt x="5359725" y="890402"/>
                  <a:pt x="5359725" y="1091566"/>
                </a:cubicBezTo>
                <a:lnTo>
                  <a:pt x="5578541" y="1091566"/>
                </a:lnTo>
                <a:cubicBezTo>
                  <a:pt x="5578716" y="769809"/>
                  <a:pt x="5316906" y="507999"/>
                  <a:pt x="4994974" y="507999"/>
                </a:cubicBezTo>
                <a:close/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E6D346-7ED4-DF99-0350-1E3AC16B54C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D602E07-C281-4409-A9EA-EC31ABE6903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6FBEB8-F4E3-E577-A759-D4510BFB17E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485878" y="2454274"/>
            <a:ext cx="5190185" cy="3408363"/>
          </a:xfrm>
          <a:prstGeom prst="rect">
            <a:avLst/>
          </a:prstGeom>
        </p:spPr>
        <p:txBody>
          <a:bodyPr lIns="0"/>
          <a:lstStyle>
            <a:lvl1pPr>
              <a:defRPr>
                <a:latin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</a:defRPr>
            </a:lvl2pPr>
            <a:lvl3pPr marL="1165225" indent="-28575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□"/>
              <a:defRPr>
                <a:latin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</a:defRPr>
            </a:lvl4pPr>
            <a:lvl5pPr marL="1881188" indent="-180975">
              <a:buFont typeface="Courier New" panose="02070309020205020404" pitchFamily="49" charset="0"/>
              <a:buChar char="o"/>
              <a:defRPr>
                <a:latin typeface="Arial" panose="020B0604020202020204" pitchFamily="34" charset="0"/>
              </a:defRPr>
            </a:lvl5pPr>
            <a:lvl6pPr>
              <a:defRPr>
                <a:latin typeface="Arial" panose="020B0604020202020204" pitchFamily="34" charset="0"/>
              </a:defRPr>
            </a:lvl6pPr>
            <a:lvl7pPr>
              <a:defRPr>
                <a:latin typeface="Arial" panose="020B0604020202020204" pitchFamily="34" charset="0"/>
              </a:defRPr>
            </a:lvl7pPr>
            <a:lvl8pPr>
              <a:defRPr>
                <a:latin typeface="Arial" panose="020B0604020202020204" pitchFamily="34" charset="0"/>
              </a:defRPr>
            </a:lvl8pPr>
            <a:lvl9pPr>
              <a:defRPr>
                <a:latin typeface="Arial" panose="020B0604020202020204" pitchFamily="34" charset="0"/>
              </a:defRPr>
            </a:lvl9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356CF0FC-25ED-2D83-0CFC-150FEEBC1B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85878" y="925253"/>
            <a:ext cx="5190185" cy="957522"/>
          </a:xfrm>
          <a:prstGeom prst="rect">
            <a:avLst/>
          </a:prstGeom>
        </p:spPr>
        <p:txBody>
          <a:bodyPr lIns="0" tIns="0"/>
          <a:lstStyle>
            <a:lvl1pPr>
              <a:lnSpc>
                <a:spcPct val="100000"/>
              </a:lnSpc>
              <a:defRPr sz="3000"/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8943474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76">
          <p15:clr>
            <a:srgbClr val="A4A3A4"/>
          </p15:clr>
        </p15:guide>
        <p15:guide id="2" orient="horz" pos="3692">
          <p15:clr>
            <a:srgbClr val="A4A3A4"/>
          </p15:clr>
        </p15:guide>
        <p15:guide id="3" orient="horz" pos="1539">
          <p15:clr>
            <a:srgbClr val="A4A3A4"/>
          </p15:clr>
        </p15:guide>
        <p15:guide id="4" orient="horz" pos="1183">
          <p15:clr>
            <a:srgbClr val="A4A3A4"/>
          </p15:clr>
        </p15:guide>
        <p15:guide id="5" pos="4080">
          <p15:clr>
            <a:srgbClr val="A4A3A4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py + Image Fram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232A779-9792-F87E-651E-62B386EF18B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684102" y="1090666"/>
            <a:ext cx="4416158" cy="4674434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84AE2E5-313F-8ADE-BDDC-06E38B7E94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fld id="{CD602E07-C281-4409-A9EA-EC31ABE69032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5FD36A1-F03F-0974-D25F-5B2AB35D81F9}"/>
              </a:ext>
            </a:extLst>
          </p:cNvPr>
          <p:cNvGrpSpPr/>
          <p:nvPr/>
        </p:nvGrpSpPr>
        <p:grpSpPr>
          <a:xfrm>
            <a:off x="6100360" y="507099"/>
            <a:ext cx="5583640" cy="5843086"/>
            <a:chOff x="6595464" y="507999"/>
            <a:chExt cx="5583640" cy="5843086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7FBA5F5-82D5-630E-03F4-4015315A6F6F}"/>
                </a:ext>
              </a:extLst>
            </p:cNvPr>
            <p:cNvSpPr/>
            <p:nvPr/>
          </p:nvSpPr>
          <p:spPr>
            <a:xfrm>
              <a:off x="11595363" y="5766000"/>
              <a:ext cx="583741" cy="583741"/>
            </a:xfrm>
            <a:custGeom>
              <a:avLst/>
              <a:gdLst>
                <a:gd name="connsiteX0" fmla="*/ 175 w 583741"/>
                <a:gd name="connsiteY0" fmla="*/ 583567 h 583741"/>
                <a:gd name="connsiteX1" fmla="*/ 175 w 583741"/>
                <a:gd name="connsiteY1" fmla="*/ 364751 h 583741"/>
                <a:gd name="connsiteX2" fmla="*/ 364926 w 583741"/>
                <a:gd name="connsiteY2" fmla="*/ 0 h 583741"/>
                <a:gd name="connsiteX3" fmla="*/ 583742 w 583741"/>
                <a:gd name="connsiteY3" fmla="*/ 0 h 583741"/>
                <a:gd name="connsiteX4" fmla="*/ 0 w 583741"/>
                <a:gd name="connsiteY4" fmla="*/ 583742 h 583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3741" h="583741">
                  <a:moveTo>
                    <a:pt x="175" y="583567"/>
                  </a:moveTo>
                  <a:lnTo>
                    <a:pt x="175" y="364751"/>
                  </a:lnTo>
                  <a:cubicBezTo>
                    <a:pt x="201339" y="364751"/>
                    <a:pt x="364926" y="201164"/>
                    <a:pt x="364926" y="0"/>
                  </a:cubicBezTo>
                  <a:lnTo>
                    <a:pt x="583742" y="0"/>
                  </a:lnTo>
                  <a:cubicBezTo>
                    <a:pt x="583742" y="321757"/>
                    <a:pt x="321932" y="583742"/>
                    <a:pt x="0" y="583742"/>
                  </a:cubicBezTo>
                  <a:close/>
                </a:path>
              </a:pathLst>
            </a:custGeom>
            <a:solidFill>
              <a:srgbClr val="000000"/>
            </a:solidFill>
            <a:ln w="174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>
                <a:latin typeface="Arial" panose="020B0604020202020204" pitchFamily="34" charset="0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869AEDF1-0550-30AD-8CC6-7E17F39AAFD2}"/>
                </a:ext>
              </a:extLst>
            </p:cNvPr>
            <p:cNvSpPr/>
            <p:nvPr/>
          </p:nvSpPr>
          <p:spPr>
            <a:xfrm>
              <a:off x="11595537" y="507999"/>
              <a:ext cx="583567" cy="583567"/>
            </a:xfrm>
            <a:custGeom>
              <a:avLst/>
              <a:gdLst>
                <a:gd name="connsiteX0" fmla="*/ 0 w 583567"/>
                <a:gd name="connsiteY0" fmla="*/ 0 h 583567"/>
                <a:gd name="connsiteX1" fmla="*/ 0 w 583567"/>
                <a:gd name="connsiteY1" fmla="*/ 218816 h 583567"/>
                <a:gd name="connsiteX2" fmla="*/ 364751 w 583567"/>
                <a:gd name="connsiteY2" fmla="*/ 583567 h 583567"/>
                <a:gd name="connsiteX3" fmla="*/ 583567 w 583567"/>
                <a:gd name="connsiteY3" fmla="*/ 583567 h 583567"/>
                <a:gd name="connsiteX4" fmla="*/ 0 w 583567"/>
                <a:gd name="connsiteY4" fmla="*/ 0 h 583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3567" h="583567">
                  <a:moveTo>
                    <a:pt x="0" y="0"/>
                  </a:moveTo>
                  <a:lnTo>
                    <a:pt x="0" y="218816"/>
                  </a:lnTo>
                  <a:cubicBezTo>
                    <a:pt x="201164" y="218816"/>
                    <a:pt x="364751" y="382403"/>
                    <a:pt x="364751" y="583567"/>
                  </a:cubicBezTo>
                  <a:lnTo>
                    <a:pt x="583567" y="583567"/>
                  </a:lnTo>
                  <a:cubicBezTo>
                    <a:pt x="583742" y="261810"/>
                    <a:pt x="321932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74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>
                <a:latin typeface="Arial" panose="020B0604020202020204" pitchFamily="34" charset="0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8AF0AB-20AD-2C47-7ED1-00320D7A3A87}"/>
                </a:ext>
              </a:extLst>
            </p:cNvPr>
            <p:cNvSpPr/>
            <p:nvPr/>
          </p:nvSpPr>
          <p:spPr>
            <a:xfrm>
              <a:off x="6595464" y="5767344"/>
              <a:ext cx="583741" cy="583741"/>
            </a:xfrm>
            <a:custGeom>
              <a:avLst/>
              <a:gdLst>
                <a:gd name="connsiteX0" fmla="*/ 583742 w 583741"/>
                <a:gd name="connsiteY0" fmla="*/ 364751 h 583741"/>
                <a:gd name="connsiteX1" fmla="*/ 218816 w 583741"/>
                <a:gd name="connsiteY1" fmla="*/ 364751 h 583741"/>
                <a:gd name="connsiteX2" fmla="*/ 218816 w 583741"/>
                <a:gd name="connsiteY2" fmla="*/ 0 h 583741"/>
                <a:gd name="connsiteX3" fmla="*/ 0 w 583741"/>
                <a:gd name="connsiteY3" fmla="*/ 0 h 583741"/>
                <a:gd name="connsiteX4" fmla="*/ 0 w 583741"/>
                <a:gd name="connsiteY4" fmla="*/ 583742 h 583741"/>
                <a:gd name="connsiteX5" fmla="*/ 583742 w 583741"/>
                <a:gd name="connsiteY5" fmla="*/ 583742 h 583741"/>
                <a:gd name="connsiteX6" fmla="*/ 583742 w 583741"/>
                <a:gd name="connsiteY6" fmla="*/ 364751 h 583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3741" h="583741">
                  <a:moveTo>
                    <a:pt x="583742" y="364751"/>
                  </a:moveTo>
                  <a:lnTo>
                    <a:pt x="218816" y="364751"/>
                  </a:lnTo>
                  <a:lnTo>
                    <a:pt x="218816" y="0"/>
                  </a:lnTo>
                  <a:lnTo>
                    <a:pt x="0" y="0"/>
                  </a:lnTo>
                  <a:lnTo>
                    <a:pt x="0" y="583742"/>
                  </a:lnTo>
                  <a:lnTo>
                    <a:pt x="583742" y="583742"/>
                  </a:lnTo>
                  <a:lnTo>
                    <a:pt x="583742" y="364751"/>
                  </a:lnTo>
                  <a:close/>
                </a:path>
              </a:pathLst>
            </a:custGeom>
            <a:solidFill>
              <a:srgbClr val="000000"/>
            </a:solidFill>
            <a:ln w="174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>
                <a:latin typeface="Arial" panose="020B0604020202020204" pitchFamily="34" charset="0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70255A0A-600E-5E48-212F-A2060D8F9023}"/>
                </a:ext>
              </a:extLst>
            </p:cNvPr>
            <p:cNvSpPr/>
            <p:nvPr/>
          </p:nvSpPr>
          <p:spPr>
            <a:xfrm>
              <a:off x="6595464" y="507999"/>
              <a:ext cx="583741" cy="583741"/>
            </a:xfrm>
            <a:custGeom>
              <a:avLst/>
              <a:gdLst>
                <a:gd name="connsiteX0" fmla="*/ 218816 w 583741"/>
                <a:gd name="connsiteY0" fmla="*/ 218816 h 583741"/>
                <a:gd name="connsiteX1" fmla="*/ 583742 w 583741"/>
                <a:gd name="connsiteY1" fmla="*/ 218816 h 583741"/>
                <a:gd name="connsiteX2" fmla="*/ 583742 w 583741"/>
                <a:gd name="connsiteY2" fmla="*/ 0 h 583741"/>
                <a:gd name="connsiteX3" fmla="*/ 0 w 583741"/>
                <a:gd name="connsiteY3" fmla="*/ 0 h 583741"/>
                <a:gd name="connsiteX4" fmla="*/ 0 w 583741"/>
                <a:gd name="connsiteY4" fmla="*/ 583742 h 583741"/>
                <a:gd name="connsiteX5" fmla="*/ 218816 w 583741"/>
                <a:gd name="connsiteY5" fmla="*/ 583742 h 583741"/>
                <a:gd name="connsiteX6" fmla="*/ 218816 w 583741"/>
                <a:gd name="connsiteY6" fmla="*/ 218816 h 583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3741" h="583741">
                  <a:moveTo>
                    <a:pt x="218816" y="218816"/>
                  </a:moveTo>
                  <a:lnTo>
                    <a:pt x="583742" y="218816"/>
                  </a:lnTo>
                  <a:lnTo>
                    <a:pt x="583742" y="0"/>
                  </a:lnTo>
                  <a:lnTo>
                    <a:pt x="0" y="0"/>
                  </a:lnTo>
                  <a:lnTo>
                    <a:pt x="0" y="583742"/>
                  </a:lnTo>
                  <a:lnTo>
                    <a:pt x="218816" y="583742"/>
                  </a:lnTo>
                  <a:lnTo>
                    <a:pt x="218816" y="218816"/>
                  </a:lnTo>
                  <a:close/>
                </a:path>
              </a:pathLst>
            </a:custGeom>
            <a:solidFill>
              <a:srgbClr val="000000"/>
            </a:solidFill>
            <a:ln w="174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>
                <a:latin typeface="Arial" panose="020B0604020202020204" pitchFamily="34" charset="0"/>
              </a:endParaRPr>
            </a:p>
          </p:txBody>
        </p:sp>
      </p:grp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A6DB8F9-0865-A01A-6AEA-C7380DF1291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6313" y="1714500"/>
            <a:ext cx="5198687" cy="4457700"/>
          </a:xfrm>
          <a:prstGeom prst="rect">
            <a:avLst/>
          </a:prstGeom>
        </p:spPr>
        <p:txBody>
          <a:bodyPr lIns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65225" indent="-266700" defTabSz="107632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□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27175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−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5265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6490F013-040C-AC84-D5DE-E572F707D7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6879" y="514090"/>
            <a:ext cx="5198121" cy="957523"/>
          </a:xfrm>
          <a:prstGeom prst="rect">
            <a:avLst/>
          </a:prstGeom>
        </p:spPr>
        <p:txBody>
          <a:bodyPr lIns="0" tIns="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3000"/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3124950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927">
          <p15:clr>
            <a:srgbClr val="A4A3A4"/>
          </p15:clr>
        </p15:guide>
        <p15:guide id="3" orient="horz" pos="1075">
          <p15:clr>
            <a:srgbClr val="A4A3A4"/>
          </p15:clr>
        </p15:guide>
        <p15:guide id="4" orient="horz" pos="3888">
          <p15:clr>
            <a:srgbClr val="A4A3A4"/>
          </p15:clr>
        </p15:guide>
        <p15:guide id="5" pos="3600">
          <p15:clr>
            <a:srgbClr val="A4A3A4"/>
          </p15:clr>
        </p15:guide>
        <p15:guide id="7" pos="4208">
          <p15:clr>
            <a:srgbClr val="C35EA4"/>
          </p15:clr>
        </p15:guide>
        <p15:guide id="8" pos="6994">
          <p15:clr>
            <a:srgbClr val="C35EA4"/>
          </p15:clr>
        </p15:guide>
        <p15:guide id="9" orient="horz" pos="680">
          <p15:clr>
            <a:srgbClr val="C35EA4"/>
          </p15:clr>
        </p15:guide>
        <p15:guide id="10" orient="horz" pos="3632">
          <p15:clr>
            <a:srgbClr val="C35EA4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py + Image Frame (For less Content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232A779-9792-F87E-651E-62B386EF18B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684102" y="1090666"/>
            <a:ext cx="4416158" cy="4674434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84AE2E5-313F-8ADE-BDDC-06E38B7E94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fld id="{CD602E07-C281-4409-A9EA-EC31ABE69032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5FD36A1-F03F-0974-D25F-5B2AB35D81F9}"/>
              </a:ext>
            </a:extLst>
          </p:cNvPr>
          <p:cNvGrpSpPr/>
          <p:nvPr/>
        </p:nvGrpSpPr>
        <p:grpSpPr>
          <a:xfrm>
            <a:off x="6100360" y="507099"/>
            <a:ext cx="5583640" cy="5843086"/>
            <a:chOff x="6595464" y="507999"/>
            <a:chExt cx="5583640" cy="5843086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7FBA5F5-82D5-630E-03F4-4015315A6F6F}"/>
                </a:ext>
              </a:extLst>
            </p:cNvPr>
            <p:cNvSpPr/>
            <p:nvPr/>
          </p:nvSpPr>
          <p:spPr>
            <a:xfrm>
              <a:off x="11595363" y="5766000"/>
              <a:ext cx="583741" cy="583741"/>
            </a:xfrm>
            <a:custGeom>
              <a:avLst/>
              <a:gdLst>
                <a:gd name="connsiteX0" fmla="*/ 175 w 583741"/>
                <a:gd name="connsiteY0" fmla="*/ 583567 h 583741"/>
                <a:gd name="connsiteX1" fmla="*/ 175 w 583741"/>
                <a:gd name="connsiteY1" fmla="*/ 364751 h 583741"/>
                <a:gd name="connsiteX2" fmla="*/ 364926 w 583741"/>
                <a:gd name="connsiteY2" fmla="*/ 0 h 583741"/>
                <a:gd name="connsiteX3" fmla="*/ 583742 w 583741"/>
                <a:gd name="connsiteY3" fmla="*/ 0 h 583741"/>
                <a:gd name="connsiteX4" fmla="*/ 0 w 583741"/>
                <a:gd name="connsiteY4" fmla="*/ 583742 h 583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3741" h="583741">
                  <a:moveTo>
                    <a:pt x="175" y="583567"/>
                  </a:moveTo>
                  <a:lnTo>
                    <a:pt x="175" y="364751"/>
                  </a:lnTo>
                  <a:cubicBezTo>
                    <a:pt x="201339" y="364751"/>
                    <a:pt x="364926" y="201164"/>
                    <a:pt x="364926" y="0"/>
                  </a:cubicBezTo>
                  <a:lnTo>
                    <a:pt x="583742" y="0"/>
                  </a:lnTo>
                  <a:cubicBezTo>
                    <a:pt x="583742" y="321757"/>
                    <a:pt x="321932" y="583742"/>
                    <a:pt x="0" y="583742"/>
                  </a:cubicBezTo>
                  <a:close/>
                </a:path>
              </a:pathLst>
            </a:custGeom>
            <a:solidFill>
              <a:srgbClr val="000000"/>
            </a:solidFill>
            <a:ln w="174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>
                <a:latin typeface="Arial" panose="020B0604020202020204" pitchFamily="34" charset="0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869AEDF1-0550-30AD-8CC6-7E17F39AAFD2}"/>
                </a:ext>
              </a:extLst>
            </p:cNvPr>
            <p:cNvSpPr/>
            <p:nvPr/>
          </p:nvSpPr>
          <p:spPr>
            <a:xfrm>
              <a:off x="11595537" y="507999"/>
              <a:ext cx="583567" cy="583567"/>
            </a:xfrm>
            <a:custGeom>
              <a:avLst/>
              <a:gdLst>
                <a:gd name="connsiteX0" fmla="*/ 0 w 583567"/>
                <a:gd name="connsiteY0" fmla="*/ 0 h 583567"/>
                <a:gd name="connsiteX1" fmla="*/ 0 w 583567"/>
                <a:gd name="connsiteY1" fmla="*/ 218816 h 583567"/>
                <a:gd name="connsiteX2" fmla="*/ 364751 w 583567"/>
                <a:gd name="connsiteY2" fmla="*/ 583567 h 583567"/>
                <a:gd name="connsiteX3" fmla="*/ 583567 w 583567"/>
                <a:gd name="connsiteY3" fmla="*/ 583567 h 583567"/>
                <a:gd name="connsiteX4" fmla="*/ 0 w 583567"/>
                <a:gd name="connsiteY4" fmla="*/ 0 h 583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3567" h="583567">
                  <a:moveTo>
                    <a:pt x="0" y="0"/>
                  </a:moveTo>
                  <a:lnTo>
                    <a:pt x="0" y="218816"/>
                  </a:lnTo>
                  <a:cubicBezTo>
                    <a:pt x="201164" y="218816"/>
                    <a:pt x="364751" y="382403"/>
                    <a:pt x="364751" y="583567"/>
                  </a:cubicBezTo>
                  <a:lnTo>
                    <a:pt x="583567" y="583567"/>
                  </a:lnTo>
                  <a:cubicBezTo>
                    <a:pt x="583742" y="261810"/>
                    <a:pt x="321932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74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>
                <a:latin typeface="Arial" panose="020B0604020202020204" pitchFamily="34" charset="0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8AF0AB-20AD-2C47-7ED1-00320D7A3A87}"/>
                </a:ext>
              </a:extLst>
            </p:cNvPr>
            <p:cNvSpPr/>
            <p:nvPr/>
          </p:nvSpPr>
          <p:spPr>
            <a:xfrm>
              <a:off x="6595464" y="5767344"/>
              <a:ext cx="583741" cy="583741"/>
            </a:xfrm>
            <a:custGeom>
              <a:avLst/>
              <a:gdLst>
                <a:gd name="connsiteX0" fmla="*/ 583742 w 583741"/>
                <a:gd name="connsiteY0" fmla="*/ 364751 h 583741"/>
                <a:gd name="connsiteX1" fmla="*/ 218816 w 583741"/>
                <a:gd name="connsiteY1" fmla="*/ 364751 h 583741"/>
                <a:gd name="connsiteX2" fmla="*/ 218816 w 583741"/>
                <a:gd name="connsiteY2" fmla="*/ 0 h 583741"/>
                <a:gd name="connsiteX3" fmla="*/ 0 w 583741"/>
                <a:gd name="connsiteY3" fmla="*/ 0 h 583741"/>
                <a:gd name="connsiteX4" fmla="*/ 0 w 583741"/>
                <a:gd name="connsiteY4" fmla="*/ 583742 h 583741"/>
                <a:gd name="connsiteX5" fmla="*/ 583742 w 583741"/>
                <a:gd name="connsiteY5" fmla="*/ 583742 h 583741"/>
                <a:gd name="connsiteX6" fmla="*/ 583742 w 583741"/>
                <a:gd name="connsiteY6" fmla="*/ 364751 h 583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3741" h="583741">
                  <a:moveTo>
                    <a:pt x="583742" y="364751"/>
                  </a:moveTo>
                  <a:lnTo>
                    <a:pt x="218816" y="364751"/>
                  </a:lnTo>
                  <a:lnTo>
                    <a:pt x="218816" y="0"/>
                  </a:lnTo>
                  <a:lnTo>
                    <a:pt x="0" y="0"/>
                  </a:lnTo>
                  <a:lnTo>
                    <a:pt x="0" y="583742"/>
                  </a:lnTo>
                  <a:lnTo>
                    <a:pt x="583742" y="583742"/>
                  </a:lnTo>
                  <a:lnTo>
                    <a:pt x="583742" y="364751"/>
                  </a:lnTo>
                  <a:close/>
                </a:path>
              </a:pathLst>
            </a:custGeom>
            <a:solidFill>
              <a:srgbClr val="000000"/>
            </a:solidFill>
            <a:ln w="174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>
                <a:latin typeface="Arial" panose="020B0604020202020204" pitchFamily="34" charset="0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70255A0A-600E-5E48-212F-A2060D8F9023}"/>
                </a:ext>
              </a:extLst>
            </p:cNvPr>
            <p:cNvSpPr/>
            <p:nvPr/>
          </p:nvSpPr>
          <p:spPr>
            <a:xfrm>
              <a:off x="6595464" y="507999"/>
              <a:ext cx="583741" cy="583741"/>
            </a:xfrm>
            <a:custGeom>
              <a:avLst/>
              <a:gdLst>
                <a:gd name="connsiteX0" fmla="*/ 218816 w 583741"/>
                <a:gd name="connsiteY0" fmla="*/ 218816 h 583741"/>
                <a:gd name="connsiteX1" fmla="*/ 583742 w 583741"/>
                <a:gd name="connsiteY1" fmla="*/ 218816 h 583741"/>
                <a:gd name="connsiteX2" fmla="*/ 583742 w 583741"/>
                <a:gd name="connsiteY2" fmla="*/ 0 h 583741"/>
                <a:gd name="connsiteX3" fmla="*/ 0 w 583741"/>
                <a:gd name="connsiteY3" fmla="*/ 0 h 583741"/>
                <a:gd name="connsiteX4" fmla="*/ 0 w 583741"/>
                <a:gd name="connsiteY4" fmla="*/ 583742 h 583741"/>
                <a:gd name="connsiteX5" fmla="*/ 218816 w 583741"/>
                <a:gd name="connsiteY5" fmla="*/ 583742 h 583741"/>
                <a:gd name="connsiteX6" fmla="*/ 218816 w 583741"/>
                <a:gd name="connsiteY6" fmla="*/ 218816 h 583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3741" h="583741">
                  <a:moveTo>
                    <a:pt x="218816" y="218816"/>
                  </a:moveTo>
                  <a:lnTo>
                    <a:pt x="583742" y="218816"/>
                  </a:lnTo>
                  <a:lnTo>
                    <a:pt x="583742" y="0"/>
                  </a:lnTo>
                  <a:lnTo>
                    <a:pt x="0" y="0"/>
                  </a:lnTo>
                  <a:lnTo>
                    <a:pt x="0" y="583742"/>
                  </a:lnTo>
                  <a:lnTo>
                    <a:pt x="218816" y="583742"/>
                  </a:lnTo>
                  <a:lnTo>
                    <a:pt x="218816" y="218816"/>
                  </a:lnTo>
                  <a:close/>
                </a:path>
              </a:pathLst>
            </a:custGeom>
            <a:solidFill>
              <a:srgbClr val="000000"/>
            </a:solidFill>
            <a:ln w="174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>
                <a:latin typeface="Arial" panose="020B0604020202020204" pitchFamily="34" charset="0"/>
              </a:endParaRPr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546E39-3525-A735-000A-7F1C40CA58B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6877" y="2454274"/>
            <a:ext cx="5198123" cy="3408363"/>
          </a:xfrm>
          <a:prstGeom prst="rect">
            <a:avLst/>
          </a:prstGeom>
        </p:spPr>
        <p:txBody>
          <a:bodyPr lIns="0"/>
          <a:lstStyle>
            <a:lvl1pPr>
              <a:defRPr>
                <a:latin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</a:defRPr>
            </a:lvl2pPr>
            <a:lvl3pPr marL="1165225" indent="-28575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□"/>
              <a:defRPr>
                <a:latin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</a:defRPr>
            </a:lvl4pPr>
            <a:lvl5pPr marL="1881188" indent="-180975">
              <a:buFont typeface="Courier New" panose="02070309020205020404" pitchFamily="49" charset="0"/>
              <a:buChar char="o"/>
              <a:defRPr>
                <a:latin typeface="Arial" panose="020B0604020202020204" pitchFamily="34" charset="0"/>
              </a:defRPr>
            </a:lvl5pPr>
            <a:lvl6pPr>
              <a:defRPr>
                <a:latin typeface="Arial" panose="020B0604020202020204" pitchFamily="34" charset="0"/>
              </a:defRPr>
            </a:lvl6pPr>
            <a:lvl7pPr>
              <a:defRPr>
                <a:latin typeface="Arial" panose="020B0604020202020204" pitchFamily="34" charset="0"/>
              </a:defRPr>
            </a:lvl7pPr>
            <a:lvl8pPr>
              <a:defRPr>
                <a:latin typeface="Arial" panose="020B0604020202020204" pitchFamily="34" charset="0"/>
              </a:defRPr>
            </a:lvl8pPr>
            <a:lvl9pPr>
              <a:defRPr>
                <a:latin typeface="Arial" panose="020B0604020202020204" pitchFamily="34" charset="0"/>
              </a:defRPr>
            </a:lvl9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E8848DAC-EE16-75C3-83DE-2D901AE987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6879" y="925253"/>
            <a:ext cx="5198121" cy="957522"/>
          </a:xfrm>
          <a:prstGeom prst="rect">
            <a:avLst/>
          </a:prstGeom>
        </p:spPr>
        <p:txBody>
          <a:bodyPr lIns="0" tIns="0"/>
          <a:lstStyle>
            <a:lvl1pPr>
              <a:lnSpc>
                <a:spcPct val="100000"/>
              </a:lnSpc>
              <a:defRPr sz="3000"/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5172248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76">
          <p15:clr>
            <a:srgbClr val="A4A3A4"/>
          </p15:clr>
        </p15:guide>
        <p15:guide id="2" orient="horz" pos="1183">
          <p15:clr>
            <a:srgbClr val="A4A3A4"/>
          </p15:clr>
        </p15:guide>
        <p15:guide id="3" orient="horz" pos="1539">
          <p15:clr>
            <a:srgbClr val="A4A3A4"/>
          </p15:clr>
        </p15:guide>
        <p15:guide id="4" orient="horz" pos="3692">
          <p15:clr>
            <a:srgbClr val="A4A3A4"/>
          </p15:clr>
        </p15:guide>
        <p15:guide id="5" pos="3600">
          <p15:clr>
            <a:srgbClr val="A4A3A4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py + 2 Image Fram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84AE2E5-313F-8ADE-BDDC-06E38B7E94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fld id="{CD602E07-C281-4409-A9EA-EC31ABE69032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5FD36A1-F03F-0974-D25F-5B2AB35D81F9}"/>
              </a:ext>
            </a:extLst>
          </p:cNvPr>
          <p:cNvGrpSpPr/>
          <p:nvPr/>
        </p:nvGrpSpPr>
        <p:grpSpPr>
          <a:xfrm>
            <a:off x="6100360" y="507099"/>
            <a:ext cx="5583640" cy="5843086"/>
            <a:chOff x="6595464" y="507999"/>
            <a:chExt cx="5583640" cy="5843086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7FBA5F5-82D5-630E-03F4-4015315A6F6F}"/>
                </a:ext>
              </a:extLst>
            </p:cNvPr>
            <p:cNvSpPr/>
            <p:nvPr/>
          </p:nvSpPr>
          <p:spPr>
            <a:xfrm>
              <a:off x="11595363" y="5766000"/>
              <a:ext cx="583741" cy="583741"/>
            </a:xfrm>
            <a:custGeom>
              <a:avLst/>
              <a:gdLst>
                <a:gd name="connsiteX0" fmla="*/ 175 w 583741"/>
                <a:gd name="connsiteY0" fmla="*/ 583567 h 583741"/>
                <a:gd name="connsiteX1" fmla="*/ 175 w 583741"/>
                <a:gd name="connsiteY1" fmla="*/ 364751 h 583741"/>
                <a:gd name="connsiteX2" fmla="*/ 364926 w 583741"/>
                <a:gd name="connsiteY2" fmla="*/ 0 h 583741"/>
                <a:gd name="connsiteX3" fmla="*/ 583742 w 583741"/>
                <a:gd name="connsiteY3" fmla="*/ 0 h 583741"/>
                <a:gd name="connsiteX4" fmla="*/ 0 w 583741"/>
                <a:gd name="connsiteY4" fmla="*/ 583742 h 583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3741" h="583741">
                  <a:moveTo>
                    <a:pt x="175" y="583567"/>
                  </a:moveTo>
                  <a:lnTo>
                    <a:pt x="175" y="364751"/>
                  </a:lnTo>
                  <a:cubicBezTo>
                    <a:pt x="201339" y="364751"/>
                    <a:pt x="364926" y="201164"/>
                    <a:pt x="364926" y="0"/>
                  </a:cubicBezTo>
                  <a:lnTo>
                    <a:pt x="583742" y="0"/>
                  </a:lnTo>
                  <a:cubicBezTo>
                    <a:pt x="583742" y="321757"/>
                    <a:pt x="321932" y="583742"/>
                    <a:pt x="0" y="583742"/>
                  </a:cubicBezTo>
                  <a:close/>
                </a:path>
              </a:pathLst>
            </a:custGeom>
            <a:solidFill>
              <a:srgbClr val="000000"/>
            </a:solidFill>
            <a:ln w="174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>
                <a:latin typeface="Arial" panose="020B0604020202020204" pitchFamily="34" charset="0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869AEDF1-0550-30AD-8CC6-7E17F39AAFD2}"/>
                </a:ext>
              </a:extLst>
            </p:cNvPr>
            <p:cNvSpPr/>
            <p:nvPr/>
          </p:nvSpPr>
          <p:spPr>
            <a:xfrm>
              <a:off x="11595537" y="507999"/>
              <a:ext cx="583567" cy="583567"/>
            </a:xfrm>
            <a:custGeom>
              <a:avLst/>
              <a:gdLst>
                <a:gd name="connsiteX0" fmla="*/ 0 w 583567"/>
                <a:gd name="connsiteY0" fmla="*/ 0 h 583567"/>
                <a:gd name="connsiteX1" fmla="*/ 0 w 583567"/>
                <a:gd name="connsiteY1" fmla="*/ 218816 h 583567"/>
                <a:gd name="connsiteX2" fmla="*/ 364751 w 583567"/>
                <a:gd name="connsiteY2" fmla="*/ 583567 h 583567"/>
                <a:gd name="connsiteX3" fmla="*/ 583567 w 583567"/>
                <a:gd name="connsiteY3" fmla="*/ 583567 h 583567"/>
                <a:gd name="connsiteX4" fmla="*/ 0 w 583567"/>
                <a:gd name="connsiteY4" fmla="*/ 0 h 583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3567" h="583567">
                  <a:moveTo>
                    <a:pt x="0" y="0"/>
                  </a:moveTo>
                  <a:lnTo>
                    <a:pt x="0" y="218816"/>
                  </a:lnTo>
                  <a:cubicBezTo>
                    <a:pt x="201164" y="218816"/>
                    <a:pt x="364751" y="382403"/>
                    <a:pt x="364751" y="583567"/>
                  </a:cubicBezTo>
                  <a:lnTo>
                    <a:pt x="583567" y="583567"/>
                  </a:lnTo>
                  <a:cubicBezTo>
                    <a:pt x="583742" y="261810"/>
                    <a:pt x="321932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74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>
                <a:latin typeface="Arial" panose="020B0604020202020204" pitchFamily="34" charset="0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8AF0AB-20AD-2C47-7ED1-00320D7A3A87}"/>
                </a:ext>
              </a:extLst>
            </p:cNvPr>
            <p:cNvSpPr/>
            <p:nvPr/>
          </p:nvSpPr>
          <p:spPr>
            <a:xfrm>
              <a:off x="6595464" y="5767344"/>
              <a:ext cx="583741" cy="583741"/>
            </a:xfrm>
            <a:custGeom>
              <a:avLst/>
              <a:gdLst>
                <a:gd name="connsiteX0" fmla="*/ 583742 w 583741"/>
                <a:gd name="connsiteY0" fmla="*/ 364751 h 583741"/>
                <a:gd name="connsiteX1" fmla="*/ 218816 w 583741"/>
                <a:gd name="connsiteY1" fmla="*/ 364751 h 583741"/>
                <a:gd name="connsiteX2" fmla="*/ 218816 w 583741"/>
                <a:gd name="connsiteY2" fmla="*/ 0 h 583741"/>
                <a:gd name="connsiteX3" fmla="*/ 0 w 583741"/>
                <a:gd name="connsiteY3" fmla="*/ 0 h 583741"/>
                <a:gd name="connsiteX4" fmla="*/ 0 w 583741"/>
                <a:gd name="connsiteY4" fmla="*/ 583742 h 583741"/>
                <a:gd name="connsiteX5" fmla="*/ 583742 w 583741"/>
                <a:gd name="connsiteY5" fmla="*/ 583742 h 583741"/>
                <a:gd name="connsiteX6" fmla="*/ 583742 w 583741"/>
                <a:gd name="connsiteY6" fmla="*/ 364751 h 583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3741" h="583741">
                  <a:moveTo>
                    <a:pt x="583742" y="364751"/>
                  </a:moveTo>
                  <a:lnTo>
                    <a:pt x="218816" y="364751"/>
                  </a:lnTo>
                  <a:lnTo>
                    <a:pt x="218816" y="0"/>
                  </a:lnTo>
                  <a:lnTo>
                    <a:pt x="0" y="0"/>
                  </a:lnTo>
                  <a:lnTo>
                    <a:pt x="0" y="583742"/>
                  </a:lnTo>
                  <a:lnTo>
                    <a:pt x="583742" y="583742"/>
                  </a:lnTo>
                  <a:lnTo>
                    <a:pt x="583742" y="364751"/>
                  </a:lnTo>
                  <a:close/>
                </a:path>
              </a:pathLst>
            </a:custGeom>
            <a:solidFill>
              <a:srgbClr val="000000"/>
            </a:solidFill>
            <a:ln w="174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>
                <a:latin typeface="Arial" panose="020B0604020202020204" pitchFamily="34" charset="0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70255A0A-600E-5E48-212F-A2060D8F9023}"/>
                </a:ext>
              </a:extLst>
            </p:cNvPr>
            <p:cNvSpPr/>
            <p:nvPr/>
          </p:nvSpPr>
          <p:spPr>
            <a:xfrm>
              <a:off x="6595464" y="507999"/>
              <a:ext cx="583741" cy="583741"/>
            </a:xfrm>
            <a:custGeom>
              <a:avLst/>
              <a:gdLst>
                <a:gd name="connsiteX0" fmla="*/ 218816 w 583741"/>
                <a:gd name="connsiteY0" fmla="*/ 218816 h 583741"/>
                <a:gd name="connsiteX1" fmla="*/ 583742 w 583741"/>
                <a:gd name="connsiteY1" fmla="*/ 218816 h 583741"/>
                <a:gd name="connsiteX2" fmla="*/ 583742 w 583741"/>
                <a:gd name="connsiteY2" fmla="*/ 0 h 583741"/>
                <a:gd name="connsiteX3" fmla="*/ 0 w 583741"/>
                <a:gd name="connsiteY3" fmla="*/ 0 h 583741"/>
                <a:gd name="connsiteX4" fmla="*/ 0 w 583741"/>
                <a:gd name="connsiteY4" fmla="*/ 583742 h 583741"/>
                <a:gd name="connsiteX5" fmla="*/ 218816 w 583741"/>
                <a:gd name="connsiteY5" fmla="*/ 583742 h 583741"/>
                <a:gd name="connsiteX6" fmla="*/ 218816 w 583741"/>
                <a:gd name="connsiteY6" fmla="*/ 218816 h 583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3741" h="583741">
                  <a:moveTo>
                    <a:pt x="218816" y="218816"/>
                  </a:moveTo>
                  <a:lnTo>
                    <a:pt x="583742" y="218816"/>
                  </a:lnTo>
                  <a:lnTo>
                    <a:pt x="583742" y="0"/>
                  </a:lnTo>
                  <a:lnTo>
                    <a:pt x="0" y="0"/>
                  </a:lnTo>
                  <a:lnTo>
                    <a:pt x="0" y="583742"/>
                  </a:lnTo>
                  <a:lnTo>
                    <a:pt x="218816" y="583742"/>
                  </a:lnTo>
                  <a:lnTo>
                    <a:pt x="218816" y="218816"/>
                  </a:lnTo>
                  <a:close/>
                </a:path>
              </a:pathLst>
            </a:custGeom>
            <a:solidFill>
              <a:srgbClr val="000000"/>
            </a:solidFill>
            <a:ln w="174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>
                <a:latin typeface="Arial" panose="020B0604020202020204" pitchFamily="34" charset="0"/>
              </a:endParaRPr>
            </a:p>
          </p:txBody>
        </p:sp>
      </p:grpSp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70432AA8-2108-D5C6-AAEA-9E4A5407A79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684102" y="1090666"/>
            <a:ext cx="3705451" cy="2470302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48706939-BA8A-2F9D-2EAE-A805C5F5B00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48516" y="3306406"/>
            <a:ext cx="3654459" cy="2458693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CC20548-8643-8B81-E6E0-6C95D38084D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6313" y="1714500"/>
            <a:ext cx="5198687" cy="4457700"/>
          </a:xfrm>
          <a:prstGeom prst="rect">
            <a:avLst/>
          </a:prstGeom>
        </p:spPr>
        <p:txBody>
          <a:bodyPr lIns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65225" indent="-266700" defTabSz="107632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□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27175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−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5265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CBCC334B-4020-8BB1-4055-83A9A0C301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6879" y="514090"/>
            <a:ext cx="5198121" cy="957523"/>
          </a:xfrm>
          <a:prstGeom prst="rect">
            <a:avLst/>
          </a:prstGeom>
        </p:spPr>
        <p:txBody>
          <a:bodyPr lIns="0" tIns="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3000"/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7539421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927">
          <p15:clr>
            <a:srgbClr val="A4A3A4"/>
          </p15:clr>
        </p15:guide>
        <p15:guide id="3" orient="horz" pos="1075">
          <p15:clr>
            <a:srgbClr val="A4A3A4"/>
          </p15:clr>
        </p15:guide>
        <p15:guide id="4" orient="horz" pos="3888">
          <p15:clr>
            <a:srgbClr val="A4A3A4"/>
          </p15:clr>
        </p15:guide>
        <p15:guide id="5" pos="3600">
          <p15:clr>
            <a:srgbClr val="A4A3A4"/>
          </p15:clr>
        </p15:guide>
        <p15:guide id="7" pos="4208">
          <p15:clr>
            <a:srgbClr val="C35EA4"/>
          </p15:clr>
        </p15:guide>
        <p15:guide id="8" pos="6994">
          <p15:clr>
            <a:srgbClr val="C35EA4"/>
          </p15:clr>
        </p15:guide>
        <p15:guide id="9" orient="horz" pos="682">
          <p15:clr>
            <a:srgbClr val="C35EA4"/>
          </p15:clr>
        </p15:guide>
        <p15:guide id="10" orient="horz" pos="3632">
          <p15:clr>
            <a:srgbClr val="C35EA4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py + 2 Image Frame (For less Content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232A779-9792-F87E-651E-62B386EF18B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684102" y="1090666"/>
            <a:ext cx="3705451" cy="2470302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84AE2E5-313F-8ADE-BDDC-06E38B7E94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fld id="{CD602E07-C281-4409-A9EA-EC31ABE69032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5FD36A1-F03F-0974-D25F-5B2AB35D81F9}"/>
              </a:ext>
            </a:extLst>
          </p:cNvPr>
          <p:cNvGrpSpPr/>
          <p:nvPr/>
        </p:nvGrpSpPr>
        <p:grpSpPr>
          <a:xfrm>
            <a:off x="6100360" y="507099"/>
            <a:ext cx="5583640" cy="5843086"/>
            <a:chOff x="6595464" y="507999"/>
            <a:chExt cx="5583640" cy="5843086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7FBA5F5-82D5-630E-03F4-4015315A6F6F}"/>
                </a:ext>
              </a:extLst>
            </p:cNvPr>
            <p:cNvSpPr/>
            <p:nvPr/>
          </p:nvSpPr>
          <p:spPr>
            <a:xfrm>
              <a:off x="11595363" y="5766000"/>
              <a:ext cx="583741" cy="583741"/>
            </a:xfrm>
            <a:custGeom>
              <a:avLst/>
              <a:gdLst>
                <a:gd name="connsiteX0" fmla="*/ 175 w 583741"/>
                <a:gd name="connsiteY0" fmla="*/ 583567 h 583741"/>
                <a:gd name="connsiteX1" fmla="*/ 175 w 583741"/>
                <a:gd name="connsiteY1" fmla="*/ 364751 h 583741"/>
                <a:gd name="connsiteX2" fmla="*/ 364926 w 583741"/>
                <a:gd name="connsiteY2" fmla="*/ 0 h 583741"/>
                <a:gd name="connsiteX3" fmla="*/ 583742 w 583741"/>
                <a:gd name="connsiteY3" fmla="*/ 0 h 583741"/>
                <a:gd name="connsiteX4" fmla="*/ 0 w 583741"/>
                <a:gd name="connsiteY4" fmla="*/ 583742 h 583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3741" h="583741">
                  <a:moveTo>
                    <a:pt x="175" y="583567"/>
                  </a:moveTo>
                  <a:lnTo>
                    <a:pt x="175" y="364751"/>
                  </a:lnTo>
                  <a:cubicBezTo>
                    <a:pt x="201339" y="364751"/>
                    <a:pt x="364926" y="201164"/>
                    <a:pt x="364926" y="0"/>
                  </a:cubicBezTo>
                  <a:lnTo>
                    <a:pt x="583742" y="0"/>
                  </a:lnTo>
                  <a:cubicBezTo>
                    <a:pt x="583742" y="321757"/>
                    <a:pt x="321932" y="583742"/>
                    <a:pt x="0" y="583742"/>
                  </a:cubicBezTo>
                  <a:close/>
                </a:path>
              </a:pathLst>
            </a:custGeom>
            <a:solidFill>
              <a:srgbClr val="000000"/>
            </a:solidFill>
            <a:ln w="174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>
                <a:latin typeface="Arial" panose="020B0604020202020204" pitchFamily="34" charset="0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869AEDF1-0550-30AD-8CC6-7E17F39AAFD2}"/>
                </a:ext>
              </a:extLst>
            </p:cNvPr>
            <p:cNvSpPr/>
            <p:nvPr/>
          </p:nvSpPr>
          <p:spPr>
            <a:xfrm>
              <a:off x="11595537" y="507999"/>
              <a:ext cx="583567" cy="583567"/>
            </a:xfrm>
            <a:custGeom>
              <a:avLst/>
              <a:gdLst>
                <a:gd name="connsiteX0" fmla="*/ 0 w 583567"/>
                <a:gd name="connsiteY0" fmla="*/ 0 h 583567"/>
                <a:gd name="connsiteX1" fmla="*/ 0 w 583567"/>
                <a:gd name="connsiteY1" fmla="*/ 218816 h 583567"/>
                <a:gd name="connsiteX2" fmla="*/ 364751 w 583567"/>
                <a:gd name="connsiteY2" fmla="*/ 583567 h 583567"/>
                <a:gd name="connsiteX3" fmla="*/ 583567 w 583567"/>
                <a:gd name="connsiteY3" fmla="*/ 583567 h 583567"/>
                <a:gd name="connsiteX4" fmla="*/ 0 w 583567"/>
                <a:gd name="connsiteY4" fmla="*/ 0 h 583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3567" h="583567">
                  <a:moveTo>
                    <a:pt x="0" y="0"/>
                  </a:moveTo>
                  <a:lnTo>
                    <a:pt x="0" y="218816"/>
                  </a:lnTo>
                  <a:cubicBezTo>
                    <a:pt x="201164" y="218816"/>
                    <a:pt x="364751" y="382403"/>
                    <a:pt x="364751" y="583567"/>
                  </a:cubicBezTo>
                  <a:lnTo>
                    <a:pt x="583567" y="583567"/>
                  </a:lnTo>
                  <a:cubicBezTo>
                    <a:pt x="583742" y="261810"/>
                    <a:pt x="321932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74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>
                <a:latin typeface="Arial" panose="020B0604020202020204" pitchFamily="34" charset="0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8AF0AB-20AD-2C47-7ED1-00320D7A3A87}"/>
                </a:ext>
              </a:extLst>
            </p:cNvPr>
            <p:cNvSpPr/>
            <p:nvPr/>
          </p:nvSpPr>
          <p:spPr>
            <a:xfrm>
              <a:off x="6595464" y="5767344"/>
              <a:ext cx="583741" cy="583741"/>
            </a:xfrm>
            <a:custGeom>
              <a:avLst/>
              <a:gdLst>
                <a:gd name="connsiteX0" fmla="*/ 583742 w 583741"/>
                <a:gd name="connsiteY0" fmla="*/ 364751 h 583741"/>
                <a:gd name="connsiteX1" fmla="*/ 218816 w 583741"/>
                <a:gd name="connsiteY1" fmla="*/ 364751 h 583741"/>
                <a:gd name="connsiteX2" fmla="*/ 218816 w 583741"/>
                <a:gd name="connsiteY2" fmla="*/ 0 h 583741"/>
                <a:gd name="connsiteX3" fmla="*/ 0 w 583741"/>
                <a:gd name="connsiteY3" fmla="*/ 0 h 583741"/>
                <a:gd name="connsiteX4" fmla="*/ 0 w 583741"/>
                <a:gd name="connsiteY4" fmla="*/ 583742 h 583741"/>
                <a:gd name="connsiteX5" fmla="*/ 583742 w 583741"/>
                <a:gd name="connsiteY5" fmla="*/ 583742 h 583741"/>
                <a:gd name="connsiteX6" fmla="*/ 583742 w 583741"/>
                <a:gd name="connsiteY6" fmla="*/ 364751 h 583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3741" h="583741">
                  <a:moveTo>
                    <a:pt x="583742" y="364751"/>
                  </a:moveTo>
                  <a:lnTo>
                    <a:pt x="218816" y="364751"/>
                  </a:lnTo>
                  <a:lnTo>
                    <a:pt x="218816" y="0"/>
                  </a:lnTo>
                  <a:lnTo>
                    <a:pt x="0" y="0"/>
                  </a:lnTo>
                  <a:lnTo>
                    <a:pt x="0" y="583742"/>
                  </a:lnTo>
                  <a:lnTo>
                    <a:pt x="583742" y="583742"/>
                  </a:lnTo>
                  <a:lnTo>
                    <a:pt x="583742" y="364751"/>
                  </a:lnTo>
                  <a:close/>
                </a:path>
              </a:pathLst>
            </a:custGeom>
            <a:solidFill>
              <a:srgbClr val="000000"/>
            </a:solidFill>
            <a:ln w="174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>
                <a:latin typeface="Arial" panose="020B0604020202020204" pitchFamily="34" charset="0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70255A0A-600E-5E48-212F-A2060D8F9023}"/>
                </a:ext>
              </a:extLst>
            </p:cNvPr>
            <p:cNvSpPr/>
            <p:nvPr/>
          </p:nvSpPr>
          <p:spPr>
            <a:xfrm>
              <a:off x="6595464" y="507999"/>
              <a:ext cx="583741" cy="583741"/>
            </a:xfrm>
            <a:custGeom>
              <a:avLst/>
              <a:gdLst>
                <a:gd name="connsiteX0" fmla="*/ 218816 w 583741"/>
                <a:gd name="connsiteY0" fmla="*/ 218816 h 583741"/>
                <a:gd name="connsiteX1" fmla="*/ 583742 w 583741"/>
                <a:gd name="connsiteY1" fmla="*/ 218816 h 583741"/>
                <a:gd name="connsiteX2" fmla="*/ 583742 w 583741"/>
                <a:gd name="connsiteY2" fmla="*/ 0 h 583741"/>
                <a:gd name="connsiteX3" fmla="*/ 0 w 583741"/>
                <a:gd name="connsiteY3" fmla="*/ 0 h 583741"/>
                <a:gd name="connsiteX4" fmla="*/ 0 w 583741"/>
                <a:gd name="connsiteY4" fmla="*/ 583742 h 583741"/>
                <a:gd name="connsiteX5" fmla="*/ 218816 w 583741"/>
                <a:gd name="connsiteY5" fmla="*/ 583742 h 583741"/>
                <a:gd name="connsiteX6" fmla="*/ 218816 w 583741"/>
                <a:gd name="connsiteY6" fmla="*/ 218816 h 583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3741" h="583741">
                  <a:moveTo>
                    <a:pt x="218816" y="218816"/>
                  </a:moveTo>
                  <a:lnTo>
                    <a:pt x="583742" y="218816"/>
                  </a:lnTo>
                  <a:lnTo>
                    <a:pt x="583742" y="0"/>
                  </a:lnTo>
                  <a:lnTo>
                    <a:pt x="0" y="0"/>
                  </a:lnTo>
                  <a:lnTo>
                    <a:pt x="0" y="583742"/>
                  </a:lnTo>
                  <a:lnTo>
                    <a:pt x="218816" y="583742"/>
                  </a:lnTo>
                  <a:lnTo>
                    <a:pt x="218816" y="218816"/>
                  </a:lnTo>
                  <a:close/>
                </a:path>
              </a:pathLst>
            </a:custGeom>
            <a:solidFill>
              <a:srgbClr val="000000"/>
            </a:solidFill>
            <a:ln w="174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>
                <a:latin typeface="Arial" panose="020B0604020202020204" pitchFamily="34" charset="0"/>
              </a:endParaRPr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BEB326-6B5C-5D93-EC90-70580DF62EA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6877" y="2454274"/>
            <a:ext cx="5198123" cy="3408363"/>
          </a:xfrm>
          <a:prstGeom prst="rect">
            <a:avLst/>
          </a:prstGeom>
        </p:spPr>
        <p:txBody>
          <a:bodyPr lIns="0"/>
          <a:lstStyle>
            <a:lvl1pPr>
              <a:defRPr>
                <a:latin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</a:defRPr>
            </a:lvl2pPr>
            <a:lvl3pPr marL="1165225" indent="-28575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□"/>
              <a:defRPr>
                <a:latin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</a:defRPr>
            </a:lvl4pPr>
            <a:lvl5pPr marL="1881188" indent="-180975">
              <a:buFont typeface="Courier New" panose="02070309020205020404" pitchFamily="49" charset="0"/>
              <a:buChar char="o"/>
              <a:defRPr>
                <a:latin typeface="Arial" panose="020B0604020202020204" pitchFamily="34" charset="0"/>
              </a:defRPr>
            </a:lvl5pPr>
            <a:lvl6pPr>
              <a:defRPr>
                <a:latin typeface="Arial" panose="020B0604020202020204" pitchFamily="34" charset="0"/>
              </a:defRPr>
            </a:lvl6pPr>
            <a:lvl7pPr>
              <a:defRPr>
                <a:latin typeface="Arial" panose="020B0604020202020204" pitchFamily="34" charset="0"/>
              </a:defRPr>
            </a:lvl7pPr>
            <a:lvl8pPr>
              <a:defRPr>
                <a:latin typeface="Arial" panose="020B0604020202020204" pitchFamily="34" charset="0"/>
              </a:defRPr>
            </a:lvl8pPr>
            <a:lvl9pPr>
              <a:defRPr>
                <a:latin typeface="Arial" panose="020B0604020202020204" pitchFamily="34" charset="0"/>
              </a:defRPr>
            </a:lvl9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CF370DDE-5B5F-EDE4-07D2-72822368FE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6879" y="925253"/>
            <a:ext cx="5198121" cy="957522"/>
          </a:xfrm>
          <a:prstGeom prst="rect">
            <a:avLst/>
          </a:prstGeom>
        </p:spPr>
        <p:txBody>
          <a:bodyPr lIns="0" tIns="0"/>
          <a:lstStyle>
            <a:lvl1pPr>
              <a:lnSpc>
                <a:spcPct val="100000"/>
              </a:lnSpc>
              <a:defRPr sz="30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226AA779-48BD-85FA-5C1D-BF407B659AE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48516" y="3306406"/>
            <a:ext cx="3654459" cy="2458693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90785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00">
          <p15:clr>
            <a:srgbClr val="A4A3A4"/>
          </p15:clr>
        </p15:guide>
        <p15:guide id="2" orient="horz" pos="576">
          <p15:clr>
            <a:srgbClr val="A4A3A4"/>
          </p15:clr>
        </p15:guide>
        <p15:guide id="3" orient="horz" pos="1183">
          <p15:clr>
            <a:srgbClr val="A4A3A4"/>
          </p15:clr>
        </p15:guide>
        <p15:guide id="4" orient="horz" pos="1539">
          <p15:clr>
            <a:srgbClr val="A4A3A4"/>
          </p15:clr>
        </p15:guide>
        <p15:guide id="5" orient="horz" pos="3692">
          <p15:clr>
            <a:srgbClr val="A4A3A4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py + Multiple Image Fram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84AE2E5-313F-8ADE-BDDC-06E38B7E94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fld id="{CD602E07-C281-4409-A9EA-EC31ABE6903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4A8D56AB-8007-B4EF-2020-2D35E9BA7F5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311357" y="3786280"/>
            <a:ext cx="3133725" cy="3071720"/>
          </a:xfrm>
          <a:custGeom>
            <a:avLst/>
            <a:gdLst>
              <a:gd name="connsiteX0" fmla="*/ 0 w 3133725"/>
              <a:gd name="connsiteY0" fmla="*/ 0 h 3071720"/>
              <a:gd name="connsiteX1" fmla="*/ 1175183 w 3133725"/>
              <a:gd name="connsiteY1" fmla="*/ 0 h 3071720"/>
              <a:gd name="connsiteX2" fmla="*/ 3133725 w 3133725"/>
              <a:gd name="connsiteY2" fmla="*/ 0 h 3071720"/>
              <a:gd name="connsiteX3" fmla="*/ 3133725 w 3133725"/>
              <a:gd name="connsiteY3" fmla="*/ 1175126 h 3071720"/>
              <a:gd name="connsiteX4" fmla="*/ 1175183 w 3133725"/>
              <a:gd name="connsiteY4" fmla="*/ 1175126 h 3071720"/>
              <a:gd name="connsiteX5" fmla="*/ 1175183 w 3133725"/>
              <a:gd name="connsiteY5" fmla="*/ 3071720 h 3071720"/>
              <a:gd name="connsiteX6" fmla="*/ 0 w 3133725"/>
              <a:gd name="connsiteY6" fmla="*/ 3071720 h 3071720"/>
              <a:gd name="connsiteX7" fmla="*/ 0 w 3133725"/>
              <a:gd name="connsiteY7" fmla="*/ 1175126 h 3071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33725" h="3071720">
                <a:moveTo>
                  <a:pt x="0" y="0"/>
                </a:moveTo>
                <a:lnTo>
                  <a:pt x="1175183" y="0"/>
                </a:lnTo>
                <a:lnTo>
                  <a:pt x="3133725" y="0"/>
                </a:lnTo>
                <a:lnTo>
                  <a:pt x="3133725" y="1175126"/>
                </a:lnTo>
                <a:lnTo>
                  <a:pt x="1175183" y="1175126"/>
                </a:lnTo>
                <a:lnTo>
                  <a:pt x="1175183" y="3071720"/>
                </a:lnTo>
                <a:lnTo>
                  <a:pt x="0" y="3071720"/>
                </a:lnTo>
                <a:lnTo>
                  <a:pt x="0" y="1175126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5AA1E2FC-147E-0BC2-3CD2-1FE2B823170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445081" y="3052154"/>
            <a:ext cx="3096420" cy="3096419"/>
          </a:xfrm>
          <a:custGeom>
            <a:avLst/>
            <a:gdLst>
              <a:gd name="connsiteX0" fmla="*/ 1935284 w 3096420"/>
              <a:gd name="connsiteY0" fmla="*/ 0 h 3096419"/>
              <a:gd name="connsiteX1" fmla="*/ 3096420 w 3096420"/>
              <a:gd name="connsiteY1" fmla="*/ 0 h 3096419"/>
              <a:gd name="connsiteX2" fmla="*/ 0 w 3096420"/>
              <a:gd name="connsiteY2" fmla="*/ 3096419 h 3096419"/>
              <a:gd name="connsiteX3" fmla="*/ 0 w 3096420"/>
              <a:gd name="connsiteY3" fmla="*/ 1935283 h 3096419"/>
              <a:gd name="connsiteX4" fmla="*/ 1935227 w 3096420"/>
              <a:gd name="connsiteY4" fmla="*/ 57 h 30964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96420" h="3096419">
                <a:moveTo>
                  <a:pt x="1935284" y="0"/>
                </a:moveTo>
                <a:lnTo>
                  <a:pt x="3096420" y="0"/>
                </a:lnTo>
                <a:cubicBezTo>
                  <a:pt x="3096420" y="1707328"/>
                  <a:pt x="1707386" y="3096419"/>
                  <a:pt x="0" y="3096419"/>
                </a:cubicBezTo>
                <a:lnTo>
                  <a:pt x="0" y="1935283"/>
                </a:lnTo>
                <a:cubicBezTo>
                  <a:pt x="1067095" y="1935283"/>
                  <a:pt x="1935227" y="1067151"/>
                  <a:pt x="1935227" y="57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6C07BABD-2976-48B5-600E-0F35279ADE2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549674" y="0"/>
            <a:ext cx="3133725" cy="3060146"/>
          </a:xfrm>
          <a:custGeom>
            <a:avLst/>
            <a:gdLst>
              <a:gd name="connsiteX0" fmla="*/ 0 w 3133725"/>
              <a:gd name="connsiteY0" fmla="*/ 0 h 3071721"/>
              <a:gd name="connsiteX1" fmla="*/ 1175126 w 3133725"/>
              <a:gd name="connsiteY1" fmla="*/ 0 h 3071721"/>
              <a:gd name="connsiteX2" fmla="*/ 1175126 w 3133725"/>
              <a:gd name="connsiteY2" fmla="*/ 1896538 h 3071721"/>
              <a:gd name="connsiteX3" fmla="*/ 3133725 w 3133725"/>
              <a:gd name="connsiteY3" fmla="*/ 1896538 h 3071721"/>
              <a:gd name="connsiteX4" fmla="*/ 3133725 w 3133725"/>
              <a:gd name="connsiteY4" fmla="*/ 3071721 h 3071721"/>
              <a:gd name="connsiteX5" fmla="*/ 1175126 w 3133725"/>
              <a:gd name="connsiteY5" fmla="*/ 3071721 h 3071721"/>
              <a:gd name="connsiteX6" fmla="*/ 0 w 3133725"/>
              <a:gd name="connsiteY6" fmla="*/ 3071721 h 3071721"/>
              <a:gd name="connsiteX7" fmla="*/ 0 w 3133725"/>
              <a:gd name="connsiteY7" fmla="*/ 1896538 h 30717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33725" h="3071721">
                <a:moveTo>
                  <a:pt x="0" y="0"/>
                </a:moveTo>
                <a:lnTo>
                  <a:pt x="1175126" y="0"/>
                </a:lnTo>
                <a:lnTo>
                  <a:pt x="1175126" y="1896538"/>
                </a:lnTo>
                <a:lnTo>
                  <a:pt x="3133725" y="1896538"/>
                </a:lnTo>
                <a:lnTo>
                  <a:pt x="3133725" y="3071721"/>
                </a:lnTo>
                <a:lnTo>
                  <a:pt x="1175126" y="3071721"/>
                </a:lnTo>
                <a:lnTo>
                  <a:pt x="0" y="3071721"/>
                </a:lnTo>
                <a:lnTo>
                  <a:pt x="0" y="1896538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574A858-F19B-E448-7651-BE011835CC85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8638665" y="3435375"/>
            <a:ext cx="3037398" cy="251460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</a:defRPr>
            </a:lvl2pPr>
            <a:lvl3pPr marL="1165225" indent="-28575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□"/>
              <a:defRPr>
                <a:latin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</a:defRPr>
            </a:lvl4pPr>
            <a:lvl5pPr marL="1881188" indent="-180975">
              <a:buFont typeface="Courier New" panose="02070309020205020404" pitchFamily="49" charset="0"/>
              <a:buChar char="o"/>
              <a:defRPr>
                <a:latin typeface="Arial" panose="020B0604020202020204" pitchFamily="34" charset="0"/>
              </a:defRPr>
            </a:lvl5pPr>
            <a:lvl6pPr>
              <a:defRPr>
                <a:latin typeface="Arial" panose="020B0604020202020204" pitchFamily="34" charset="0"/>
              </a:defRPr>
            </a:lvl6pPr>
            <a:lvl7pPr>
              <a:defRPr>
                <a:latin typeface="Arial" panose="020B0604020202020204" pitchFamily="34" charset="0"/>
              </a:defRPr>
            </a:lvl7pPr>
            <a:lvl8pPr>
              <a:defRPr>
                <a:latin typeface="Arial" panose="020B0604020202020204" pitchFamily="34" charset="0"/>
              </a:defRPr>
            </a:lvl8pPr>
            <a:lvl9pPr>
              <a:defRPr>
                <a:latin typeface="Arial" panose="020B0604020202020204" pitchFamily="34" charset="0"/>
              </a:defRPr>
            </a:lvl9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0899AE-EB9C-E65E-744B-0EF02AC0D4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8000" y="1481138"/>
            <a:ext cx="5207000" cy="762000"/>
          </a:xfrm>
          <a:prstGeom prst="rect">
            <a:avLst/>
          </a:prstGeom>
        </p:spPr>
        <p:txBody>
          <a:bodyPr lIns="0" tIns="0"/>
          <a:lstStyle>
            <a:lvl1pPr algn="l">
              <a:lnSpc>
                <a:spcPct val="100000"/>
              </a:lnSpc>
              <a:defRPr>
                <a:latin typeface="Arial" panose="020B0604020202020204" pitchFamily="34" charset="0"/>
              </a:defRPr>
            </a:lvl1pPr>
          </a:lstStyle>
          <a:p>
            <a:r>
              <a:rPr lang="en-US"/>
              <a:t>Click to add title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85652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600">
          <p15:clr>
            <a:srgbClr val="A4A3A4"/>
          </p15:clr>
        </p15:guide>
        <p15:guide id="3" pos="5436">
          <p15:clr>
            <a:srgbClr val="A4A3A4"/>
          </p15:clr>
        </p15:guide>
        <p15:guide id="5" orient="horz" pos="927">
          <p15:clr>
            <a:srgbClr val="A4A3A4"/>
          </p15:clr>
        </p15:guide>
        <p15:guide id="6" orient="horz" pos="1416">
          <p15:clr>
            <a:srgbClr val="A4A3A4"/>
          </p15:clr>
        </p15:guide>
        <p15:guide id="7" orient="horz" pos="2013">
          <p15:clr>
            <a:srgbClr val="A4A3A4"/>
          </p15:clr>
        </p15:guide>
        <p15:guide id="8" orient="horz" pos="3744">
          <p15:clr>
            <a:srgbClr val="A4A3A4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Copy + Multiple Image Frame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581B2C4-90C4-161F-E5BC-01A7BBDDDA94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8638665" y="3435378"/>
            <a:ext cx="3037398" cy="25146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65225" indent="-28575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□"/>
              <a:defRPr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1881188" indent="-180975">
              <a:buFont typeface="Courier New" panose="02070309020205020404" pitchFamily="49" charset="0"/>
              <a:buChar char="o"/>
              <a:defRPr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>
              <a:defRPr>
                <a:latin typeface="Arial" panose="020B0604020202020204" pitchFamily="34" charset="0"/>
              </a:defRPr>
            </a:lvl6pPr>
            <a:lvl7pPr>
              <a:defRPr>
                <a:latin typeface="Arial" panose="020B0604020202020204" pitchFamily="34" charset="0"/>
              </a:defRPr>
            </a:lvl7pPr>
            <a:lvl8pPr>
              <a:defRPr>
                <a:latin typeface="Arial" panose="020B0604020202020204" pitchFamily="34" charset="0"/>
              </a:defRPr>
            </a:lvl8pPr>
            <a:lvl9pPr>
              <a:defRPr>
                <a:latin typeface="Arial" panose="020B0604020202020204" pitchFamily="34" charset="0"/>
              </a:defRPr>
            </a:lvl9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84AE2E5-313F-8ADE-BDDC-06E38B7E94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fld id="{CD602E07-C281-4409-A9EA-EC31ABE6903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4A8D56AB-8007-B4EF-2020-2D35E9BA7F5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311359" y="3786280"/>
            <a:ext cx="3133725" cy="3071720"/>
          </a:xfrm>
          <a:custGeom>
            <a:avLst/>
            <a:gdLst>
              <a:gd name="connsiteX0" fmla="*/ 0 w 3133725"/>
              <a:gd name="connsiteY0" fmla="*/ 0 h 3071720"/>
              <a:gd name="connsiteX1" fmla="*/ 1175183 w 3133725"/>
              <a:gd name="connsiteY1" fmla="*/ 0 h 3071720"/>
              <a:gd name="connsiteX2" fmla="*/ 3133725 w 3133725"/>
              <a:gd name="connsiteY2" fmla="*/ 0 h 3071720"/>
              <a:gd name="connsiteX3" fmla="*/ 3133725 w 3133725"/>
              <a:gd name="connsiteY3" fmla="*/ 1175126 h 3071720"/>
              <a:gd name="connsiteX4" fmla="*/ 1175183 w 3133725"/>
              <a:gd name="connsiteY4" fmla="*/ 1175126 h 3071720"/>
              <a:gd name="connsiteX5" fmla="*/ 1175183 w 3133725"/>
              <a:gd name="connsiteY5" fmla="*/ 3071720 h 3071720"/>
              <a:gd name="connsiteX6" fmla="*/ 0 w 3133725"/>
              <a:gd name="connsiteY6" fmla="*/ 3071720 h 3071720"/>
              <a:gd name="connsiteX7" fmla="*/ 0 w 3133725"/>
              <a:gd name="connsiteY7" fmla="*/ 1175126 h 3071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33725" h="3071720">
                <a:moveTo>
                  <a:pt x="0" y="0"/>
                </a:moveTo>
                <a:lnTo>
                  <a:pt x="1175183" y="0"/>
                </a:lnTo>
                <a:lnTo>
                  <a:pt x="3133725" y="0"/>
                </a:lnTo>
                <a:lnTo>
                  <a:pt x="3133725" y="1175126"/>
                </a:lnTo>
                <a:lnTo>
                  <a:pt x="1175183" y="1175126"/>
                </a:lnTo>
                <a:lnTo>
                  <a:pt x="1175183" y="3071720"/>
                </a:lnTo>
                <a:lnTo>
                  <a:pt x="0" y="3071720"/>
                </a:lnTo>
                <a:lnTo>
                  <a:pt x="0" y="1175126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5AA1E2FC-147E-0BC2-3CD2-1FE2B823170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445083" y="3052154"/>
            <a:ext cx="3096420" cy="3096419"/>
          </a:xfrm>
          <a:custGeom>
            <a:avLst/>
            <a:gdLst>
              <a:gd name="connsiteX0" fmla="*/ 1935284 w 3096420"/>
              <a:gd name="connsiteY0" fmla="*/ 0 h 3096419"/>
              <a:gd name="connsiteX1" fmla="*/ 3096420 w 3096420"/>
              <a:gd name="connsiteY1" fmla="*/ 0 h 3096419"/>
              <a:gd name="connsiteX2" fmla="*/ 0 w 3096420"/>
              <a:gd name="connsiteY2" fmla="*/ 3096419 h 3096419"/>
              <a:gd name="connsiteX3" fmla="*/ 0 w 3096420"/>
              <a:gd name="connsiteY3" fmla="*/ 1935283 h 3096419"/>
              <a:gd name="connsiteX4" fmla="*/ 1935227 w 3096420"/>
              <a:gd name="connsiteY4" fmla="*/ 57 h 30964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96420" h="3096419">
                <a:moveTo>
                  <a:pt x="1935284" y="0"/>
                </a:moveTo>
                <a:lnTo>
                  <a:pt x="3096420" y="0"/>
                </a:lnTo>
                <a:cubicBezTo>
                  <a:pt x="3096420" y="1707328"/>
                  <a:pt x="1707386" y="3096419"/>
                  <a:pt x="0" y="3096419"/>
                </a:cubicBezTo>
                <a:lnTo>
                  <a:pt x="0" y="1935283"/>
                </a:lnTo>
                <a:cubicBezTo>
                  <a:pt x="1067095" y="1935283"/>
                  <a:pt x="1935227" y="1067151"/>
                  <a:pt x="1935227" y="57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6C07BABD-2976-48B5-600E-0F35279ADE2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549676" y="0"/>
            <a:ext cx="3133725" cy="3060146"/>
          </a:xfrm>
          <a:custGeom>
            <a:avLst/>
            <a:gdLst>
              <a:gd name="connsiteX0" fmla="*/ 0 w 3133725"/>
              <a:gd name="connsiteY0" fmla="*/ 0 h 3071721"/>
              <a:gd name="connsiteX1" fmla="*/ 1175126 w 3133725"/>
              <a:gd name="connsiteY1" fmla="*/ 0 h 3071721"/>
              <a:gd name="connsiteX2" fmla="*/ 1175126 w 3133725"/>
              <a:gd name="connsiteY2" fmla="*/ 1896538 h 3071721"/>
              <a:gd name="connsiteX3" fmla="*/ 3133725 w 3133725"/>
              <a:gd name="connsiteY3" fmla="*/ 1896538 h 3071721"/>
              <a:gd name="connsiteX4" fmla="*/ 3133725 w 3133725"/>
              <a:gd name="connsiteY4" fmla="*/ 3071721 h 3071721"/>
              <a:gd name="connsiteX5" fmla="*/ 1175126 w 3133725"/>
              <a:gd name="connsiteY5" fmla="*/ 3071721 h 3071721"/>
              <a:gd name="connsiteX6" fmla="*/ 0 w 3133725"/>
              <a:gd name="connsiteY6" fmla="*/ 3071721 h 3071721"/>
              <a:gd name="connsiteX7" fmla="*/ 0 w 3133725"/>
              <a:gd name="connsiteY7" fmla="*/ 1896538 h 30717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33725" h="3071721">
                <a:moveTo>
                  <a:pt x="0" y="0"/>
                </a:moveTo>
                <a:lnTo>
                  <a:pt x="1175126" y="0"/>
                </a:lnTo>
                <a:lnTo>
                  <a:pt x="1175126" y="1896538"/>
                </a:lnTo>
                <a:lnTo>
                  <a:pt x="3133725" y="1896538"/>
                </a:lnTo>
                <a:lnTo>
                  <a:pt x="3133725" y="3071721"/>
                </a:lnTo>
                <a:lnTo>
                  <a:pt x="1175126" y="3071721"/>
                </a:lnTo>
                <a:lnTo>
                  <a:pt x="0" y="3071721"/>
                </a:lnTo>
                <a:lnTo>
                  <a:pt x="0" y="1896538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8C41C4-5B5A-C4CC-B5FA-AB8C68082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8000" y="1481138"/>
            <a:ext cx="5207000" cy="762000"/>
          </a:xfrm>
          <a:prstGeom prst="rect">
            <a:avLst/>
          </a:prstGeom>
        </p:spPr>
        <p:txBody>
          <a:bodyPr lIns="0" tIns="0"/>
          <a:lstStyle>
            <a:lvl1pPr algn="l">
              <a:lnSpc>
                <a:spcPct val="100000"/>
              </a:lnSpc>
              <a:defRPr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to add title</a:t>
            </a:r>
            <a:endParaRPr lang="en-GB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AD55A19E-C3F7-C782-E5BD-39B6E9AA07E7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8001" y="6420228"/>
            <a:ext cx="1268209" cy="189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26206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00">
          <p15:clr>
            <a:srgbClr val="A4A3A4"/>
          </p15:clr>
        </p15:guide>
        <p15:guide id="2" orient="horz" pos="927">
          <p15:clr>
            <a:srgbClr val="A4A3A4"/>
          </p15:clr>
        </p15:guide>
        <p15:guide id="3" orient="horz" pos="1416">
          <p15:clr>
            <a:srgbClr val="A4A3A4"/>
          </p15:clr>
        </p15:guide>
        <p15:guide id="4" pos="5435">
          <p15:clr>
            <a:srgbClr val="A4A3A4"/>
          </p15:clr>
        </p15:guide>
        <p15:guide id="6" orient="horz" pos="2011">
          <p15:clr>
            <a:srgbClr val="A4A3A4"/>
          </p15:clr>
        </p15:guide>
        <p15:guide id="7" orient="horz" pos="3744">
          <p15:clr>
            <a:srgbClr val="A4A3A4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py + 2  Image Fram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84AE2E5-313F-8ADE-BDDC-06E38B7E94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fld id="{CD602E07-C281-4409-A9EA-EC31ABE6903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849D9C97-6555-8EED-CDA6-14FDBB271B5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28373" y="3437983"/>
            <a:ext cx="3429016" cy="3420017"/>
          </a:xfrm>
          <a:custGeom>
            <a:avLst/>
            <a:gdLst>
              <a:gd name="connsiteX0" fmla="*/ 2143158 w 3429016"/>
              <a:gd name="connsiteY0" fmla="*/ 0 h 3438017"/>
              <a:gd name="connsiteX1" fmla="*/ 3429016 w 3429016"/>
              <a:gd name="connsiteY1" fmla="*/ 0 h 3438017"/>
              <a:gd name="connsiteX2" fmla="*/ 0 w 3429016"/>
              <a:gd name="connsiteY2" fmla="*/ 3438017 h 3438017"/>
              <a:gd name="connsiteX3" fmla="*/ 0 w 3429016"/>
              <a:gd name="connsiteY3" fmla="*/ 2148784 h 3438017"/>
              <a:gd name="connsiteX4" fmla="*/ 63 w 3429016"/>
              <a:gd name="connsiteY4" fmla="*/ 2148721 h 3438017"/>
              <a:gd name="connsiteX5" fmla="*/ 2143158 w 3429016"/>
              <a:gd name="connsiteY5" fmla="*/ 0 h 3438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29016" h="3438017">
                <a:moveTo>
                  <a:pt x="2143158" y="0"/>
                </a:moveTo>
                <a:lnTo>
                  <a:pt x="3429016" y="0"/>
                </a:lnTo>
                <a:cubicBezTo>
                  <a:pt x="3429016" y="1895744"/>
                  <a:pt x="1890782" y="3438017"/>
                  <a:pt x="0" y="3438017"/>
                </a:cubicBezTo>
                <a:lnTo>
                  <a:pt x="0" y="2148784"/>
                </a:lnTo>
                <a:lnTo>
                  <a:pt x="63" y="2148721"/>
                </a:lnTo>
                <a:cubicBezTo>
                  <a:pt x="1181778" y="2148721"/>
                  <a:pt x="2143158" y="1184817"/>
                  <a:pt x="2143158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74D7C8C9-DD4D-0802-CB83-D846B616E38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881313" y="0"/>
            <a:ext cx="3428953" cy="3438016"/>
          </a:xfrm>
          <a:custGeom>
            <a:avLst/>
            <a:gdLst>
              <a:gd name="connsiteX0" fmla="*/ 0 w 3428953"/>
              <a:gd name="connsiteY0" fmla="*/ 0 h 3438017"/>
              <a:gd name="connsiteX1" fmla="*/ 1285857 w 3428953"/>
              <a:gd name="connsiteY1" fmla="*/ 0 h 3438017"/>
              <a:gd name="connsiteX2" fmla="*/ 3428953 w 3428953"/>
              <a:gd name="connsiteY2" fmla="*/ 0 h 3438017"/>
              <a:gd name="connsiteX3" fmla="*/ 3428953 w 3428953"/>
              <a:gd name="connsiteY3" fmla="*/ 1289296 h 3438017"/>
              <a:gd name="connsiteX4" fmla="*/ 1285857 w 3428953"/>
              <a:gd name="connsiteY4" fmla="*/ 1289296 h 3438017"/>
              <a:gd name="connsiteX5" fmla="*/ 1285857 w 3428953"/>
              <a:gd name="connsiteY5" fmla="*/ 3438017 h 3438017"/>
              <a:gd name="connsiteX6" fmla="*/ 0 w 3428953"/>
              <a:gd name="connsiteY6" fmla="*/ 3438017 h 3438017"/>
              <a:gd name="connsiteX7" fmla="*/ 0 w 3428953"/>
              <a:gd name="connsiteY7" fmla="*/ 1289296 h 3438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28953" h="3438017">
                <a:moveTo>
                  <a:pt x="0" y="0"/>
                </a:moveTo>
                <a:lnTo>
                  <a:pt x="1285857" y="0"/>
                </a:lnTo>
                <a:lnTo>
                  <a:pt x="3428953" y="0"/>
                </a:lnTo>
                <a:lnTo>
                  <a:pt x="3428953" y="1289296"/>
                </a:lnTo>
                <a:lnTo>
                  <a:pt x="1285857" y="1289296"/>
                </a:lnTo>
                <a:lnTo>
                  <a:pt x="1285857" y="3438017"/>
                </a:lnTo>
                <a:lnTo>
                  <a:pt x="0" y="3438017"/>
                </a:lnTo>
                <a:lnTo>
                  <a:pt x="0" y="1289296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07A35B3-4755-FC6C-EA38-F7D29CF867C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6313" y="1714500"/>
            <a:ext cx="5198687" cy="4457700"/>
          </a:xfrm>
          <a:prstGeom prst="rect">
            <a:avLst/>
          </a:prstGeom>
        </p:spPr>
        <p:txBody>
          <a:bodyPr lIns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65225" indent="-266700" defTabSz="107632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□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27175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−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5265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2EC2DB7-A7F3-73AB-AD19-3445DC751A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6879" y="514090"/>
            <a:ext cx="5198121" cy="957523"/>
          </a:xfrm>
          <a:prstGeom prst="rect">
            <a:avLst/>
          </a:prstGeom>
        </p:spPr>
        <p:txBody>
          <a:bodyPr lIns="0" tIns="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3000"/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2951627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00">
          <p15:clr>
            <a:srgbClr val="A4A3A4"/>
          </p15:clr>
        </p15:guide>
        <p15:guide id="4" orient="horz" pos="927">
          <p15:clr>
            <a:srgbClr val="A4A3A4"/>
          </p15:clr>
        </p15:guide>
        <p15:guide id="5" orient="horz" pos="1075">
          <p15:clr>
            <a:srgbClr val="A4A3A4"/>
          </p15:clr>
        </p15:guide>
        <p15:guide id="6" orient="horz" pos="3888">
          <p15:clr>
            <a:srgbClr val="A4A3A4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py + 2  Image Frames (For less content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84AE2E5-313F-8ADE-BDDC-06E38B7E94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fld id="{CD602E07-C281-4409-A9EA-EC31ABE6903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849D9C97-6555-8EED-CDA6-14FDBB271B5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28373" y="3437983"/>
            <a:ext cx="3429016" cy="3420017"/>
          </a:xfrm>
          <a:custGeom>
            <a:avLst/>
            <a:gdLst>
              <a:gd name="connsiteX0" fmla="*/ 2143158 w 3429016"/>
              <a:gd name="connsiteY0" fmla="*/ 0 h 3438017"/>
              <a:gd name="connsiteX1" fmla="*/ 3429016 w 3429016"/>
              <a:gd name="connsiteY1" fmla="*/ 0 h 3438017"/>
              <a:gd name="connsiteX2" fmla="*/ 0 w 3429016"/>
              <a:gd name="connsiteY2" fmla="*/ 3438017 h 3438017"/>
              <a:gd name="connsiteX3" fmla="*/ 0 w 3429016"/>
              <a:gd name="connsiteY3" fmla="*/ 2148784 h 3438017"/>
              <a:gd name="connsiteX4" fmla="*/ 63 w 3429016"/>
              <a:gd name="connsiteY4" fmla="*/ 2148721 h 3438017"/>
              <a:gd name="connsiteX5" fmla="*/ 2143158 w 3429016"/>
              <a:gd name="connsiteY5" fmla="*/ 0 h 3438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29016" h="3438017">
                <a:moveTo>
                  <a:pt x="2143158" y="0"/>
                </a:moveTo>
                <a:lnTo>
                  <a:pt x="3429016" y="0"/>
                </a:lnTo>
                <a:cubicBezTo>
                  <a:pt x="3429016" y="1895744"/>
                  <a:pt x="1890782" y="3438017"/>
                  <a:pt x="0" y="3438017"/>
                </a:cubicBezTo>
                <a:lnTo>
                  <a:pt x="0" y="2148784"/>
                </a:lnTo>
                <a:lnTo>
                  <a:pt x="63" y="2148721"/>
                </a:lnTo>
                <a:cubicBezTo>
                  <a:pt x="1181778" y="2148721"/>
                  <a:pt x="2143158" y="1184817"/>
                  <a:pt x="2143158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74D7C8C9-DD4D-0802-CB83-D846B616E38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881313" y="0"/>
            <a:ext cx="3428953" cy="3438016"/>
          </a:xfrm>
          <a:custGeom>
            <a:avLst/>
            <a:gdLst>
              <a:gd name="connsiteX0" fmla="*/ 0 w 3428953"/>
              <a:gd name="connsiteY0" fmla="*/ 0 h 3438017"/>
              <a:gd name="connsiteX1" fmla="*/ 1285857 w 3428953"/>
              <a:gd name="connsiteY1" fmla="*/ 0 h 3438017"/>
              <a:gd name="connsiteX2" fmla="*/ 3428953 w 3428953"/>
              <a:gd name="connsiteY2" fmla="*/ 0 h 3438017"/>
              <a:gd name="connsiteX3" fmla="*/ 3428953 w 3428953"/>
              <a:gd name="connsiteY3" fmla="*/ 1289296 h 3438017"/>
              <a:gd name="connsiteX4" fmla="*/ 1285857 w 3428953"/>
              <a:gd name="connsiteY4" fmla="*/ 1289296 h 3438017"/>
              <a:gd name="connsiteX5" fmla="*/ 1285857 w 3428953"/>
              <a:gd name="connsiteY5" fmla="*/ 3438017 h 3438017"/>
              <a:gd name="connsiteX6" fmla="*/ 0 w 3428953"/>
              <a:gd name="connsiteY6" fmla="*/ 3438017 h 3438017"/>
              <a:gd name="connsiteX7" fmla="*/ 0 w 3428953"/>
              <a:gd name="connsiteY7" fmla="*/ 1289296 h 3438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28953" h="3438017">
                <a:moveTo>
                  <a:pt x="0" y="0"/>
                </a:moveTo>
                <a:lnTo>
                  <a:pt x="1285857" y="0"/>
                </a:lnTo>
                <a:lnTo>
                  <a:pt x="3428953" y="0"/>
                </a:lnTo>
                <a:lnTo>
                  <a:pt x="3428953" y="1289296"/>
                </a:lnTo>
                <a:lnTo>
                  <a:pt x="1285857" y="1289296"/>
                </a:lnTo>
                <a:lnTo>
                  <a:pt x="1285857" y="3438017"/>
                </a:lnTo>
                <a:lnTo>
                  <a:pt x="0" y="3438017"/>
                </a:lnTo>
                <a:lnTo>
                  <a:pt x="0" y="1289296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E3317F-6DD3-60AC-8F14-90DDB948D0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6877" y="2454274"/>
            <a:ext cx="5198123" cy="3408363"/>
          </a:xfrm>
          <a:prstGeom prst="rect">
            <a:avLst/>
          </a:prstGeom>
        </p:spPr>
        <p:txBody>
          <a:bodyPr lIns="0"/>
          <a:lstStyle>
            <a:lvl1pPr>
              <a:defRPr>
                <a:latin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</a:defRPr>
            </a:lvl2pPr>
            <a:lvl3pPr marL="1165225" indent="-28575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□"/>
              <a:defRPr>
                <a:latin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</a:defRPr>
            </a:lvl4pPr>
            <a:lvl5pPr marL="1881188" indent="-180975">
              <a:buFont typeface="Courier New" panose="02070309020205020404" pitchFamily="49" charset="0"/>
              <a:buChar char="o"/>
              <a:defRPr>
                <a:latin typeface="Arial" panose="020B0604020202020204" pitchFamily="34" charset="0"/>
              </a:defRPr>
            </a:lvl5pPr>
            <a:lvl6pPr>
              <a:defRPr>
                <a:latin typeface="Arial" panose="020B0604020202020204" pitchFamily="34" charset="0"/>
              </a:defRPr>
            </a:lvl6pPr>
            <a:lvl7pPr>
              <a:defRPr>
                <a:latin typeface="Arial" panose="020B0604020202020204" pitchFamily="34" charset="0"/>
              </a:defRPr>
            </a:lvl7pPr>
            <a:lvl8pPr>
              <a:defRPr>
                <a:latin typeface="Arial" panose="020B0604020202020204" pitchFamily="34" charset="0"/>
              </a:defRPr>
            </a:lvl8pPr>
            <a:lvl9pPr>
              <a:defRPr>
                <a:latin typeface="Arial" panose="020B0604020202020204" pitchFamily="34" charset="0"/>
              </a:defRPr>
            </a:lvl9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7E0CC9FE-189C-83E9-ECD8-D9736775BD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6879" y="925253"/>
            <a:ext cx="5198121" cy="957522"/>
          </a:xfrm>
          <a:prstGeom prst="rect">
            <a:avLst/>
          </a:prstGeom>
        </p:spPr>
        <p:txBody>
          <a:bodyPr lIns="0" tIns="0"/>
          <a:lstStyle>
            <a:lvl1pPr>
              <a:lnSpc>
                <a:spcPct val="100000"/>
              </a:lnSpc>
              <a:defRPr sz="3000"/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7029571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83">
          <p15:clr>
            <a:srgbClr val="A4A3A4"/>
          </p15:clr>
        </p15:guide>
        <p15:guide id="2" orient="horz" pos="576">
          <p15:clr>
            <a:srgbClr val="A4A3A4"/>
          </p15:clr>
        </p15:guide>
        <p15:guide id="3" orient="horz" pos="1539">
          <p15:clr>
            <a:srgbClr val="A4A3A4"/>
          </p15:clr>
        </p15:guide>
        <p15:guide id="4" orient="horz" pos="3692">
          <p15:clr>
            <a:srgbClr val="A4A3A4"/>
          </p15:clr>
        </p15:guide>
        <p15:guide id="5" pos="3600">
          <p15:clr>
            <a:srgbClr val="A4A3A4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Copy + 2  Image Frame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84AE2E5-313F-8ADE-BDDC-06E38B7E94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fld id="{CD602E07-C281-4409-A9EA-EC31ABE6903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849D9C97-6555-8EED-CDA6-14FDBB271B5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28373" y="3437983"/>
            <a:ext cx="3429016" cy="3420017"/>
          </a:xfrm>
          <a:custGeom>
            <a:avLst/>
            <a:gdLst>
              <a:gd name="connsiteX0" fmla="*/ 2143158 w 3429016"/>
              <a:gd name="connsiteY0" fmla="*/ 0 h 3438017"/>
              <a:gd name="connsiteX1" fmla="*/ 3429016 w 3429016"/>
              <a:gd name="connsiteY1" fmla="*/ 0 h 3438017"/>
              <a:gd name="connsiteX2" fmla="*/ 0 w 3429016"/>
              <a:gd name="connsiteY2" fmla="*/ 3438017 h 3438017"/>
              <a:gd name="connsiteX3" fmla="*/ 0 w 3429016"/>
              <a:gd name="connsiteY3" fmla="*/ 2148784 h 3438017"/>
              <a:gd name="connsiteX4" fmla="*/ 63 w 3429016"/>
              <a:gd name="connsiteY4" fmla="*/ 2148721 h 3438017"/>
              <a:gd name="connsiteX5" fmla="*/ 2143158 w 3429016"/>
              <a:gd name="connsiteY5" fmla="*/ 0 h 3438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29016" h="3438017">
                <a:moveTo>
                  <a:pt x="2143158" y="0"/>
                </a:moveTo>
                <a:lnTo>
                  <a:pt x="3429016" y="0"/>
                </a:lnTo>
                <a:cubicBezTo>
                  <a:pt x="3429016" y="1895744"/>
                  <a:pt x="1890782" y="3438017"/>
                  <a:pt x="0" y="3438017"/>
                </a:cubicBezTo>
                <a:lnTo>
                  <a:pt x="0" y="2148784"/>
                </a:lnTo>
                <a:lnTo>
                  <a:pt x="63" y="2148721"/>
                </a:lnTo>
                <a:cubicBezTo>
                  <a:pt x="1181778" y="2148721"/>
                  <a:pt x="2143158" y="1184817"/>
                  <a:pt x="2143158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74D7C8C9-DD4D-0802-CB83-D846B616E38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881313" y="0"/>
            <a:ext cx="3428953" cy="3438016"/>
          </a:xfrm>
          <a:custGeom>
            <a:avLst/>
            <a:gdLst>
              <a:gd name="connsiteX0" fmla="*/ 0 w 3428953"/>
              <a:gd name="connsiteY0" fmla="*/ 0 h 3438017"/>
              <a:gd name="connsiteX1" fmla="*/ 1285857 w 3428953"/>
              <a:gd name="connsiteY1" fmla="*/ 0 h 3438017"/>
              <a:gd name="connsiteX2" fmla="*/ 3428953 w 3428953"/>
              <a:gd name="connsiteY2" fmla="*/ 0 h 3438017"/>
              <a:gd name="connsiteX3" fmla="*/ 3428953 w 3428953"/>
              <a:gd name="connsiteY3" fmla="*/ 1289296 h 3438017"/>
              <a:gd name="connsiteX4" fmla="*/ 1285857 w 3428953"/>
              <a:gd name="connsiteY4" fmla="*/ 1289296 h 3438017"/>
              <a:gd name="connsiteX5" fmla="*/ 1285857 w 3428953"/>
              <a:gd name="connsiteY5" fmla="*/ 3438017 h 3438017"/>
              <a:gd name="connsiteX6" fmla="*/ 0 w 3428953"/>
              <a:gd name="connsiteY6" fmla="*/ 3438017 h 3438017"/>
              <a:gd name="connsiteX7" fmla="*/ 0 w 3428953"/>
              <a:gd name="connsiteY7" fmla="*/ 1289296 h 3438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28953" h="3438017">
                <a:moveTo>
                  <a:pt x="0" y="0"/>
                </a:moveTo>
                <a:lnTo>
                  <a:pt x="1285857" y="0"/>
                </a:lnTo>
                <a:lnTo>
                  <a:pt x="3428953" y="0"/>
                </a:lnTo>
                <a:lnTo>
                  <a:pt x="3428953" y="1289296"/>
                </a:lnTo>
                <a:lnTo>
                  <a:pt x="1285857" y="1289296"/>
                </a:lnTo>
                <a:lnTo>
                  <a:pt x="1285857" y="3438017"/>
                </a:lnTo>
                <a:lnTo>
                  <a:pt x="0" y="3438017"/>
                </a:lnTo>
                <a:lnTo>
                  <a:pt x="0" y="1289296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2878247-9EC7-D8DC-83C0-012D34A3E6A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6313" y="1714500"/>
            <a:ext cx="5198687" cy="4457700"/>
          </a:xfrm>
          <a:prstGeom prst="rect">
            <a:avLst/>
          </a:prstGeom>
        </p:spPr>
        <p:txBody>
          <a:bodyPr lIns="0"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65225" indent="-266700" defTabSz="107632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□"/>
              <a:defRPr sz="1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527175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−"/>
              <a:defRPr sz="14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15265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  <a:defRPr sz="1200">
                <a:solidFill>
                  <a:schemeClr val="bg1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052D9E87-ED40-DB9E-5C6B-A7ED43082B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6879" y="514090"/>
            <a:ext cx="5198121" cy="957523"/>
          </a:xfrm>
          <a:prstGeom prst="rect">
            <a:avLst/>
          </a:prstGeom>
        </p:spPr>
        <p:txBody>
          <a:bodyPr lIns="0" tIns="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3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D41092E5-0B21-7949-F024-C22D2994C5F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8001" y="6420228"/>
            <a:ext cx="1268209" cy="189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10229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00">
          <p15:clr>
            <a:srgbClr val="A4A3A4"/>
          </p15:clr>
        </p15:guide>
        <p15:guide id="4" orient="horz" pos="927">
          <p15:clr>
            <a:srgbClr val="A4A3A4"/>
          </p15:clr>
        </p15:guide>
        <p15:guide id="5" orient="horz" pos="1075">
          <p15:clr>
            <a:srgbClr val="A4A3A4"/>
          </p15:clr>
        </p15:guide>
        <p15:guide id="6" orient="horz" pos="3888">
          <p15:clr>
            <a:srgbClr val="A4A3A4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Copy + 2  Image Frames (For less Content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84AE2E5-313F-8ADE-BDDC-06E38B7E94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fld id="{CD602E07-C281-4409-A9EA-EC31ABE6903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849D9C97-6555-8EED-CDA6-14FDBB271B5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28373" y="3437983"/>
            <a:ext cx="3429016" cy="3420017"/>
          </a:xfrm>
          <a:custGeom>
            <a:avLst/>
            <a:gdLst>
              <a:gd name="connsiteX0" fmla="*/ 2143158 w 3429016"/>
              <a:gd name="connsiteY0" fmla="*/ 0 h 3438017"/>
              <a:gd name="connsiteX1" fmla="*/ 3429016 w 3429016"/>
              <a:gd name="connsiteY1" fmla="*/ 0 h 3438017"/>
              <a:gd name="connsiteX2" fmla="*/ 0 w 3429016"/>
              <a:gd name="connsiteY2" fmla="*/ 3438017 h 3438017"/>
              <a:gd name="connsiteX3" fmla="*/ 0 w 3429016"/>
              <a:gd name="connsiteY3" fmla="*/ 2148784 h 3438017"/>
              <a:gd name="connsiteX4" fmla="*/ 63 w 3429016"/>
              <a:gd name="connsiteY4" fmla="*/ 2148721 h 3438017"/>
              <a:gd name="connsiteX5" fmla="*/ 2143158 w 3429016"/>
              <a:gd name="connsiteY5" fmla="*/ 0 h 3438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29016" h="3438017">
                <a:moveTo>
                  <a:pt x="2143158" y="0"/>
                </a:moveTo>
                <a:lnTo>
                  <a:pt x="3429016" y="0"/>
                </a:lnTo>
                <a:cubicBezTo>
                  <a:pt x="3429016" y="1895744"/>
                  <a:pt x="1890782" y="3438017"/>
                  <a:pt x="0" y="3438017"/>
                </a:cubicBezTo>
                <a:lnTo>
                  <a:pt x="0" y="2148784"/>
                </a:lnTo>
                <a:lnTo>
                  <a:pt x="63" y="2148721"/>
                </a:lnTo>
                <a:cubicBezTo>
                  <a:pt x="1181778" y="2148721"/>
                  <a:pt x="2143158" y="1184817"/>
                  <a:pt x="2143158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74D7C8C9-DD4D-0802-CB83-D846B616E38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881313" y="0"/>
            <a:ext cx="3428953" cy="3438016"/>
          </a:xfrm>
          <a:custGeom>
            <a:avLst/>
            <a:gdLst>
              <a:gd name="connsiteX0" fmla="*/ 0 w 3428953"/>
              <a:gd name="connsiteY0" fmla="*/ 0 h 3438017"/>
              <a:gd name="connsiteX1" fmla="*/ 1285857 w 3428953"/>
              <a:gd name="connsiteY1" fmla="*/ 0 h 3438017"/>
              <a:gd name="connsiteX2" fmla="*/ 3428953 w 3428953"/>
              <a:gd name="connsiteY2" fmla="*/ 0 h 3438017"/>
              <a:gd name="connsiteX3" fmla="*/ 3428953 w 3428953"/>
              <a:gd name="connsiteY3" fmla="*/ 1289296 h 3438017"/>
              <a:gd name="connsiteX4" fmla="*/ 1285857 w 3428953"/>
              <a:gd name="connsiteY4" fmla="*/ 1289296 h 3438017"/>
              <a:gd name="connsiteX5" fmla="*/ 1285857 w 3428953"/>
              <a:gd name="connsiteY5" fmla="*/ 3438017 h 3438017"/>
              <a:gd name="connsiteX6" fmla="*/ 0 w 3428953"/>
              <a:gd name="connsiteY6" fmla="*/ 3438017 h 3438017"/>
              <a:gd name="connsiteX7" fmla="*/ 0 w 3428953"/>
              <a:gd name="connsiteY7" fmla="*/ 1289296 h 3438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28953" h="3438017">
                <a:moveTo>
                  <a:pt x="0" y="0"/>
                </a:moveTo>
                <a:lnTo>
                  <a:pt x="1285857" y="0"/>
                </a:lnTo>
                <a:lnTo>
                  <a:pt x="3428953" y="0"/>
                </a:lnTo>
                <a:lnTo>
                  <a:pt x="3428953" y="1289296"/>
                </a:lnTo>
                <a:lnTo>
                  <a:pt x="1285857" y="1289296"/>
                </a:lnTo>
                <a:lnTo>
                  <a:pt x="1285857" y="3438017"/>
                </a:lnTo>
                <a:lnTo>
                  <a:pt x="0" y="3438017"/>
                </a:lnTo>
                <a:lnTo>
                  <a:pt x="0" y="1289296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09440AA0-EF12-444F-8C65-D56FA3189B3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6877" y="2454274"/>
            <a:ext cx="5198123" cy="3408363"/>
          </a:xfrm>
          <a:prstGeom prst="rect">
            <a:avLst/>
          </a:prstGeom>
        </p:spPr>
        <p:txBody>
          <a:bodyPr lIns="0"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65225" indent="-28575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□"/>
              <a:defRPr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1881188" indent="-180975">
              <a:buFont typeface="Courier New" panose="02070309020205020404" pitchFamily="49" charset="0"/>
              <a:buChar char="o"/>
              <a:defRPr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>
              <a:defRPr>
                <a:latin typeface="Arial" panose="020B0604020202020204" pitchFamily="34" charset="0"/>
              </a:defRPr>
            </a:lvl6pPr>
            <a:lvl7pPr>
              <a:defRPr>
                <a:latin typeface="Arial" panose="020B0604020202020204" pitchFamily="34" charset="0"/>
              </a:defRPr>
            </a:lvl7pPr>
            <a:lvl8pPr>
              <a:defRPr>
                <a:latin typeface="Arial" panose="020B0604020202020204" pitchFamily="34" charset="0"/>
              </a:defRPr>
            </a:lvl8pPr>
            <a:lvl9pPr>
              <a:defRPr>
                <a:latin typeface="Arial" panose="020B0604020202020204" pitchFamily="34" charset="0"/>
              </a:defRPr>
            </a:lvl9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CE08E14-67C4-E87C-3AFF-5EDF554B1E7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6879" y="925253"/>
            <a:ext cx="5198121" cy="957522"/>
          </a:xfrm>
          <a:prstGeom prst="rect">
            <a:avLst/>
          </a:prstGeom>
        </p:spPr>
        <p:txBody>
          <a:bodyPr lIns="0" tIns="0"/>
          <a:lstStyle>
            <a:lvl1pPr>
              <a:lnSpc>
                <a:spcPct val="100000"/>
              </a:lnSpc>
              <a:defRPr sz="3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8C73404-BE2A-A090-A14A-BBCFDACF1D0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8001" y="6420228"/>
            <a:ext cx="1268209" cy="189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4310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597">
          <p15:clr>
            <a:srgbClr val="A4A3A4"/>
          </p15:clr>
        </p15:guide>
        <p15:guide id="2" orient="horz" pos="576">
          <p15:clr>
            <a:srgbClr val="A4A3A4"/>
          </p15:clr>
        </p15:guide>
        <p15:guide id="3" orient="horz" pos="1183">
          <p15:clr>
            <a:srgbClr val="A4A3A4"/>
          </p15:clr>
        </p15:guide>
        <p15:guide id="4" orient="horz" pos="1539">
          <p15:clr>
            <a:srgbClr val="A4A3A4"/>
          </p15:clr>
        </p15:guide>
        <p15:guide id="5" orient="horz" pos="3692">
          <p15:clr>
            <a:srgbClr val="A4A3A4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(NEW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84AE2E5-313F-8ADE-BDDC-06E38B7E94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CD602E07-C281-4409-A9EA-EC31ABE6903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994BC7B3-6477-58FB-4DA2-389137C59C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6879" y="514090"/>
            <a:ext cx="11159184" cy="487911"/>
          </a:xfrm>
          <a:prstGeom prst="rect">
            <a:avLst/>
          </a:prstGeom>
        </p:spPr>
        <p:txBody>
          <a:bodyPr lIns="0" tIns="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3000"/>
            </a:lvl1pPr>
          </a:lstStyle>
          <a:p>
            <a:r>
              <a:rPr lang="en-US"/>
              <a:t>Click to add title (Font size 30)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262C04-94BA-56B0-7563-785A81C6949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16313" y="1018627"/>
            <a:ext cx="11159186" cy="452986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000">
                <a:latin typeface="Arial" panose="020B0604020202020204" pitchFamily="34" charset="0"/>
              </a:defRPr>
            </a:lvl1pPr>
            <a:lvl2pPr marL="268288" indent="0">
              <a:buNone/>
              <a:defRPr sz="2000">
                <a:latin typeface="Arial" panose="020B0604020202020204" pitchFamily="34" charset="0"/>
              </a:defRPr>
            </a:lvl2pPr>
            <a:lvl3pPr marL="879475" indent="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2000">
                <a:latin typeface="Arial" panose="020B0604020202020204" pitchFamily="34" charset="0"/>
              </a:defRPr>
            </a:lvl3pPr>
            <a:lvl4pPr marL="1327150" indent="0">
              <a:buNone/>
              <a:defRPr sz="2000">
                <a:latin typeface="Arial" panose="020B0604020202020204" pitchFamily="34" charset="0"/>
              </a:defRPr>
            </a:lvl4pPr>
            <a:lvl5pPr marL="1700213" indent="0">
              <a:buFont typeface="Courier New" panose="02070309020205020404" pitchFamily="49" charset="0"/>
              <a:buNone/>
              <a:defRPr sz="2000">
                <a:latin typeface="Arial" panose="020B0604020202020204" pitchFamily="34" charset="0"/>
              </a:defRPr>
            </a:lvl5pPr>
            <a:lvl6pPr>
              <a:defRPr>
                <a:latin typeface="Arial" panose="020B0604020202020204" pitchFamily="34" charset="0"/>
              </a:defRPr>
            </a:lvl6pPr>
            <a:lvl7pPr>
              <a:defRPr>
                <a:latin typeface="Arial" panose="020B0604020202020204" pitchFamily="34" charset="0"/>
              </a:defRPr>
            </a:lvl7pPr>
            <a:lvl8pPr>
              <a:defRPr>
                <a:latin typeface="Arial" panose="020B0604020202020204" pitchFamily="34" charset="0"/>
              </a:defRPr>
            </a:lvl8pPr>
            <a:lvl9pPr>
              <a:defRPr>
                <a:latin typeface="Arial" panose="020B0604020202020204" pitchFamily="34" charset="0"/>
              </a:defRPr>
            </a:lvl9pPr>
          </a:lstStyle>
          <a:p>
            <a:pPr lvl="0"/>
            <a:r>
              <a:rPr lang="en-GB"/>
              <a:t>Click to add Sub-title</a:t>
            </a:r>
          </a:p>
        </p:txBody>
      </p:sp>
    </p:spTree>
    <p:extLst>
      <p:ext uri="{BB962C8B-B14F-4D97-AF65-F5344CB8AC3E}">
        <p14:creationId xmlns:p14="http://schemas.microsoft.com/office/powerpoint/2010/main" val="3157516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927">
          <p15:clr>
            <a:srgbClr val="A4A3A4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ck Title Onl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E73EC1-B500-E2B3-DB19-32C3E1335B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fld id="{CD602E07-C281-4409-A9EA-EC31ABE6903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791F461-A991-2144-4190-1E9EF972A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6879" y="514090"/>
            <a:ext cx="11159184" cy="487911"/>
          </a:xfrm>
          <a:prstGeom prst="rect">
            <a:avLst/>
          </a:prstGeom>
        </p:spPr>
        <p:txBody>
          <a:bodyPr lIns="0" tIns="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3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 (Font size 30)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57EC013-D2F2-9ABF-216E-0A30C441E91B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16313" y="1018627"/>
            <a:ext cx="11159186" cy="452986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268288" indent="0">
              <a:buNone/>
              <a:defRPr sz="2000">
                <a:latin typeface="Arial" panose="020B0604020202020204" pitchFamily="34" charset="0"/>
              </a:defRPr>
            </a:lvl2pPr>
            <a:lvl3pPr marL="879475" indent="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2000">
                <a:latin typeface="Arial" panose="020B0604020202020204" pitchFamily="34" charset="0"/>
              </a:defRPr>
            </a:lvl3pPr>
            <a:lvl4pPr marL="1327150" indent="0">
              <a:buNone/>
              <a:defRPr sz="2000">
                <a:latin typeface="Arial" panose="020B0604020202020204" pitchFamily="34" charset="0"/>
              </a:defRPr>
            </a:lvl4pPr>
            <a:lvl5pPr marL="1700213" indent="0">
              <a:buFont typeface="Courier New" panose="02070309020205020404" pitchFamily="49" charset="0"/>
              <a:buNone/>
              <a:defRPr sz="2000">
                <a:latin typeface="Arial" panose="020B0604020202020204" pitchFamily="34" charset="0"/>
              </a:defRPr>
            </a:lvl5pPr>
            <a:lvl6pPr>
              <a:defRPr>
                <a:latin typeface="Arial" panose="020B0604020202020204" pitchFamily="34" charset="0"/>
              </a:defRPr>
            </a:lvl6pPr>
            <a:lvl7pPr>
              <a:defRPr>
                <a:latin typeface="Arial" panose="020B0604020202020204" pitchFamily="34" charset="0"/>
              </a:defRPr>
            </a:lvl7pPr>
            <a:lvl8pPr>
              <a:defRPr>
                <a:latin typeface="Arial" panose="020B0604020202020204" pitchFamily="34" charset="0"/>
              </a:defRPr>
            </a:lvl8pPr>
            <a:lvl9pPr>
              <a:defRPr>
                <a:latin typeface="Arial" panose="020B0604020202020204" pitchFamily="34" charset="0"/>
              </a:defRPr>
            </a:lvl9pPr>
          </a:lstStyle>
          <a:p>
            <a:pPr lvl="0"/>
            <a:r>
              <a:rPr lang="en-GB"/>
              <a:t>Click to add Sub-title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77C0FCBF-46C6-B5AC-361F-22531932AFF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8001" y="6420228"/>
            <a:ext cx="1268209" cy="189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03053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927">
          <p15:clr>
            <a:srgbClr val="A4A3A4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attern (NEW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BBB901FE-6A70-E76B-551F-603B51DDE8A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2145170 h 6858000"/>
              <a:gd name="connsiteX1" fmla="*/ 931465 w 12192000"/>
              <a:gd name="connsiteY1" fmla="*/ 2145170 h 6858000"/>
              <a:gd name="connsiteX2" fmla="*/ 931465 w 12192000"/>
              <a:gd name="connsiteY2" fmla="*/ 4287659 h 6858000"/>
              <a:gd name="connsiteX3" fmla="*/ 3092333 w 12192000"/>
              <a:gd name="connsiteY3" fmla="*/ 4287659 h 6858000"/>
              <a:gd name="connsiteX4" fmla="*/ 3092333 w 12192000"/>
              <a:gd name="connsiteY4" fmla="*/ 5572696 h 6858000"/>
              <a:gd name="connsiteX5" fmla="*/ 3141168 w 12192000"/>
              <a:gd name="connsiteY5" fmla="*/ 5572150 h 6858000"/>
              <a:gd name="connsiteX6" fmla="*/ 3189745 w 12192000"/>
              <a:gd name="connsiteY6" fmla="*/ 5570550 h 6858000"/>
              <a:gd name="connsiteX7" fmla="*/ 3238055 w 12192000"/>
              <a:gd name="connsiteY7" fmla="*/ 5567870 h 6858000"/>
              <a:gd name="connsiteX8" fmla="*/ 3286069 w 12192000"/>
              <a:gd name="connsiteY8" fmla="*/ 5564162 h 6858000"/>
              <a:gd name="connsiteX9" fmla="*/ 3333802 w 12192000"/>
              <a:gd name="connsiteY9" fmla="*/ 5559399 h 6858000"/>
              <a:gd name="connsiteX10" fmla="*/ 3381215 w 12192000"/>
              <a:gd name="connsiteY10" fmla="*/ 5553634 h 6858000"/>
              <a:gd name="connsiteX11" fmla="*/ 3428306 w 12192000"/>
              <a:gd name="connsiteY11" fmla="*/ 5546839 h 6858000"/>
              <a:gd name="connsiteX12" fmla="*/ 3475077 w 12192000"/>
              <a:gd name="connsiteY12" fmla="*/ 5539041 h 6858000"/>
              <a:gd name="connsiteX13" fmla="*/ 3521504 w 12192000"/>
              <a:gd name="connsiteY13" fmla="*/ 5530266 h 6858000"/>
              <a:gd name="connsiteX14" fmla="*/ 3567571 w 12192000"/>
              <a:gd name="connsiteY14" fmla="*/ 5520499 h 6858000"/>
              <a:gd name="connsiteX15" fmla="*/ 3613266 w 12192000"/>
              <a:gd name="connsiteY15" fmla="*/ 5509768 h 6858000"/>
              <a:gd name="connsiteX16" fmla="*/ 3658604 w 12192000"/>
              <a:gd name="connsiteY16" fmla="*/ 5498084 h 6858000"/>
              <a:gd name="connsiteX17" fmla="*/ 3703544 w 12192000"/>
              <a:gd name="connsiteY17" fmla="*/ 5485447 h 6858000"/>
              <a:gd name="connsiteX18" fmla="*/ 3748073 w 12192000"/>
              <a:gd name="connsiteY18" fmla="*/ 5471884 h 6858000"/>
              <a:gd name="connsiteX19" fmla="*/ 3792207 w 12192000"/>
              <a:gd name="connsiteY19" fmla="*/ 5457393 h 6858000"/>
              <a:gd name="connsiteX20" fmla="*/ 3835916 w 12192000"/>
              <a:gd name="connsiteY20" fmla="*/ 5442001 h 6858000"/>
              <a:gd name="connsiteX21" fmla="*/ 3879178 w 12192000"/>
              <a:gd name="connsiteY21" fmla="*/ 5425694 h 6858000"/>
              <a:gd name="connsiteX22" fmla="*/ 3922004 w 12192000"/>
              <a:gd name="connsiteY22" fmla="*/ 5408511 h 6858000"/>
              <a:gd name="connsiteX23" fmla="*/ 3964369 w 12192000"/>
              <a:gd name="connsiteY23" fmla="*/ 5390451 h 6858000"/>
              <a:gd name="connsiteX24" fmla="*/ 4006273 w 12192000"/>
              <a:gd name="connsiteY24" fmla="*/ 5371528 h 6858000"/>
              <a:gd name="connsiteX25" fmla="*/ 4047690 w 12192000"/>
              <a:gd name="connsiteY25" fmla="*/ 5351742 h 6858000"/>
              <a:gd name="connsiteX26" fmla="*/ 4088608 w 12192000"/>
              <a:gd name="connsiteY26" fmla="*/ 5331130 h 6858000"/>
              <a:gd name="connsiteX27" fmla="*/ 4129038 w 12192000"/>
              <a:gd name="connsiteY27" fmla="*/ 5309667 h 6858000"/>
              <a:gd name="connsiteX28" fmla="*/ 4168944 w 12192000"/>
              <a:gd name="connsiteY28" fmla="*/ 5287403 h 6858000"/>
              <a:gd name="connsiteX29" fmla="*/ 4208310 w 12192000"/>
              <a:gd name="connsiteY29" fmla="*/ 5264315 h 6858000"/>
              <a:gd name="connsiteX30" fmla="*/ 4247152 w 12192000"/>
              <a:gd name="connsiteY30" fmla="*/ 5240452 h 6858000"/>
              <a:gd name="connsiteX31" fmla="*/ 4285443 w 12192000"/>
              <a:gd name="connsiteY31" fmla="*/ 5215788 h 6858000"/>
              <a:gd name="connsiteX32" fmla="*/ 4323184 w 12192000"/>
              <a:gd name="connsiteY32" fmla="*/ 5190350 h 6858000"/>
              <a:gd name="connsiteX33" fmla="*/ 4360335 w 12192000"/>
              <a:gd name="connsiteY33" fmla="*/ 5164150 h 6858000"/>
              <a:gd name="connsiteX34" fmla="*/ 4396909 w 12192000"/>
              <a:gd name="connsiteY34" fmla="*/ 5137201 h 6858000"/>
              <a:gd name="connsiteX35" fmla="*/ 4432882 w 12192000"/>
              <a:gd name="connsiteY35" fmla="*/ 5109515 h 6858000"/>
              <a:gd name="connsiteX36" fmla="*/ 4468251 w 12192000"/>
              <a:gd name="connsiteY36" fmla="*/ 5081105 h 6858000"/>
              <a:gd name="connsiteX37" fmla="*/ 4503008 w 12192000"/>
              <a:gd name="connsiteY37" fmla="*/ 5051971 h 6858000"/>
              <a:gd name="connsiteX38" fmla="*/ 4537123 w 12192000"/>
              <a:gd name="connsiteY38" fmla="*/ 5022139 h 6858000"/>
              <a:gd name="connsiteX39" fmla="*/ 4570597 w 12192000"/>
              <a:gd name="connsiteY39" fmla="*/ 4991608 h 6858000"/>
              <a:gd name="connsiteX40" fmla="*/ 4603430 w 12192000"/>
              <a:gd name="connsiteY40" fmla="*/ 4960404 h 6858000"/>
              <a:gd name="connsiteX41" fmla="*/ 4635585 w 12192000"/>
              <a:gd name="connsiteY41" fmla="*/ 4928514 h 6858000"/>
              <a:gd name="connsiteX42" fmla="*/ 4667073 w 12192000"/>
              <a:gd name="connsiteY42" fmla="*/ 4895977 h 6858000"/>
              <a:gd name="connsiteX43" fmla="*/ 4697858 w 12192000"/>
              <a:gd name="connsiteY43" fmla="*/ 4862792 h 6858000"/>
              <a:gd name="connsiteX44" fmla="*/ 4727963 w 12192000"/>
              <a:gd name="connsiteY44" fmla="*/ 4828959 h 6858000"/>
              <a:gd name="connsiteX45" fmla="*/ 4757339 w 12192000"/>
              <a:gd name="connsiteY45" fmla="*/ 4794516 h 6858000"/>
              <a:gd name="connsiteX46" fmla="*/ 4786008 w 12192000"/>
              <a:gd name="connsiteY46" fmla="*/ 4759452 h 6858000"/>
              <a:gd name="connsiteX47" fmla="*/ 4813935 w 12192000"/>
              <a:gd name="connsiteY47" fmla="*/ 4723777 h 6858000"/>
              <a:gd name="connsiteX48" fmla="*/ 4841121 w 12192000"/>
              <a:gd name="connsiteY48" fmla="*/ 4687532 h 6858000"/>
              <a:gd name="connsiteX49" fmla="*/ 4867535 w 12192000"/>
              <a:gd name="connsiteY49" fmla="*/ 4650689 h 6858000"/>
              <a:gd name="connsiteX50" fmla="*/ 4893195 w 12192000"/>
              <a:gd name="connsiteY50" fmla="*/ 4613287 h 6858000"/>
              <a:gd name="connsiteX51" fmla="*/ 4918075 w 12192000"/>
              <a:gd name="connsiteY51" fmla="*/ 4575327 h 6858000"/>
              <a:gd name="connsiteX52" fmla="*/ 4942158 w 12192000"/>
              <a:gd name="connsiteY52" fmla="*/ 4536821 h 6858000"/>
              <a:gd name="connsiteX53" fmla="*/ 4965434 w 12192000"/>
              <a:gd name="connsiteY53" fmla="*/ 4497781 h 6858000"/>
              <a:gd name="connsiteX54" fmla="*/ 4987905 w 12192000"/>
              <a:gd name="connsiteY54" fmla="*/ 4458220 h 6858000"/>
              <a:gd name="connsiteX55" fmla="*/ 5009542 w 12192000"/>
              <a:gd name="connsiteY55" fmla="*/ 4418152 h 6858000"/>
              <a:gd name="connsiteX56" fmla="*/ 5030347 w 12192000"/>
              <a:gd name="connsiteY56" fmla="*/ 4377575 h 6858000"/>
              <a:gd name="connsiteX57" fmla="*/ 5050293 w 12192000"/>
              <a:gd name="connsiteY57" fmla="*/ 4336516 h 6858000"/>
              <a:gd name="connsiteX58" fmla="*/ 5069380 w 12192000"/>
              <a:gd name="connsiteY58" fmla="*/ 4294987 h 6858000"/>
              <a:gd name="connsiteX59" fmla="*/ 5087599 w 12192000"/>
              <a:gd name="connsiteY59" fmla="*/ 4252988 h 6858000"/>
              <a:gd name="connsiteX60" fmla="*/ 5104943 w 12192000"/>
              <a:gd name="connsiteY60" fmla="*/ 4210532 h 6858000"/>
              <a:gd name="connsiteX61" fmla="*/ 5121381 w 12192000"/>
              <a:gd name="connsiteY61" fmla="*/ 4167632 h 6858000"/>
              <a:gd name="connsiteX62" fmla="*/ 5136906 w 12192000"/>
              <a:gd name="connsiteY62" fmla="*/ 4124312 h 6858000"/>
              <a:gd name="connsiteX63" fmla="*/ 5151523 w 12192000"/>
              <a:gd name="connsiteY63" fmla="*/ 4080560 h 6858000"/>
              <a:gd name="connsiteX64" fmla="*/ 5165204 w 12192000"/>
              <a:gd name="connsiteY64" fmla="*/ 4036403 h 6858000"/>
              <a:gd name="connsiteX65" fmla="*/ 5177951 w 12192000"/>
              <a:gd name="connsiteY65" fmla="*/ 3991851 h 6858000"/>
              <a:gd name="connsiteX66" fmla="*/ 5189738 w 12192000"/>
              <a:gd name="connsiteY66" fmla="*/ 3946918 h 6858000"/>
              <a:gd name="connsiteX67" fmla="*/ 5200562 w 12192000"/>
              <a:gd name="connsiteY67" fmla="*/ 3901605 h 6858000"/>
              <a:gd name="connsiteX68" fmla="*/ 5210414 w 12192000"/>
              <a:gd name="connsiteY68" fmla="*/ 3855936 h 6858000"/>
              <a:gd name="connsiteX69" fmla="*/ 5219266 w 12192000"/>
              <a:gd name="connsiteY69" fmla="*/ 3809911 h 6858000"/>
              <a:gd name="connsiteX70" fmla="*/ 5227132 w 12192000"/>
              <a:gd name="connsiteY70" fmla="*/ 3763556 h 6858000"/>
              <a:gd name="connsiteX71" fmla="*/ 5233986 w 12192000"/>
              <a:gd name="connsiteY71" fmla="*/ 3716871 h 6858000"/>
              <a:gd name="connsiteX72" fmla="*/ 5239801 w 12192000"/>
              <a:gd name="connsiteY72" fmla="*/ 3669855 h 6858000"/>
              <a:gd name="connsiteX73" fmla="*/ 5244605 w 12192000"/>
              <a:gd name="connsiteY73" fmla="*/ 3622548 h 6858000"/>
              <a:gd name="connsiteX74" fmla="*/ 5248346 w 12192000"/>
              <a:gd name="connsiteY74" fmla="*/ 3574948 h 6858000"/>
              <a:gd name="connsiteX75" fmla="*/ 5251049 w 12192000"/>
              <a:gd name="connsiteY75" fmla="*/ 3527056 h 6858000"/>
              <a:gd name="connsiteX76" fmla="*/ 5252663 w 12192000"/>
              <a:gd name="connsiteY76" fmla="*/ 3478898 h 6858000"/>
              <a:gd name="connsiteX77" fmla="*/ 5253214 w 12192000"/>
              <a:gd name="connsiteY77" fmla="*/ 3430486 h 6858000"/>
              <a:gd name="connsiteX78" fmla="*/ 6549733 w 12192000"/>
              <a:gd name="connsiteY78" fmla="*/ 3430486 h 6858000"/>
              <a:gd name="connsiteX79" fmla="*/ 6549387 w 12192000"/>
              <a:gd name="connsiteY79" fmla="*/ 3478860 h 6858000"/>
              <a:gd name="connsiteX80" fmla="*/ 6548374 w 12192000"/>
              <a:gd name="connsiteY80" fmla="*/ 3527082 h 6858000"/>
              <a:gd name="connsiteX81" fmla="*/ 6546684 w 12192000"/>
              <a:gd name="connsiteY81" fmla="*/ 3575151 h 6858000"/>
              <a:gd name="connsiteX82" fmla="*/ 6544339 w 12192000"/>
              <a:gd name="connsiteY82" fmla="*/ 3623043 h 6858000"/>
              <a:gd name="connsiteX83" fmla="*/ 6541328 w 12192000"/>
              <a:gd name="connsiteY83" fmla="*/ 3670757 h 6858000"/>
              <a:gd name="connsiteX84" fmla="*/ 6537652 w 12192000"/>
              <a:gd name="connsiteY84" fmla="*/ 3718306 h 6858000"/>
              <a:gd name="connsiteX85" fmla="*/ 6533335 w 12192000"/>
              <a:gd name="connsiteY85" fmla="*/ 3765664 h 6858000"/>
              <a:gd name="connsiteX86" fmla="*/ 6528351 w 12192000"/>
              <a:gd name="connsiteY86" fmla="*/ 3812844 h 6858000"/>
              <a:gd name="connsiteX87" fmla="*/ 6522741 w 12192000"/>
              <a:gd name="connsiteY87" fmla="*/ 3859822 h 6858000"/>
              <a:gd name="connsiteX88" fmla="*/ 6516489 w 12192000"/>
              <a:gd name="connsiteY88" fmla="*/ 3906621 h 6858000"/>
              <a:gd name="connsiteX89" fmla="*/ 6509596 w 12192000"/>
              <a:gd name="connsiteY89" fmla="*/ 3953218 h 6858000"/>
              <a:gd name="connsiteX90" fmla="*/ 6502077 w 12192000"/>
              <a:gd name="connsiteY90" fmla="*/ 3999598 h 6858000"/>
              <a:gd name="connsiteX91" fmla="*/ 6493929 w 12192000"/>
              <a:gd name="connsiteY91" fmla="*/ 4045788 h 6858000"/>
              <a:gd name="connsiteX92" fmla="*/ 6485154 w 12192000"/>
              <a:gd name="connsiteY92" fmla="*/ 4091749 h 6858000"/>
              <a:gd name="connsiteX93" fmla="*/ 6475764 w 12192000"/>
              <a:gd name="connsiteY93" fmla="*/ 4137507 h 6858000"/>
              <a:gd name="connsiteX94" fmla="*/ 6465772 w 12192000"/>
              <a:gd name="connsiteY94" fmla="*/ 4183037 h 6858000"/>
              <a:gd name="connsiteX95" fmla="*/ 6455164 w 12192000"/>
              <a:gd name="connsiteY95" fmla="*/ 4228350 h 6858000"/>
              <a:gd name="connsiteX96" fmla="*/ 6443955 w 12192000"/>
              <a:gd name="connsiteY96" fmla="*/ 4273423 h 6858000"/>
              <a:gd name="connsiteX97" fmla="*/ 6432143 w 12192000"/>
              <a:gd name="connsiteY97" fmla="*/ 4318266 h 6858000"/>
              <a:gd name="connsiteX98" fmla="*/ 6419743 w 12192000"/>
              <a:gd name="connsiteY98" fmla="*/ 4362869 h 6858000"/>
              <a:gd name="connsiteX99" fmla="*/ 6406740 w 12192000"/>
              <a:gd name="connsiteY99" fmla="*/ 4407230 h 6858000"/>
              <a:gd name="connsiteX100" fmla="*/ 6393161 w 12192000"/>
              <a:gd name="connsiteY100" fmla="*/ 4451350 h 6858000"/>
              <a:gd name="connsiteX101" fmla="*/ 6379005 w 12192000"/>
              <a:gd name="connsiteY101" fmla="*/ 4495203 h 6858000"/>
              <a:gd name="connsiteX102" fmla="*/ 6364260 w 12192000"/>
              <a:gd name="connsiteY102" fmla="*/ 4538815 h 6858000"/>
              <a:gd name="connsiteX103" fmla="*/ 6348951 w 12192000"/>
              <a:gd name="connsiteY103" fmla="*/ 4582160 h 6858000"/>
              <a:gd name="connsiteX104" fmla="*/ 6333079 w 12192000"/>
              <a:gd name="connsiteY104" fmla="*/ 4625238 h 6858000"/>
              <a:gd name="connsiteX105" fmla="*/ 6316629 w 12192000"/>
              <a:gd name="connsiteY105" fmla="*/ 4668037 h 6858000"/>
              <a:gd name="connsiteX106" fmla="*/ 6299629 w 12192000"/>
              <a:gd name="connsiteY106" fmla="*/ 4710569 h 6858000"/>
              <a:gd name="connsiteX107" fmla="*/ 6282078 w 12192000"/>
              <a:gd name="connsiteY107" fmla="*/ 4752835 h 6858000"/>
              <a:gd name="connsiteX108" fmla="*/ 6263965 w 12192000"/>
              <a:gd name="connsiteY108" fmla="*/ 4794809 h 6858000"/>
              <a:gd name="connsiteX109" fmla="*/ 6245312 w 12192000"/>
              <a:gd name="connsiteY109" fmla="*/ 4836490 h 6858000"/>
              <a:gd name="connsiteX110" fmla="*/ 6226122 w 12192000"/>
              <a:gd name="connsiteY110" fmla="*/ 4877879 h 6858000"/>
              <a:gd name="connsiteX111" fmla="*/ 6206394 w 12192000"/>
              <a:gd name="connsiteY111" fmla="*/ 4918976 h 6858000"/>
              <a:gd name="connsiteX112" fmla="*/ 6186140 w 12192000"/>
              <a:gd name="connsiteY112" fmla="*/ 4959769 h 6858000"/>
              <a:gd name="connsiteX113" fmla="*/ 6165348 w 12192000"/>
              <a:gd name="connsiteY113" fmla="*/ 5000256 h 6858000"/>
              <a:gd name="connsiteX114" fmla="*/ 6144044 w 12192000"/>
              <a:gd name="connsiteY114" fmla="*/ 5040439 h 6858000"/>
              <a:gd name="connsiteX115" fmla="*/ 6122214 w 12192000"/>
              <a:gd name="connsiteY115" fmla="*/ 5080305 h 6858000"/>
              <a:gd name="connsiteX116" fmla="*/ 6099861 w 12192000"/>
              <a:gd name="connsiteY116" fmla="*/ 5119852 h 6858000"/>
              <a:gd name="connsiteX117" fmla="*/ 6077018 w 12192000"/>
              <a:gd name="connsiteY117" fmla="*/ 5159070 h 6858000"/>
              <a:gd name="connsiteX118" fmla="*/ 6053652 w 12192000"/>
              <a:gd name="connsiteY118" fmla="*/ 5197970 h 6858000"/>
              <a:gd name="connsiteX119" fmla="*/ 6029798 w 12192000"/>
              <a:gd name="connsiteY119" fmla="*/ 5236527 h 6858000"/>
              <a:gd name="connsiteX120" fmla="*/ 6005445 w 12192000"/>
              <a:gd name="connsiteY120" fmla="*/ 5274754 h 6858000"/>
              <a:gd name="connsiteX121" fmla="*/ 5980593 w 12192000"/>
              <a:gd name="connsiteY121" fmla="*/ 5312638 h 6858000"/>
              <a:gd name="connsiteX122" fmla="*/ 5955266 w 12192000"/>
              <a:gd name="connsiteY122" fmla="*/ 5350180 h 6858000"/>
              <a:gd name="connsiteX123" fmla="*/ 5929439 w 12192000"/>
              <a:gd name="connsiteY123" fmla="*/ 5387378 h 6858000"/>
              <a:gd name="connsiteX124" fmla="*/ 5903151 w 12192000"/>
              <a:gd name="connsiteY124" fmla="*/ 5424208 h 6858000"/>
              <a:gd name="connsiteX125" fmla="*/ 5876378 w 12192000"/>
              <a:gd name="connsiteY125" fmla="*/ 5460695 h 6858000"/>
              <a:gd name="connsiteX126" fmla="*/ 5849143 w 12192000"/>
              <a:gd name="connsiteY126" fmla="*/ 5496801 h 6858000"/>
              <a:gd name="connsiteX127" fmla="*/ 5821432 w 12192000"/>
              <a:gd name="connsiteY127" fmla="*/ 5532552 h 6858000"/>
              <a:gd name="connsiteX128" fmla="*/ 5793274 w 12192000"/>
              <a:gd name="connsiteY128" fmla="*/ 5567934 h 6858000"/>
              <a:gd name="connsiteX129" fmla="*/ 5764655 w 12192000"/>
              <a:gd name="connsiteY129" fmla="*/ 5602922 h 6858000"/>
              <a:gd name="connsiteX130" fmla="*/ 5735588 w 12192000"/>
              <a:gd name="connsiteY130" fmla="*/ 5637542 h 6858000"/>
              <a:gd name="connsiteX131" fmla="*/ 5706072 w 12192000"/>
              <a:gd name="connsiteY131" fmla="*/ 5671782 h 6858000"/>
              <a:gd name="connsiteX132" fmla="*/ 5676108 w 12192000"/>
              <a:gd name="connsiteY132" fmla="*/ 5705627 h 6858000"/>
              <a:gd name="connsiteX133" fmla="*/ 5645708 w 12192000"/>
              <a:gd name="connsiteY133" fmla="*/ 5739066 h 6858000"/>
              <a:gd name="connsiteX134" fmla="*/ 5614873 w 12192000"/>
              <a:gd name="connsiteY134" fmla="*/ 5772124 h 6858000"/>
              <a:gd name="connsiteX135" fmla="*/ 5583615 w 12192000"/>
              <a:gd name="connsiteY135" fmla="*/ 5804763 h 6858000"/>
              <a:gd name="connsiteX136" fmla="*/ 5551934 w 12192000"/>
              <a:gd name="connsiteY136" fmla="*/ 5837009 h 6858000"/>
              <a:gd name="connsiteX137" fmla="*/ 5519831 w 12192000"/>
              <a:gd name="connsiteY137" fmla="*/ 5868835 h 6858000"/>
              <a:gd name="connsiteX138" fmla="*/ 5487304 w 12192000"/>
              <a:gd name="connsiteY138" fmla="*/ 5900242 h 6858000"/>
              <a:gd name="connsiteX139" fmla="*/ 5454380 w 12192000"/>
              <a:gd name="connsiteY139" fmla="*/ 5931230 h 6858000"/>
              <a:gd name="connsiteX140" fmla="*/ 5421034 w 12192000"/>
              <a:gd name="connsiteY140" fmla="*/ 5961799 h 6858000"/>
              <a:gd name="connsiteX141" fmla="*/ 5387303 w 12192000"/>
              <a:gd name="connsiteY141" fmla="*/ 5991936 h 6858000"/>
              <a:gd name="connsiteX142" fmla="*/ 5353163 w 12192000"/>
              <a:gd name="connsiteY142" fmla="*/ 6021641 h 6858000"/>
              <a:gd name="connsiteX143" fmla="*/ 5318625 w 12192000"/>
              <a:gd name="connsiteY143" fmla="*/ 6050902 h 6858000"/>
              <a:gd name="connsiteX144" fmla="*/ 5283703 w 12192000"/>
              <a:gd name="connsiteY144" fmla="*/ 6079718 h 6858000"/>
              <a:gd name="connsiteX145" fmla="*/ 5248410 w 12192000"/>
              <a:gd name="connsiteY145" fmla="*/ 6108090 h 6858000"/>
              <a:gd name="connsiteX146" fmla="*/ 5212720 w 12192000"/>
              <a:gd name="connsiteY146" fmla="*/ 6136005 h 6858000"/>
              <a:gd name="connsiteX147" fmla="*/ 5176657 w 12192000"/>
              <a:gd name="connsiteY147" fmla="*/ 6163475 h 6858000"/>
              <a:gd name="connsiteX148" fmla="*/ 5140237 w 12192000"/>
              <a:gd name="connsiteY148" fmla="*/ 6190475 h 6858000"/>
              <a:gd name="connsiteX149" fmla="*/ 5103432 w 12192000"/>
              <a:gd name="connsiteY149" fmla="*/ 6217018 h 6858000"/>
              <a:gd name="connsiteX150" fmla="*/ 5066281 w 12192000"/>
              <a:gd name="connsiteY150" fmla="*/ 6243078 h 6858000"/>
              <a:gd name="connsiteX151" fmla="*/ 5028758 w 12192000"/>
              <a:gd name="connsiteY151" fmla="*/ 6268682 h 6858000"/>
              <a:gd name="connsiteX152" fmla="*/ 4990889 w 12192000"/>
              <a:gd name="connsiteY152" fmla="*/ 6293790 h 6858000"/>
              <a:gd name="connsiteX153" fmla="*/ 4952675 w 12192000"/>
              <a:gd name="connsiteY153" fmla="*/ 6318428 h 6858000"/>
              <a:gd name="connsiteX154" fmla="*/ 4914116 w 12192000"/>
              <a:gd name="connsiteY154" fmla="*/ 6342570 h 6858000"/>
              <a:gd name="connsiteX155" fmla="*/ 4875222 w 12192000"/>
              <a:gd name="connsiteY155" fmla="*/ 6366218 h 6858000"/>
              <a:gd name="connsiteX156" fmla="*/ 4835983 w 12192000"/>
              <a:gd name="connsiteY156" fmla="*/ 6389383 h 6858000"/>
              <a:gd name="connsiteX157" fmla="*/ 4796423 w 12192000"/>
              <a:gd name="connsiteY157" fmla="*/ 6412027 h 6858000"/>
              <a:gd name="connsiteX158" fmla="*/ 4756531 w 12192000"/>
              <a:gd name="connsiteY158" fmla="*/ 6434188 h 6858000"/>
              <a:gd name="connsiteX159" fmla="*/ 4716318 w 12192000"/>
              <a:gd name="connsiteY159" fmla="*/ 6455829 h 6858000"/>
              <a:gd name="connsiteX160" fmla="*/ 4675785 w 12192000"/>
              <a:gd name="connsiteY160" fmla="*/ 6476949 h 6858000"/>
              <a:gd name="connsiteX161" fmla="*/ 4634946 w 12192000"/>
              <a:gd name="connsiteY161" fmla="*/ 6497561 h 6858000"/>
              <a:gd name="connsiteX162" fmla="*/ 4593796 w 12192000"/>
              <a:gd name="connsiteY162" fmla="*/ 6517640 h 6858000"/>
              <a:gd name="connsiteX163" fmla="*/ 4552341 w 12192000"/>
              <a:gd name="connsiteY163" fmla="*/ 6537198 h 6858000"/>
              <a:gd name="connsiteX164" fmla="*/ 4510592 w 12192000"/>
              <a:gd name="connsiteY164" fmla="*/ 6556222 h 6858000"/>
              <a:gd name="connsiteX165" fmla="*/ 4468547 w 12192000"/>
              <a:gd name="connsiteY165" fmla="*/ 6574714 h 6858000"/>
              <a:gd name="connsiteX166" fmla="*/ 4426207 w 12192000"/>
              <a:gd name="connsiteY166" fmla="*/ 6592671 h 6858000"/>
              <a:gd name="connsiteX167" fmla="*/ 4383573 w 12192000"/>
              <a:gd name="connsiteY167" fmla="*/ 6610070 h 6858000"/>
              <a:gd name="connsiteX168" fmla="*/ 4340670 w 12192000"/>
              <a:gd name="connsiteY168" fmla="*/ 6626923 h 6858000"/>
              <a:gd name="connsiteX169" fmla="*/ 4297498 w 12192000"/>
              <a:gd name="connsiteY169" fmla="*/ 6643230 h 6858000"/>
              <a:gd name="connsiteX170" fmla="*/ 4254045 w 12192000"/>
              <a:gd name="connsiteY170" fmla="*/ 6658965 h 6858000"/>
              <a:gd name="connsiteX171" fmla="*/ 4210322 w 12192000"/>
              <a:gd name="connsiteY171" fmla="*/ 6674142 h 6858000"/>
              <a:gd name="connsiteX172" fmla="*/ 4166330 w 12192000"/>
              <a:gd name="connsiteY172" fmla="*/ 6688760 h 6858000"/>
              <a:gd name="connsiteX173" fmla="*/ 4122095 w 12192000"/>
              <a:gd name="connsiteY173" fmla="*/ 6702793 h 6858000"/>
              <a:gd name="connsiteX174" fmla="*/ 4077590 w 12192000"/>
              <a:gd name="connsiteY174" fmla="*/ 6716255 h 6858000"/>
              <a:gd name="connsiteX175" fmla="*/ 4032843 w 12192000"/>
              <a:gd name="connsiteY175" fmla="*/ 6729146 h 6858000"/>
              <a:gd name="connsiteX176" fmla="*/ 3987851 w 12192000"/>
              <a:gd name="connsiteY176" fmla="*/ 6741439 h 6858000"/>
              <a:gd name="connsiteX177" fmla="*/ 3942617 w 12192000"/>
              <a:gd name="connsiteY177" fmla="*/ 6753149 h 6858000"/>
              <a:gd name="connsiteX178" fmla="*/ 3897152 w 12192000"/>
              <a:gd name="connsiteY178" fmla="*/ 6764261 h 6858000"/>
              <a:gd name="connsiteX179" fmla="*/ 3851443 w 12192000"/>
              <a:gd name="connsiteY179" fmla="*/ 6774777 h 6858000"/>
              <a:gd name="connsiteX180" fmla="*/ 3805517 w 12192000"/>
              <a:gd name="connsiteY180" fmla="*/ 6784683 h 6858000"/>
              <a:gd name="connsiteX181" fmla="*/ 3759360 w 12192000"/>
              <a:gd name="connsiteY181" fmla="*/ 6793992 h 6858000"/>
              <a:gd name="connsiteX182" fmla="*/ 3712998 w 12192000"/>
              <a:gd name="connsiteY182" fmla="*/ 6802691 h 6858000"/>
              <a:gd name="connsiteX183" fmla="*/ 3666406 w 12192000"/>
              <a:gd name="connsiteY183" fmla="*/ 6810769 h 6858000"/>
              <a:gd name="connsiteX184" fmla="*/ 3619622 w 12192000"/>
              <a:gd name="connsiteY184" fmla="*/ 6818223 h 6858000"/>
              <a:gd name="connsiteX185" fmla="*/ 3572618 w 12192000"/>
              <a:gd name="connsiteY185" fmla="*/ 6825056 h 6858000"/>
              <a:gd name="connsiteX186" fmla="*/ 3525412 w 12192000"/>
              <a:gd name="connsiteY186" fmla="*/ 6831254 h 6858000"/>
              <a:gd name="connsiteX187" fmla="*/ 3478024 w 12192000"/>
              <a:gd name="connsiteY187" fmla="*/ 6836816 h 6858000"/>
              <a:gd name="connsiteX188" fmla="*/ 3430433 w 12192000"/>
              <a:gd name="connsiteY188" fmla="*/ 6841757 h 6858000"/>
              <a:gd name="connsiteX189" fmla="*/ 3382662 w 12192000"/>
              <a:gd name="connsiteY189" fmla="*/ 6846036 h 6858000"/>
              <a:gd name="connsiteX190" fmla="*/ 3334699 w 12192000"/>
              <a:gd name="connsiteY190" fmla="*/ 6849681 h 6858000"/>
              <a:gd name="connsiteX191" fmla="*/ 3286569 w 12192000"/>
              <a:gd name="connsiteY191" fmla="*/ 6852666 h 6858000"/>
              <a:gd name="connsiteX192" fmla="*/ 3238259 w 12192000"/>
              <a:gd name="connsiteY192" fmla="*/ 6854990 h 6858000"/>
              <a:gd name="connsiteX193" fmla="*/ 3189772 w 12192000"/>
              <a:gd name="connsiteY193" fmla="*/ 6856666 h 6858000"/>
              <a:gd name="connsiteX194" fmla="*/ 3141129 w 12192000"/>
              <a:gd name="connsiteY194" fmla="*/ 6857670 h 6858000"/>
              <a:gd name="connsiteX195" fmla="*/ 3092333 w 12192000"/>
              <a:gd name="connsiteY195" fmla="*/ 6858000 h 6858000"/>
              <a:gd name="connsiteX196" fmla="*/ 3092333 w 12192000"/>
              <a:gd name="connsiteY196" fmla="*/ 5572899 h 6858000"/>
              <a:gd name="connsiteX197" fmla="*/ 0 w 12192000"/>
              <a:gd name="connsiteY197" fmla="*/ 5572899 h 6858000"/>
              <a:gd name="connsiteX198" fmla="*/ 0 w 12192000"/>
              <a:gd name="connsiteY198" fmla="*/ 4287659 h 6858000"/>
              <a:gd name="connsiteX199" fmla="*/ 10007107 w 12192000"/>
              <a:gd name="connsiteY199" fmla="*/ 1287183 h 6858000"/>
              <a:gd name="connsiteX200" fmla="*/ 10055915 w 12192000"/>
              <a:gd name="connsiteY200" fmla="*/ 1287513 h 6858000"/>
              <a:gd name="connsiteX201" fmla="*/ 10104558 w 12192000"/>
              <a:gd name="connsiteY201" fmla="*/ 1288516 h 6858000"/>
              <a:gd name="connsiteX202" fmla="*/ 10153034 w 12192000"/>
              <a:gd name="connsiteY202" fmla="*/ 1290193 h 6858000"/>
              <a:gd name="connsiteX203" fmla="*/ 10201342 w 12192000"/>
              <a:gd name="connsiteY203" fmla="*/ 1292517 h 6858000"/>
              <a:gd name="connsiteX204" fmla="*/ 10249485 w 12192000"/>
              <a:gd name="connsiteY204" fmla="*/ 1295514 h 6858000"/>
              <a:gd name="connsiteX205" fmla="*/ 10297435 w 12192000"/>
              <a:gd name="connsiteY205" fmla="*/ 1299146 h 6858000"/>
              <a:gd name="connsiteX206" fmla="*/ 10345206 w 12192000"/>
              <a:gd name="connsiteY206" fmla="*/ 1303439 h 6858000"/>
              <a:gd name="connsiteX207" fmla="*/ 10392798 w 12192000"/>
              <a:gd name="connsiteY207" fmla="*/ 1308366 h 6858000"/>
              <a:gd name="connsiteX208" fmla="*/ 10440198 w 12192000"/>
              <a:gd name="connsiteY208" fmla="*/ 1313929 h 6858000"/>
              <a:gd name="connsiteX209" fmla="*/ 10487393 w 12192000"/>
              <a:gd name="connsiteY209" fmla="*/ 1320139 h 6858000"/>
              <a:gd name="connsiteX210" fmla="*/ 10534395 w 12192000"/>
              <a:gd name="connsiteY210" fmla="*/ 1326972 h 6858000"/>
              <a:gd name="connsiteX211" fmla="*/ 10581192 w 12192000"/>
              <a:gd name="connsiteY211" fmla="*/ 1334427 h 6858000"/>
              <a:gd name="connsiteX212" fmla="*/ 10627771 w 12192000"/>
              <a:gd name="connsiteY212" fmla="*/ 1342504 h 6858000"/>
              <a:gd name="connsiteX213" fmla="*/ 10674146 w 12192000"/>
              <a:gd name="connsiteY213" fmla="*/ 1351191 h 6858000"/>
              <a:gd name="connsiteX214" fmla="*/ 10720304 w 12192000"/>
              <a:gd name="connsiteY214" fmla="*/ 1360500 h 6858000"/>
              <a:gd name="connsiteX215" fmla="*/ 10766230 w 12192000"/>
              <a:gd name="connsiteY215" fmla="*/ 1370406 h 6858000"/>
              <a:gd name="connsiteX216" fmla="*/ 10811926 w 12192000"/>
              <a:gd name="connsiteY216" fmla="*/ 1380921 h 6858000"/>
              <a:gd name="connsiteX217" fmla="*/ 10857404 w 12192000"/>
              <a:gd name="connsiteY217" fmla="*/ 1392034 h 6858000"/>
              <a:gd name="connsiteX218" fmla="*/ 10902638 w 12192000"/>
              <a:gd name="connsiteY218" fmla="*/ 1403743 h 6858000"/>
              <a:gd name="connsiteX219" fmla="*/ 10947629 w 12192000"/>
              <a:gd name="connsiteY219" fmla="*/ 1416050 h 6858000"/>
              <a:gd name="connsiteX220" fmla="*/ 10992377 w 12192000"/>
              <a:gd name="connsiteY220" fmla="*/ 1428927 h 6858000"/>
              <a:gd name="connsiteX221" fmla="*/ 11036868 w 12192000"/>
              <a:gd name="connsiteY221" fmla="*/ 1442389 h 6858000"/>
              <a:gd name="connsiteX222" fmla="*/ 11081116 w 12192000"/>
              <a:gd name="connsiteY222" fmla="*/ 1456436 h 6858000"/>
              <a:gd name="connsiteX223" fmla="*/ 11125095 w 12192000"/>
              <a:gd name="connsiteY223" fmla="*/ 1471041 h 6858000"/>
              <a:gd name="connsiteX224" fmla="*/ 11168818 w 12192000"/>
              <a:gd name="connsiteY224" fmla="*/ 1486217 h 6858000"/>
              <a:gd name="connsiteX225" fmla="*/ 11212273 w 12192000"/>
              <a:gd name="connsiteY225" fmla="*/ 1501965 h 6858000"/>
              <a:gd name="connsiteX226" fmla="*/ 11255457 w 12192000"/>
              <a:gd name="connsiteY226" fmla="*/ 1518259 h 6858000"/>
              <a:gd name="connsiteX227" fmla="*/ 11298361 w 12192000"/>
              <a:gd name="connsiteY227" fmla="*/ 1535112 h 6858000"/>
              <a:gd name="connsiteX228" fmla="*/ 11340982 w 12192000"/>
              <a:gd name="connsiteY228" fmla="*/ 1552524 h 6858000"/>
              <a:gd name="connsiteX229" fmla="*/ 11383321 w 12192000"/>
              <a:gd name="connsiteY229" fmla="*/ 1570469 h 6858000"/>
              <a:gd name="connsiteX230" fmla="*/ 11425365 w 12192000"/>
              <a:gd name="connsiteY230" fmla="*/ 1588960 h 6858000"/>
              <a:gd name="connsiteX231" fmla="*/ 11467116 w 12192000"/>
              <a:gd name="connsiteY231" fmla="*/ 1607985 h 6858000"/>
              <a:gd name="connsiteX232" fmla="*/ 11508571 w 12192000"/>
              <a:gd name="connsiteY232" fmla="*/ 1627543 h 6858000"/>
              <a:gd name="connsiteX233" fmla="*/ 11549718 w 12192000"/>
              <a:gd name="connsiteY233" fmla="*/ 1647621 h 6858000"/>
              <a:gd name="connsiteX234" fmla="*/ 11590572 w 12192000"/>
              <a:gd name="connsiteY234" fmla="*/ 1668233 h 6858000"/>
              <a:gd name="connsiteX235" fmla="*/ 11631092 w 12192000"/>
              <a:gd name="connsiteY235" fmla="*/ 1689366 h 6858000"/>
              <a:gd name="connsiteX236" fmla="*/ 11671305 w 12192000"/>
              <a:gd name="connsiteY236" fmla="*/ 1711007 h 6858000"/>
              <a:gd name="connsiteX237" fmla="*/ 11711198 w 12192000"/>
              <a:gd name="connsiteY237" fmla="*/ 1733156 h 6858000"/>
              <a:gd name="connsiteX238" fmla="*/ 11750770 w 12192000"/>
              <a:gd name="connsiteY238" fmla="*/ 1755813 h 6858000"/>
              <a:gd name="connsiteX239" fmla="*/ 11789996 w 12192000"/>
              <a:gd name="connsiteY239" fmla="*/ 1778965 h 6858000"/>
              <a:gd name="connsiteX240" fmla="*/ 11828902 w 12192000"/>
              <a:gd name="connsiteY240" fmla="*/ 1802625 h 6858000"/>
              <a:gd name="connsiteX241" fmla="*/ 11867462 w 12192000"/>
              <a:gd name="connsiteY241" fmla="*/ 1826768 h 6858000"/>
              <a:gd name="connsiteX242" fmla="*/ 11905677 w 12192000"/>
              <a:gd name="connsiteY242" fmla="*/ 1851393 h 6858000"/>
              <a:gd name="connsiteX243" fmla="*/ 11943545 w 12192000"/>
              <a:gd name="connsiteY243" fmla="*/ 1876513 h 6858000"/>
              <a:gd name="connsiteX244" fmla="*/ 11981054 w 12192000"/>
              <a:gd name="connsiteY244" fmla="*/ 1902104 h 6858000"/>
              <a:gd name="connsiteX245" fmla="*/ 12018218 w 12192000"/>
              <a:gd name="connsiteY245" fmla="*/ 1928177 h 6858000"/>
              <a:gd name="connsiteX246" fmla="*/ 12055010 w 12192000"/>
              <a:gd name="connsiteY246" fmla="*/ 1954707 h 6858000"/>
              <a:gd name="connsiteX247" fmla="*/ 12091444 w 12192000"/>
              <a:gd name="connsiteY247" fmla="*/ 1981708 h 6858000"/>
              <a:gd name="connsiteX248" fmla="*/ 12127507 w 12192000"/>
              <a:gd name="connsiteY248" fmla="*/ 2009178 h 6858000"/>
              <a:gd name="connsiteX249" fmla="*/ 12163184 w 12192000"/>
              <a:gd name="connsiteY249" fmla="*/ 2037092 h 6858000"/>
              <a:gd name="connsiteX250" fmla="*/ 12192000 w 12192000"/>
              <a:gd name="connsiteY250" fmla="*/ 2060249 h 6858000"/>
              <a:gd name="connsiteX251" fmla="*/ 12192000 w 12192000"/>
              <a:gd name="connsiteY251" fmla="*/ 4714710 h 6858000"/>
              <a:gd name="connsiteX252" fmla="*/ 12167975 w 12192000"/>
              <a:gd name="connsiteY252" fmla="*/ 4714710 h 6858000"/>
              <a:gd name="connsiteX253" fmla="*/ 12167438 w 12192000"/>
              <a:gd name="connsiteY253" fmla="*/ 4666285 h 6858000"/>
              <a:gd name="connsiteX254" fmla="*/ 12165811 w 12192000"/>
              <a:gd name="connsiteY254" fmla="*/ 4618126 h 6858000"/>
              <a:gd name="connsiteX255" fmla="*/ 12163120 w 12192000"/>
              <a:gd name="connsiteY255" fmla="*/ 4570247 h 6858000"/>
              <a:gd name="connsiteX256" fmla="*/ 12159367 w 12192000"/>
              <a:gd name="connsiteY256" fmla="*/ 4522635 h 6858000"/>
              <a:gd name="connsiteX257" fmla="*/ 12154576 w 12192000"/>
              <a:gd name="connsiteY257" fmla="*/ 4475327 h 6858000"/>
              <a:gd name="connsiteX258" fmla="*/ 12148746 w 12192000"/>
              <a:gd name="connsiteY258" fmla="*/ 4428312 h 6858000"/>
              <a:gd name="connsiteX259" fmla="*/ 12141893 w 12192000"/>
              <a:gd name="connsiteY259" fmla="*/ 4381627 h 6858000"/>
              <a:gd name="connsiteX260" fmla="*/ 12134040 w 12192000"/>
              <a:gd name="connsiteY260" fmla="*/ 4335272 h 6858000"/>
              <a:gd name="connsiteX261" fmla="*/ 12125174 w 12192000"/>
              <a:gd name="connsiteY261" fmla="*/ 4289247 h 6858000"/>
              <a:gd name="connsiteX262" fmla="*/ 12115323 w 12192000"/>
              <a:gd name="connsiteY262" fmla="*/ 4243578 h 6858000"/>
              <a:gd name="connsiteX263" fmla="*/ 12104499 w 12192000"/>
              <a:gd name="connsiteY263" fmla="*/ 4198264 h 6858000"/>
              <a:gd name="connsiteX264" fmla="*/ 12092713 w 12192000"/>
              <a:gd name="connsiteY264" fmla="*/ 4153331 h 6858000"/>
              <a:gd name="connsiteX265" fmla="*/ 12079966 w 12192000"/>
              <a:gd name="connsiteY265" fmla="*/ 4108780 h 6858000"/>
              <a:gd name="connsiteX266" fmla="*/ 12066284 w 12192000"/>
              <a:gd name="connsiteY266" fmla="*/ 4064622 h 6858000"/>
              <a:gd name="connsiteX267" fmla="*/ 12051679 w 12192000"/>
              <a:gd name="connsiteY267" fmla="*/ 4020870 h 6858000"/>
              <a:gd name="connsiteX268" fmla="*/ 12036140 w 12192000"/>
              <a:gd name="connsiteY268" fmla="*/ 3977551 h 6858000"/>
              <a:gd name="connsiteX269" fmla="*/ 12019704 w 12192000"/>
              <a:gd name="connsiteY269" fmla="*/ 3934650 h 6858000"/>
              <a:gd name="connsiteX270" fmla="*/ 12002371 w 12192000"/>
              <a:gd name="connsiteY270" fmla="*/ 3892194 h 6858000"/>
              <a:gd name="connsiteX271" fmla="*/ 11984155 w 12192000"/>
              <a:gd name="connsiteY271" fmla="*/ 3850195 h 6858000"/>
              <a:gd name="connsiteX272" fmla="*/ 11965054 w 12192000"/>
              <a:gd name="connsiteY272" fmla="*/ 3808666 h 6858000"/>
              <a:gd name="connsiteX273" fmla="*/ 11945108 w 12192000"/>
              <a:gd name="connsiteY273" fmla="*/ 3767607 h 6858000"/>
              <a:gd name="connsiteX274" fmla="*/ 11924303 w 12192000"/>
              <a:gd name="connsiteY274" fmla="*/ 3727031 h 6858000"/>
              <a:gd name="connsiteX275" fmla="*/ 11902666 w 12192000"/>
              <a:gd name="connsiteY275" fmla="*/ 3686962 h 6858000"/>
              <a:gd name="connsiteX276" fmla="*/ 11880196 w 12192000"/>
              <a:gd name="connsiteY276" fmla="*/ 3647402 h 6858000"/>
              <a:gd name="connsiteX277" fmla="*/ 11856919 w 12192000"/>
              <a:gd name="connsiteY277" fmla="*/ 3608362 h 6858000"/>
              <a:gd name="connsiteX278" fmla="*/ 11832835 w 12192000"/>
              <a:gd name="connsiteY278" fmla="*/ 3569855 h 6858000"/>
              <a:gd name="connsiteX279" fmla="*/ 11807957 w 12192000"/>
              <a:gd name="connsiteY279" fmla="*/ 3531895 h 6858000"/>
              <a:gd name="connsiteX280" fmla="*/ 11782297 w 12192000"/>
              <a:gd name="connsiteY280" fmla="*/ 3494494 h 6858000"/>
              <a:gd name="connsiteX281" fmla="*/ 11755881 w 12192000"/>
              <a:gd name="connsiteY281" fmla="*/ 3457651 h 6858000"/>
              <a:gd name="connsiteX282" fmla="*/ 11728697 w 12192000"/>
              <a:gd name="connsiteY282" fmla="*/ 3421392 h 6858000"/>
              <a:gd name="connsiteX283" fmla="*/ 11700769 w 12192000"/>
              <a:gd name="connsiteY283" fmla="*/ 3385731 h 6858000"/>
              <a:gd name="connsiteX284" fmla="*/ 11672112 w 12192000"/>
              <a:gd name="connsiteY284" fmla="*/ 3350666 h 6858000"/>
              <a:gd name="connsiteX285" fmla="*/ 11642724 w 12192000"/>
              <a:gd name="connsiteY285" fmla="*/ 3316224 h 6858000"/>
              <a:gd name="connsiteX286" fmla="*/ 11612632 w 12192000"/>
              <a:gd name="connsiteY286" fmla="*/ 3282391 h 6858000"/>
              <a:gd name="connsiteX287" fmla="*/ 11581835 w 12192000"/>
              <a:gd name="connsiteY287" fmla="*/ 3249206 h 6858000"/>
              <a:gd name="connsiteX288" fmla="*/ 11550347 w 12192000"/>
              <a:gd name="connsiteY288" fmla="*/ 3216669 h 6858000"/>
              <a:gd name="connsiteX289" fmla="*/ 11518192 w 12192000"/>
              <a:gd name="connsiteY289" fmla="*/ 3184779 h 6858000"/>
              <a:gd name="connsiteX290" fmla="*/ 11485370 w 12192000"/>
              <a:gd name="connsiteY290" fmla="*/ 3153575 h 6858000"/>
              <a:gd name="connsiteX291" fmla="*/ 11451883 w 12192000"/>
              <a:gd name="connsiteY291" fmla="*/ 3123044 h 6858000"/>
              <a:gd name="connsiteX292" fmla="*/ 11417768 w 12192000"/>
              <a:gd name="connsiteY292" fmla="*/ 3093213 h 6858000"/>
              <a:gd name="connsiteX293" fmla="*/ 11383013 w 12192000"/>
              <a:gd name="connsiteY293" fmla="*/ 3064078 h 6858000"/>
              <a:gd name="connsiteX294" fmla="*/ 11347643 w 12192000"/>
              <a:gd name="connsiteY294" fmla="*/ 3035669 h 6858000"/>
              <a:gd name="connsiteX295" fmla="*/ 11311671 w 12192000"/>
              <a:gd name="connsiteY295" fmla="*/ 3007982 h 6858000"/>
              <a:gd name="connsiteX296" fmla="*/ 11275096 w 12192000"/>
              <a:gd name="connsiteY296" fmla="*/ 2981033 h 6858000"/>
              <a:gd name="connsiteX297" fmla="*/ 11237945 w 12192000"/>
              <a:gd name="connsiteY297" fmla="*/ 2954832 h 6858000"/>
              <a:gd name="connsiteX298" fmla="*/ 11200218 w 12192000"/>
              <a:gd name="connsiteY298" fmla="*/ 2929394 h 6858000"/>
              <a:gd name="connsiteX299" fmla="*/ 11161927 w 12192000"/>
              <a:gd name="connsiteY299" fmla="*/ 2904744 h 6858000"/>
              <a:gd name="connsiteX300" fmla="*/ 11123084 w 12192000"/>
              <a:gd name="connsiteY300" fmla="*/ 2880868 h 6858000"/>
              <a:gd name="connsiteX301" fmla="*/ 11083704 w 12192000"/>
              <a:gd name="connsiteY301" fmla="*/ 2857779 h 6858000"/>
              <a:gd name="connsiteX302" fmla="*/ 11043799 w 12192000"/>
              <a:gd name="connsiteY302" fmla="*/ 2835516 h 6858000"/>
              <a:gd name="connsiteX303" fmla="*/ 11003381 w 12192000"/>
              <a:gd name="connsiteY303" fmla="*/ 2814053 h 6858000"/>
              <a:gd name="connsiteX304" fmla="*/ 10962451 w 12192000"/>
              <a:gd name="connsiteY304" fmla="*/ 2793441 h 6858000"/>
              <a:gd name="connsiteX305" fmla="*/ 10921034 w 12192000"/>
              <a:gd name="connsiteY305" fmla="*/ 2773654 h 6858000"/>
              <a:gd name="connsiteX306" fmla="*/ 10879143 w 12192000"/>
              <a:gd name="connsiteY306" fmla="*/ 2754731 h 6858000"/>
              <a:gd name="connsiteX307" fmla="*/ 10836765 w 12192000"/>
              <a:gd name="connsiteY307" fmla="*/ 2736672 h 6858000"/>
              <a:gd name="connsiteX308" fmla="*/ 10793952 w 12192000"/>
              <a:gd name="connsiteY308" fmla="*/ 2719489 h 6858000"/>
              <a:gd name="connsiteX309" fmla="*/ 10750677 w 12192000"/>
              <a:gd name="connsiteY309" fmla="*/ 2703196 h 6858000"/>
              <a:gd name="connsiteX310" fmla="*/ 10706968 w 12192000"/>
              <a:gd name="connsiteY310" fmla="*/ 2687790 h 6858000"/>
              <a:gd name="connsiteX311" fmla="*/ 10662848 w 12192000"/>
              <a:gd name="connsiteY311" fmla="*/ 2673300 h 6858000"/>
              <a:gd name="connsiteX312" fmla="*/ 10618305 w 12192000"/>
              <a:gd name="connsiteY312" fmla="*/ 2659735 h 6858000"/>
              <a:gd name="connsiteX313" fmla="*/ 10573364 w 12192000"/>
              <a:gd name="connsiteY313" fmla="*/ 2647111 h 6858000"/>
              <a:gd name="connsiteX314" fmla="*/ 10528041 w 12192000"/>
              <a:gd name="connsiteY314" fmla="*/ 2635415 h 6858000"/>
              <a:gd name="connsiteX315" fmla="*/ 10482345 w 12192000"/>
              <a:gd name="connsiteY315" fmla="*/ 2624683 h 6858000"/>
              <a:gd name="connsiteX316" fmla="*/ 10436265 w 12192000"/>
              <a:gd name="connsiteY316" fmla="*/ 2614930 h 6858000"/>
              <a:gd name="connsiteX317" fmla="*/ 10389852 w 12192000"/>
              <a:gd name="connsiteY317" fmla="*/ 2606141 h 6858000"/>
              <a:gd name="connsiteX318" fmla="*/ 10343080 w 12192000"/>
              <a:gd name="connsiteY318" fmla="*/ 2598343 h 6858000"/>
              <a:gd name="connsiteX319" fmla="*/ 10295988 w 12192000"/>
              <a:gd name="connsiteY319" fmla="*/ 2591562 h 6858000"/>
              <a:gd name="connsiteX320" fmla="*/ 10248575 w 12192000"/>
              <a:gd name="connsiteY320" fmla="*/ 2585783 h 6858000"/>
              <a:gd name="connsiteX321" fmla="*/ 10200843 w 12192000"/>
              <a:gd name="connsiteY321" fmla="*/ 2581033 h 6858000"/>
              <a:gd name="connsiteX322" fmla="*/ 10152829 w 12192000"/>
              <a:gd name="connsiteY322" fmla="*/ 2577312 h 6858000"/>
              <a:gd name="connsiteX323" fmla="*/ 10104519 w 12192000"/>
              <a:gd name="connsiteY323" fmla="*/ 2574645 h 6858000"/>
              <a:gd name="connsiteX324" fmla="*/ 10055941 w 12192000"/>
              <a:gd name="connsiteY324" fmla="*/ 2573032 h 6858000"/>
              <a:gd name="connsiteX325" fmla="*/ 10007107 w 12192000"/>
              <a:gd name="connsiteY325" fmla="*/ 2572499 h 6858000"/>
              <a:gd name="connsiteX326" fmla="*/ 6549733 w 12192000"/>
              <a:gd name="connsiteY326" fmla="*/ 0 h 6858000"/>
              <a:gd name="connsiteX327" fmla="*/ 10007107 w 12192000"/>
              <a:gd name="connsiteY327" fmla="*/ 0 h 6858000"/>
              <a:gd name="connsiteX328" fmla="*/ 10007107 w 12192000"/>
              <a:gd name="connsiteY328" fmla="*/ 1285252 h 6858000"/>
              <a:gd name="connsiteX329" fmla="*/ 7846264 w 12192000"/>
              <a:gd name="connsiteY329" fmla="*/ 1285252 h 6858000"/>
              <a:gd name="connsiteX330" fmla="*/ 7846264 w 12192000"/>
              <a:gd name="connsiteY330" fmla="*/ 3427742 h 6858000"/>
              <a:gd name="connsiteX331" fmla="*/ 6549733 w 12192000"/>
              <a:gd name="connsiteY331" fmla="*/ 3427742 h 6858000"/>
              <a:gd name="connsiteX332" fmla="*/ 6549733 w 12192000"/>
              <a:gd name="connsiteY332" fmla="*/ 128525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</a:cxnLst>
            <a:rect l="l" t="t" r="r" b="b"/>
            <a:pathLst>
              <a:path w="12192000" h="6858000">
                <a:moveTo>
                  <a:pt x="0" y="2145170"/>
                </a:moveTo>
                <a:lnTo>
                  <a:pt x="931465" y="2145170"/>
                </a:lnTo>
                <a:lnTo>
                  <a:pt x="931465" y="4287659"/>
                </a:lnTo>
                <a:lnTo>
                  <a:pt x="3092333" y="4287659"/>
                </a:lnTo>
                <a:lnTo>
                  <a:pt x="3092333" y="5572696"/>
                </a:lnTo>
                <a:lnTo>
                  <a:pt x="3141168" y="5572150"/>
                </a:lnTo>
                <a:lnTo>
                  <a:pt x="3189745" y="5570550"/>
                </a:lnTo>
                <a:lnTo>
                  <a:pt x="3238055" y="5567870"/>
                </a:lnTo>
                <a:lnTo>
                  <a:pt x="3286069" y="5564162"/>
                </a:lnTo>
                <a:lnTo>
                  <a:pt x="3333802" y="5559399"/>
                </a:lnTo>
                <a:lnTo>
                  <a:pt x="3381215" y="5553634"/>
                </a:lnTo>
                <a:lnTo>
                  <a:pt x="3428306" y="5546839"/>
                </a:lnTo>
                <a:lnTo>
                  <a:pt x="3475077" y="5539041"/>
                </a:lnTo>
                <a:lnTo>
                  <a:pt x="3521504" y="5530266"/>
                </a:lnTo>
                <a:lnTo>
                  <a:pt x="3567571" y="5520499"/>
                </a:lnTo>
                <a:lnTo>
                  <a:pt x="3613266" y="5509768"/>
                </a:lnTo>
                <a:lnTo>
                  <a:pt x="3658604" y="5498084"/>
                </a:lnTo>
                <a:lnTo>
                  <a:pt x="3703544" y="5485447"/>
                </a:lnTo>
                <a:lnTo>
                  <a:pt x="3748073" y="5471884"/>
                </a:lnTo>
                <a:lnTo>
                  <a:pt x="3792207" y="5457393"/>
                </a:lnTo>
                <a:lnTo>
                  <a:pt x="3835916" y="5442001"/>
                </a:lnTo>
                <a:lnTo>
                  <a:pt x="3879178" y="5425694"/>
                </a:lnTo>
                <a:lnTo>
                  <a:pt x="3922004" y="5408511"/>
                </a:lnTo>
                <a:lnTo>
                  <a:pt x="3964369" y="5390451"/>
                </a:lnTo>
                <a:lnTo>
                  <a:pt x="4006273" y="5371528"/>
                </a:lnTo>
                <a:lnTo>
                  <a:pt x="4047690" y="5351742"/>
                </a:lnTo>
                <a:lnTo>
                  <a:pt x="4088608" y="5331130"/>
                </a:lnTo>
                <a:lnTo>
                  <a:pt x="4129038" y="5309667"/>
                </a:lnTo>
                <a:lnTo>
                  <a:pt x="4168944" y="5287403"/>
                </a:lnTo>
                <a:lnTo>
                  <a:pt x="4208310" y="5264315"/>
                </a:lnTo>
                <a:lnTo>
                  <a:pt x="4247152" y="5240452"/>
                </a:lnTo>
                <a:lnTo>
                  <a:pt x="4285443" y="5215788"/>
                </a:lnTo>
                <a:lnTo>
                  <a:pt x="4323184" y="5190350"/>
                </a:lnTo>
                <a:lnTo>
                  <a:pt x="4360335" y="5164150"/>
                </a:lnTo>
                <a:lnTo>
                  <a:pt x="4396909" y="5137201"/>
                </a:lnTo>
                <a:lnTo>
                  <a:pt x="4432882" y="5109515"/>
                </a:lnTo>
                <a:lnTo>
                  <a:pt x="4468251" y="5081105"/>
                </a:lnTo>
                <a:lnTo>
                  <a:pt x="4503008" y="5051971"/>
                </a:lnTo>
                <a:lnTo>
                  <a:pt x="4537123" y="5022139"/>
                </a:lnTo>
                <a:lnTo>
                  <a:pt x="4570597" y="4991608"/>
                </a:lnTo>
                <a:lnTo>
                  <a:pt x="4603430" y="4960404"/>
                </a:lnTo>
                <a:lnTo>
                  <a:pt x="4635585" y="4928514"/>
                </a:lnTo>
                <a:lnTo>
                  <a:pt x="4667073" y="4895977"/>
                </a:lnTo>
                <a:lnTo>
                  <a:pt x="4697858" y="4862792"/>
                </a:lnTo>
                <a:lnTo>
                  <a:pt x="4727963" y="4828959"/>
                </a:lnTo>
                <a:lnTo>
                  <a:pt x="4757339" y="4794516"/>
                </a:lnTo>
                <a:lnTo>
                  <a:pt x="4786008" y="4759452"/>
                </a:lnTo>
                <a:lnTo>
                  <a:pt x="4813935" y="4723777"/>
                </a:lnTo>
                <a:lnTo>
                  <a:pt x="4841121" y="4687532"/>
                </a:lnTo>
                <a:lnTo>
                  <a:pt x="4867535" y="4650689"/>
                </a:lnTo>
                <a:lnTo>
                  <a:pt x="4893195" y="4613287"/>
                </a:lnTo>
                <a:lnTo>
                  <a:pt x="4918075" y="4575327"/>
                </a:lnTo>
                <a:lnTo>
                  <a:pt x="4942158" y="4536821"/>
                </a:lnTo>
                <a:lnTo>
                  <a:pt x="4965434" y="4497781"/>
                </a:lnTo>
                <a:lnTo>
                  <a:pt x="4987905" y="4458220"/>
                </a:lnTo>
                <a:lnTo>
                  <a:pt x="5009542" y="4418152"/>
                </a:lnTo>
                <a:lnTo>
                  <a:pt x="5030347" y="4377575"/>
                </a:lnTo>
                <a:lnTo>
                  <a:pt x="5050293" y="4336516"/>
                </a:lnTo>
                <a:lnTo>
                  <a:pt x="5069380" y="4294987"/>
                </a:lnTo>
                <a:lnTo>
                  <a:pt x="5087599" y="4252988"/>
                </a:lnTo>
                <a:lnTo>
                  <a:pt x="5104943" y="4210532"/>
                </a:lnTo>
                <a:lnTo>
                  <a:pt x="5121381" y="4167632"/>
                </a:lnTo>
                <a:lnTo>
                  <a:pt x="5136906" y="4124312"/>
                </a:lnTo>
                <a:lnTo>
                  <a:pt x="5151523" y="4080560"/>
                </a:lnTo>
                <a:lnTo>
                  <a:pt x="5165204" y="4036403"/>
                </a:lnTo>
                <a:lnTo>
                  <a:pt x="5177951" y="3991851"/>
                </a:lnTo>
                <a:lnTo>
                  <a:pt x="5189738" y="3946918"/>
                </a:lnTo>
                <a:lnTo>
                  <a:pt x="5200562" y="3901605"/>
                </a:lnTo>
                <a:lnTo>
                  <a:pt x="5210414" y="3855936"/>
                </a:lnTo>
                <a:lnTo>
                  <a:pt x="5219266" y="3809911"/>
                </a:lnTo>
                <a:lnTo>
                  <a:pt x="5227132" y="3763556"/>
                </a:lnTo>
                <a:lnTo>
                  <a:pt x="5233986" y="3716871"/>
                </a:lnTo>
                <a:lnTo>
                  <a:pt x="5239801" y="3669855"/>
                </a:lnTo>
                <a:lnTo>
                  <a:pt x="5244605" y="3622548"/>
                </a:lnTo>
                <a:lnTo>
                  <a:pt x="5248346" y="3574948"/>
                </a:lnTo>
                <a:lnTo>
                  <a:pt x="5251049" y="3527056"/>
                </a:lnTo>
                <a:lnTo>
                  <a:pt x="5252663" y="3478898"/>
                </a:lnTo>
                <a:lnTo>
                  <a:pt x="5253214" y="3430486"/>
                </a:lnTo>
                <a:lnTo>
                  <a:pt x="6549733" y="3430486"/>
                </a:lnTo>
                <a:lnTo>
                  <a:pt x="6549387" y="3478860"/>
                </a:lnTo>
                <a:lnTo>
                  <a:pt x="6548374" y="3527082"/>
                </a:lnTo>
                <a:lnTo>
                  <a:pt x="6546684" y="3575151"/>
                </a:lnTo>
                <a:lnTo>
                  <a:pt x="6544339" y="3623043"/>
                </a:lnTo>
                <a:lnTo>
                  <a:pt x="6541328" y="3670757"/>
                </a:lnTo>
                <a:lnTo>
                  <a:pt x="6537652" y="3718306"/>
                </a:lnTo>
                <a:lnTo>
                  <a:pt x="6533335" y="3765664"/>
                </a:lnTo>
                <a:lnTo>
                  <a:pt x="6528351" y="3812844"/>
                </a:lnTo>
                <a:lnTo>
                  <a:pt x="6522741" y="3859822"/>
                </a:lnTo>
                <a:lnTo>
                  <a:pt x="6516489" y="3906621"/>
                </a:lnTo>
                <a:lnTo>
                  <a:pt x="6509596" y="3953218"/>
                </a:lnTo>
                <a:lnTo>
                  <a:pt x="6502077" y="3999598"/>
                </a:lnTo>
                <a:lnTo>
                  <a:pt x="6493929" y="4045788"/>
                </a:lnTo>
                <a:lnTo>
                  <a:pt x="6485154" y="4091749"/>
                </a:lnTo>
                <a:lnTo>
                  <a:pt x="6475764" y="4137507"/>
                </a:lnTo>
                <a:lnTo>
                  <a:pt x="6465772" y="4183037"/>
                </a:lnTo>
                <a:lnTo>
                  <a:pt x="6455164" y="4228350"/>
                </a:lnTo>
                <a:lnTo>
                  <a:pt x="6443955" y="4273423"/>
                </a:lnTo>
                <a:lnTo>
                  <a:pt x="6432143" y="4318266"/>
                </a:lnTo>
                <a:lnTo>
                  <a:pt x="6419743" y="4362869"/>
                </a:lnTo>
                <a:lnTo>
                  <a:pt x="6406740" y="4407230"/>
                </a:lnTo>
                <a:lnTo>
                  <a:pt x="6393161" y="4451350"/>
                </a:lnTo>
                <a:lnTo>
                  <a:pt x="6379005" y="4495203"/>
                </a:lnTo>
                <a:lnTo>
                  <a:pt x="6364260" y="4538815"/>
                </a:lnTo>
                <a:lnTo>
                  <a:pt x="6348951" y="4582160"/>
                </a:lnTo>
                <a:lnTo>
                  <a:pt x="6333079" y="4625238"/>
                </a:lnTo>
                <a:lnTo>
                  <a:pt x="6316629" y="4668037"/>
                </a:lnTo>
                <a:lnTo>
                  <a:pt x="6299629" y="4710569"/>
                </a:lnTo>
                <a:lnTo>
                  <a:pt x="6282078" y="4752835"/>
                </a:lnTo>
                <a:lnTo>
                  <a:pt x="6263965" y="4794809"/>
                </a:lnTo>
                <a:lnTo>
                  <a:pt x="6245312" y="4836490"/>
                </a:lnTo>
                <a:lnTo>
                  <a:pt x="6226122" y="4877879"/>
                </a:lnTo>
                <a:lnTo>
                  <a:pt x="6206394" y="4918976"/>
                </a:lnTo>
                <a:lnTo>
                  <a:pt x="6186140" y="4959769"/>
                </a:lnTo>
                <a:lnTo>
                  <a:pt x="6165348" y="5000256"/>
                </a:lnTo>
                <a:lnTo>
                  <a:pt x="6144044" y="5040439"/>
                </a:lnTo>
                <a:lnTo>
                  <a:pt x="6122214" y="5080305"/>
                </a:lnTo>
                <a:lnTo>
                  <a:pt x="6099861" y="5119852"/>
                </a:lnTo>
                <a:lnTo>
                  <a:pt x="6077018" y="5159070"/>
                </a:lnTo>
                <a:lnTo>
                  <a:pt x="6053652" y="5197970"/>
                </a:lnTo>
                <a:lnTo>
                  <a:pt x="6029798" y="5236527"/>
                </a:lnTo>
                <a:lnTo>
                  <a:pt x="6005445" y="5274754"/>
                </a:lnTo>
                <a:lnTo>
                  <a:pt x="5980593" y="5312638"/>
                </a:lnTo>
                <a:lnTo>
                  <a:pt x="5955266" y="5350180"/>
                </a:lnTo>
                <a:lnTo>
                  <a:pt x="5929439" y="5387378"/>
                </a:lnTo>
                <a:lnTo>
                  <a:pt x="5903151" y="5424208"/>
                </a:lnTo>
                <a:lnTo>
                  <a:pt x="5876378" y="5460695"/>
                </a:lnTo>
                <a:lnTo>
                  <a:pt x="5849143" y="5496801"/>
                </a:lnTo>
                <a:lnTo>
                  <a:pt x="5821432" y="5532552"/>
                </a:lnTo>
                <a:lnTo>
                  <a:pt x="5793274" y="5567934"/>
                </a:lnTo>
                <a:lnTo>
                  <a:pt x="5764655" y="5602922"/>
                </a:lnTo>
                <a:lnTo>
                  <a:pt x="5735588" y="5637542"/>
                </a:lnTo>
                <a:lnTo>
                  <a:pt x="5706072" y="5671782"/>
                </a:lnTo>
                <a:lnTo>
                  <a:pt x="5676108" y="5705627"/>
                </a:lnTo>
                <a:lnTo>
                  <a:pt x="5645708" y="5739066"/>
                </a:lnTo>
                <a:lnTo>
                  <a:pt x="5614873" y="5772124"/>
                </a:lnTo>
                <a:lnTo>
                  <a:pt x="5583615" y="5804763"/>
                </a:lnTo>
                <a:lnTo>
                  <a:pt x="5551934" y="5837009"/>
                </a:lnTo>
                <a:lnTo>
                  <a:pt x="5519831" y="5868835"/>
                </a:lnTo>
                <a:lnTo>
                  <a:pt x="5487304" y="5900242"/>
                </a:lnTo>
                <a:lnTo>
                  <a:pt x="5454380" y="5931230"/>
                </a:lnTo>
                <a:lnTo>
                  <a:pt x="5421034" y="5961799"/>
                </a:lnTo>
                <a:lnTo>
                  <a:pt x="5387303" y="5991936"/>
                </a:lnTo>
                <a:lnTo>
                  <a:pt x="5353163" y="6021641"/>
                </a:lnTo>
                <a:lnTo>
                  <a:pt x="5318625" y="6050902"/>
                </a:lnTo>
                <a:lnTo>
                  <a:pt x="5283703" y="6079718"/>
                </a:lnTo>
                <a:lnTo>
                  <a:pt x="5248410" y="6108090"/>
                </a:lnTo>
                <a:lnTo>
                  <a:pt x="5212720" y="6136005"/>
                </a:lnTo>
                <a:lnTo>
                  <a:pt x="5176657" y="6163475"/>
                </a:lnTo>
                <a:lnTo>
                  <a:pt x="5140237" y="6190475"/>
                </a:lnTo>
                <a:lnTo>
                  <a:pt x="5103432" y="6217018"/>
                </a:lnTo>
                <a:lnTo>
                  <a:pt x="5066281" y="6243078"/>
                </a:lnTo>
                <a:lnTo>
                  <a:pt x="5028758" y="6268682"/>
                </a:lnTo>
                <a:lnTo>
                  <a:pt x="4990889" y="6293790"/>
                </a:lnTo>
                <a:lnTo>
                  <a:pt x="4952675" y="6318428"/>
                </a:lnTo>
                <a:lnTo>
                  <a:pt x="4914116" y="6342570"/>
                </a:lnTo>
                <a:lnTo>
                  <a:pt x="4875222" y="6366218"/>
                </a:lnTo>
                <a:lnTo>
                  <a:pt x="4835983" y="6389383"/>
                </a:lnTo>
                <a:lnTo>
                  <a:pt x="4796423" y="6412027"/>
                </a:lnTo>
                <a:lnTo>
                  <a:pt x="4756531" y="6434188"/>
                </a:lnTo>
                <a:lnTo>
                  <a:pt x="4716318" y="6455829"/>
                </a:lnTo>
                <a:lnTo>
                  <a:pt x="4675785" y="6476949"/>
                </a:lnTo>
                <a:lnTo>
                  <a:pt x="4634946" y="6497561"/>
                </a:lnTo>
                <a:lnTo>
                  <a:pt x="4593796" y="6517640"/>
                </a:lnTo>
                <a:lnTo>
                  <a:pt x="4552341" y="6537198"/>
                </a:lnTo>
                <a:lnTo>
                  <a:pt x="4510592" y="6556222"/>
                </a:lnTo>
                <a:lnTo>
                  <a:pt x="4468547" y="6574714"/>
                </a:lnTo>
                <a:lnTo>
                  <a:pt x="4426207" y="6592671"/>
                </a:lnTo>
                <a:lnTo>
                  <a:pt x="4383573" y="6610070"/>
                </a:lnTo>
                <a:lnTo>
                  <a:pt x="4340670" y="6626923"/>
                </a:lnTo>
                <a:lnTo>
                  <a:pt x="4297498" y="6643230"/>
                </a:lnTo>
                <a:lnTo>
                  <a:pt x="4254045" y="6658965"/>
                </a:lnTo>
                <a:lnTo>
                  <a:pt x="4210322" y="6674142"/>
                </a:lnTo>
                <a:lnTo>
                  <a:pt x="4166330" y="6688760"/>
                </a:lnTo>
                <a:lnTo>
                  <a:pt x="4122095" y="6702793"/>
                </a:lnTo>
                <a:lnTo>
                  <a:pt x="4077590" y="6716255"/>
                </a:lnTo>
                <a:lnTo>
                  <a:pt x="4032843" y="6729146"/>
                </a:lnTo>
                <a:lnTo>
                  <a:pt x="3987851" y="6741439"/>
                </a:lnTo>
                <a:lnTo>
                  <a:pt x="3942617" y="6753149"/>
                </a:lnTo>
                <a:lnTo>
                  <a:pt x="3897152" y="6764261"/>
                </a:lnTo>
                <a:lnTo>
                  <a:pt x="3851443" y="6774777"/>
                </a:lnTo>
                <a:lnTo>
                  <a:pt x="3805517" y="6784683"/>
                </a:lnTo>
                <a:lnTo>
                  <a:pt x="3759360" y="6793992"/>
                </a:lnTo>
                <a:lnTo>
                  <a:pt x="3712998" y="6802691"/>
                </a:lnTo>
                <a:lnTo>
                  <a:pt x="3666406" y="6810769"/>
                </a:lnTo>
                <a:lnTo>
                  <a:pt x="3619622" y="6818223"/>
                </a:lnTo>
                <a:lnTo>
                  <a:pt x="3572618" y="6825056"/>
                </a:lnTo>
                <a:lnTo>
                  <a:pt x="3525412" y="6831254"/>
                </a:lnTo>
                <a:lnTo>
                  <a:pt x="3478024" y="6836816"/>
                </a:lnTo>
                <a:lnTo>
                  <a:pt x="3430433" y="6841757"/>
                </a:lnTo>
                <a:lnTo>
                  <a:pt x="3382662" y="6846036"/>
                </a:lnTo>
                <a:lnTo>
                  <a:pt x="3334699" y="6849681"/>
                </a:lnTo>
                <a:lnTo>
                  <a:pt x="3286569" y="6852666"/>
                </a:lnTo>
                <a:lnTo>
                  <a:pt x="3238259" y="6854990"/>
                </a:lnTo>
                <a:lnTo>
                  <a:pt x="3189772" y="6856666"/>
                </a:lnTo>
                <a:lnTo>
                  <a:pt x="3141129" y="6857670"/>
                </a:lnTo>
                <a:lnTo>
                  <a:pt x="3092333" y="6858000"/>
                </a:lnTo>
                <a:lnTo>
                  <a:pt x="3092333" y="5572899"/>
                </a:lnTo>
                <a:lnTo>
                  <a:pt x="0" y="5572899"/>
                </a:lnTo>
                <a:lnTo>
                  <a:pt x="0" y="4287659"/>
                </a:lnTo>
                <a:close/>
                <a:moveTo>
                  <a:pt x="10007107" y="1287183"/>
                </a:moveTo>
                <a:lnTo>
                  <a:pt x="10055915" y="1287513"/>
                </a:lnTo>
                <a:lnTo>
                  <a:pt x="10104558" y="1288516"/>
                </a:lnTo>
                <a:lnTo>
                  <a:pt x="10153034" y="1290193"/>
                </a:lnTo>
                <a:lnTo>
                  <a:pt x="10201342" y="1292517"/>
                </a:lnTo>
                <a:lnTo>
                  <a:pt x="10249485" y="1295514"/>
                </a:lnTo>
                <a:lnTo>
                  <a:pt x="10297435" y="1299146"/>
                </a:lnTo>
                <a:lnTo>
                  <a:pt x="10345206" y="1303439"/>
                </a:lnTo>
                <a:lnTo>
                  <a:pt x="10392798" y="1308366"/>
                </a:lnTo>
                <a:lnTo>
                  <a:pt x="10440198" y="1313929"/>
                </a:lnTo>
                <a:lnTo>
                  <a:pt x="10487393" y="1320139"/>
                </a:lnTo>
                <a:lnTo>
                  <a:pt x="10534395" y="1326972"/>
                </a:lnTo>
                <a:lnTo>
                  <a:pt x="10581192" y="1334427"/>
                </a:lnTo>
                <a:lnTo>
                  <a:pt x="10627771" y="1342504"/>
                </a:lnTo>
                <a:lnTo>
                  <a:pt x="10674146" y="1351191"/>
                </a:lnTo>
                <a:lnTo>
                  <a:pt x="10720304" y="1360500"/>
                </a:lnTo>
                <a:lnTo>
                  <a:pt x="10766230" y="1370406"/>
                </a:lnTo>
                <a:lnTo>
                  <a:pt x="10811926" y="1380921"/>
                </a:lnTo>
                <a:lnTo>
                  <a:pt x="10857404" y="1392034"/>
                </a:lnTo>
                <a:lnTo>
                  <a:pt x="10902638" y="1403743"/>
                </a:lnTo>
                <a:lnTo>
                  <a:pt x="10947629" y="1416050"/>
                </a:lnTo>
                <a:lnTo>
                  <a:pt x="10992377" y="1428927"/>
                </a:lnTo>
                <a:lnTo>
                  <a:pt x="11036868" y="1442389"/>
                </a:lnTo>
                <a:lnTo>
                  <a:pt x="11081116" y="1456436"/>
                </a:lnTo>
                <a:lnTo>
                  <a:pt x="11125095" y="1471041"/>
                </a:lnTo>
                <a:lnTo>
                  <a:pt x="11168818" y="1486217"/>
                </a:lnTo>
                <a:lnTo>
                  <a:pt x="11212273" y="1501965"/>
                </a:lnTo>
                <a:lnTo>
                  <a:pt x="11255457" y="1518259"/>
                </a:lnTo>
                <a:lnTo>
                  <a:pt x="11298361" y="1535112"/>
                </a:lnTo>
                <a:lnTo>
                  <a:pt x="11340982" y="1552524"/>
                </a:lnTo>
                <a:lnTo>
                  <a:pt x="11383321" y="1570469"/>
                </a:lnTo>
                <a:lnTo>
                  <a:pt x="11425365" y="1588960"/>
                </a:lnTo>
                <a:lnTo>
                  <a:pt x="11467116" y="1607985"/>
                </a:lnTo>
                <a:lnTo>
                  <a:pt x="11508571" y="1627543"/>
                </a:lnTo>
                <a:lnTo>
                  <a:pt x="11549718" y="1647621"/>
                </a:lnTo>
                <a:lnTo>
                  <a:pt x="11590572" y="1668233"/>
                </a:lnTo>
                <a:lnTo>
                  <a:pt x="11631092" y="1689366"/>
                </a:lnTo>
                <a:lnTo>
                  <a:pt x="11671305" y="1711007"/>
                </a:lnTo>
                <a:lnTo>
                  <a:pt x="11711198" y="1733156"/>
                </a:lnTo>
                <a:lnTo>
                  <a:pt x="11750770" y="1755813"/>
                </a:lnTo>
                <a:lnTo>
                  <a:pt x="11789996" y="1778965"/>
                </a:lnTo>
                <a:lnTo>
                  <a:pt x="11828902" y="1802625"/>
                </a:lnTo>
                <a:lnTo>
                  <a:pt x="11867462" y="1826768"/>
                </a:lnTo>
                <a:lnTo>
                  <a:pt x="11905677" y="1851393"/>
                </a:lnTo>
                <a:lnTo>
                  <a:pt x="11943545" y="1876513"/>
                </a:lnTo>
                <a:lnTo>
                  <a:pt x="11981054" y="1902104"/>
                </a:lnTo>
                <a:lnTo>
                  <a:pt x="12018218" y="1928177"/>
                </a:lnTo>
                <a:lnTo>
                  <a:pt x="12055010" y="1954707"/>
                </a:lnTo>
                <a:lnTo>
                  <a:pt x="12091444" y="1981708"/>
                </a:lnTo>
                <a:lnTo>
                  <a:pt x="12127507" y="2009178"/>
                </a:lnTo>
                <a:lnTo>
                  <a:pt x="12163184" y="2037092"/>
                </a:lnTo>
                <a:lnTo>
                  <a:pt x="12192000" y="2060249"/>
                </a:lnTo>
                <a:lnTo>
                  <a:pt x="12192000" y="4714710"/>
                </a:lnTo>
                <a:lnTo>
                  <a:pt x="12167975" y="4714710"/>
                </a:lnTo>
                <a:lnTo>
                  <a:pt x="12167438" y="4666285"/>
                </a:lnTo>
                <a:lnTo>
                  <a:pt x="12165811" y="4618126"/>
                </a:lnTo>
                <a:lnTo>
                  <a:pt x="12163120" y="4570247"/>
                </a:lnTo>
                <a:lnTo>
                  <a:pt x="12159367" y="4522635"/>
                </a:lnTo>
                <a:lnTo>
                  <a:pt x="12154576" y="4475327"/>
                </a:lnTo>
                <a:lnTo>
                  <a:pt x="12148746" y="4428312"/>
                </a:lnTo>
                <a:lnTo>
                  <a:pt x="12141893" y="4381627"/>
                </a:lnTo>
                <a:lnTo>
                  <a:pt x="12134040" y="4335272"/>
                </a:lnTo>
                <a:lnTo>
                  <a:pt x="12125174" y="4289247"/>
                </a:lnTo>
                <a:lnTo>
                  <a:pt x="12115323" y="4243578"/>
                </a:lnTo>
                <a:lnTo>
                  <a:pt x="12104499" y="4198264"/>
                </a:lnTo>
                <a:lnTo>
                  <a:pt x="12092713" y="4153331"/>
                </a:lnTo>
                <a:lnTo>
                  <a:pt x="12079966" y="4108780"/>
                </a:lnTo>
                <a:lnTo>
                  <a:pt x="12066284" y="4064622"/>
                </a:lnTo>
                <a:lnTo>
                  <a:pt x="12051679" y="4020870"/>
                </a:lnTo>
                <a:lnTo>
                  <a:pt x="12036140" y="3977551"/>
                </a:lnTo>
                <a:lnTo>
                  <a:pt x="12019704" y="3934650"/>
                </a:lnTo>
                <a:lnTo>
                  <a:pt x="12002371" y="3892194"/>
                </a:lnTo>
                <a:lnTo>
                  <a:pt x="11984155" y="3850195"/>
                </a:lnTo>
                <a:lnTo>
                  <a:pt x="11965054" y="3808666"/>
                </a:lnTo>
                <a:lnTo>
                  <a:pt x="11945108" y="3767607"/>
                </a:lnTo>
                <a:lnTo>
                  <a:pt x="11924303" y="3727031"/>
                </a:lnTo>
                <a:lnTo>
                  <a:pt x="11902666" y="3686962"/>
                </a:lnTo>
                <a:lnTo>
                  <a:pt x="11880196" y="3647402"/>
                </a:lnTo>
                <a:lnTo>
                  <a:pt x="11856919" y="3608362"/>
                </a:lnTo>
                <a:lnTo>
                  <a:pt x="11832835" y="3569855"/>
                </a:lnTo>
                <a:lnTo>
                  <a:pt x="11807957" y="3531895"/>
                </a:lnTo>
                <a:lnTo>
                  <a:pt x="11782297" y="3494494"/>
                </a:lnTo>
                <a:lnTo>
                  <a:pt x="11755881" y="3457651"/>
                </a:lnTo>
                <a:lnTo>
                  <a:pt x="11728697" y="3421392"/>
                </a:lnTo>
                <a:lnTo>
                  <a:pt x="11700769" y="3385731"/>
                </a:lnTo>
                <a:lnTo>
                  <a:pt x="11672112" y="3350666"/>
                </a:lnTo>
                <a:lnTo>
                  <a:pt x="11642724" y="3316224"/>
                </a:lnTo>
                <a:lnTo>
                  <a:pt x="11612632" y="3282391"/>
                </a:lnTo>
                <a:lnTo>
                  <a:pt x="11581835" y="3249206"/>
                </a:lnTo>
                <a:lnTo>
                  <a:pt x="11550347" y="3216669"/>
                </a:lnTo>
                <a:lnTo>
                  <a:pt x="11518192" y="3184779"/>
                </a:lnTo>
                <a:lnTo>
                  <a:pt x="11485370" y="3153575"/>
                </a:lnTo>
                <a:lnTo>
                  <a:pt x="11451883" y="3123044"/>
                </a:lnTo>
                <a:lnTo>
                  <a:pt x="11417768" y="3093213"/>
                </a:lnTo>
                <a:lnTo>
                  <a:pt x="11383013" y="3064078"/>
                </a:lnTo>
                <a:lnTo>
                  <a:pt x="11347643" y="3035669"/>
                </a:lnTo>
                <a:lnTo>
                  <a:pt x="11311671" y="3007982"/>
                </a:lnTo>
                <a:lnTo>
                  <a:pt x="11275096" y="2981033"/>
                </a:lnTo>
                <a:lnTo>
                  <a:pt x="11237945" y="2954832"/>
                </a:lnTo>
                <a:lnTo>
                  <a:pt x="11200218" y="2929394"/>
                </a:lnTo>
                <a:lnTo>
                  <a:pt x="11161927" y="2904744"/>
                </a:lnTo>
                <a:lnTo>
                  <a:pt x="11123084" y="2880868"/>
                </a:lnTo>
                <a:lnTo>
                  <a:pt x="11083704" y="2857779"/>
                </a:lnTo>
                <a:lnTo>
                  <a:pt x="11043799" y="2835516"/>
                </a:lnTo>
                <a:lnTo>
                  <a:pt x="11003381" y="2814053"/>
                </a:lnTo>
                <a:lnTo>
                  <a:pt x="10962451" y="2793441"/>
                </a:lnTo>
                <a:lnTo>
                  <a:pt x="10921034" y="2773654"/>
                </a:lnTo>
                <a:lnTo>
                  <a:pt x="10879143" y="2754731"/>
                </a:lnTo>
                <a:lnTo>
                  <a:pt x="10836765" y="2736672"/>
                </a:lnTo>
                <a:lnTo>
                  <a:pt x="10793952" y="2719489"/>
                </a:lnTo>
                <a:lnTo>
                  <a:pt x="10750677" y="2703196"/>
                </a:lnTo>
                <a:lnTo>
                  <a:pt x="10706968" y="2687790"/>
                </a:lnTo>
                <a:lnTo>
                  <a:pt x="10662848" y="2673300"/>
                </a:lnTo>
                <a:lnTo>
                  <a:pt x="10618305" y="2659735"/>
                </a:lnTo>
                <a:lnTo>
                  <a:pt x="10573364" y="2647111"/>
                </a:lnTo>
                <a:lnTo>
                  <a:pt x="10528041" y="2635415"/>
                </a:lnTo>
                <a:lnTo>
                  <a:pt x="10482345" y="2624683"/>
                </a:lnTo>
                <a:lnTo>
                  <a:pt x="10436265" y="2614930"/>
                </a:lnTo>
                <a:lnTo>
                  <a:pt x="10389852" y="2606141"/>
                </a:lnTo>
                <a:lnTo>
                  <a:pt x="10343080" y="2598343"/>
                </a:lnTo>
                <a:lnTo>
                  <a:pt x="10295988" y="2591562"/>
                </a:lnTo>
                <a:lnTo>
                  <a:pt x="10248575" y="2585783"/>
                </a:lnTo>
                <a:lnTo>
                  <a:pt x="10200843" y="2581033"/>
                </a:lnTo>
                <a:lnTo>
                  <a:pt x="10152829" y="2577312"/>
                </a:lnTo>
                <a:lnTo>
                  <a:pt x="10104519" y="2574645"/>
                </a:lnTo>
                <a:lnTo>
                  <a:pt x="10055941" y="2573032"/>
                </a:lnTo>
                <a:lnTo>
                  <a:pt x="10007107" y="2572499"/>
                </a:lnTo>
                <a:close/>
                <a:moveTo>
                  <a:pt x="6549733" y="0"/>
                </a:moveTo>
                <a:lnTo>
                  <a:pt x="10007107" y="0"/>
                </a:lnTo>
                <a:lnTo>
                  <a:pt x="10007107" y="1285252"/>
                </a:lnTo>
                <a:lnTo>
                  <a:pt x="7846264" y="1285252"/>
                </a:lnTo>
                <a:lnTo>
                  <a:pt x="7846264" y="3427742"/>
                </a:lnTo>
                <a:lnTo>
                  <a:pt x="6549733" y="3427742"/>
                </a:lnTo>
                <a:lnTo>
                  <a:pt x="6549733" y="1285252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>
            <a:noAutofit/>
          </a:bodyPr>
          <a:lstStyle/>
          <a:p>
            <a:endParaRPr>
              <a:latin typeface="Arial" panose="020B0604020202020204" pitchFamily="34" charset="0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84AE2E5-313F-8ADE-BDDC-06E38B7E94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CD602E07-C281-4409-A9EA-EC31ABE6903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ECC8ED67-A609-4C5F-FE14-521B64FBCC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6879" y="514090"/>
            <a:ext cx="11159184" cy="487911"/>
          </a:xfrm>
          <a:prstGeom prst="rect">
            <a:avLst/>
          </a:prstGeom>
        </p:spPr>
        <p:txBody>
          <a:bodyPr lIns="0" tIns="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3000"/>
            </a:lvl1pPr>
          </a:lstStyle>
          <a:p>
            <a:r>
              <a:rPr lang="en-US"/>
              <a:t>Click to add title (Font size 30)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533183E-030D-8D2C-8D07-E8C0E6CD3CC7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16313" y="1018627"/>
            <a:ext cx="11159186" cy="452986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000">
                <a:latin typeface="Arial" panose="020B0604020202020204" pitchFamily="34" charset="0"/>
              </a:defRPr>
            </a:lvl1pPr>
            <a:lvl2pPr marL="268288" indent="0">
              <a:buNone/>
              <a:defRPr sz="2000">
                <a:latin typeface="Arial" panose="020B0604020202020204" pitchFamily="34" charset="0"/>
              </a:defRPr>
            </a:lvl2pPr>
            <a:lvl3pPr marL="879475" indent="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2000">
                <a:latin typeface="Arial" panose="020B0604020202020204" pitchFamily="34" charset="0"/>
              </a:defRPr>
            </a:lvl3pPr>
            <a:lvl4pPr marL="1327150" indent="0">
              <a:buNone/>
              <a:defRPr sz="2000">
                <a:latin typeface="Arial" panose="020B0604020202020204" pitchFamily="34" charset="0"/>
              </a:defRPr>
            </a:lvl4pPr>
            <a:lvl5pPr marL="1700213" indent="0">
              <a:buFont typeface="Courier New" panose="02070309020205020404" pitchFamily="49" charset="0"/>
              <a:buNone/>
              <a:defRPr sz="2000">
                <a:latin typeface="Arial" panose="020B0604020202020204" pitchFamily="34" charset="0"/>
              </a:defRPr>
            </a:lvl5pPr>
            <a:lvl6pPr>
              <a:defRPr>
                <a:latin typeface="Arial" panose="020B0604020202020204" pitchFamily="34" charset="0"/>
              </a:defRPr>
            </a:lvl6pPr>
            <a:lvl7pPr>
              <a:defRPr>
                <a:latin typeface="Arial" panose="020B0604020202020204" pitchFamily="34" charset="0"/>
              </a:defRPr>
            </a:lvl7pPr>
            <a:lvl8pPr>
              <a:defRPr>
                <a:latin typeface="Arial" panose="020B0604020202020204" pitchFamily="34" charset="0"/>
              </a:defRPr>
            </a:lvl8pPr>
            <a:lvl9pPr>
              <a:defRPr>
                <a:latin typeface="Arial" panose="020B0604020202020204" pitchFamily="34" charset="0"/>
              </a:defRPr>
            </a:lvl9pPr>
          </a:lstStyle>
          <a:p>
            <a:pPr lvl="0"/>
            <a:r>
              <a:rPr lang="en-GB"/>
              <a:t>Click to add Sub-title</a:t>
            </a:r>
          </a:p>
        </p:txBody>
      </p:sp>
    </p:spTree>
    <p:extLst>
      <p:ext uri="{BB962C8B-B14F-4D97-AF65-F5344CB8AC3E}">
        <p14:creationId xmlns:p14="http://schemas.microsoft.com/office/powerpoint/2010/main" val="37182815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927">
          <p15:clr>
            <a:srgbClr val="A4A3A4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0C0BD1-998A-D8D3-0BAB-97BDB7C093C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CD602E07-C281-4409-A9EA-EC31ABE69032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650795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lour Blan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0C0BD1-998A-D8D3-0BAB-97BDB7C093C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fld id="{CD602E07-C281-4409-A9EA-EC31ABE69032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06E06C4E-A8C9-B8A3-643C-A515CCB1984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8001" y="6420228"/>
            <a:ext cx="1268209" cy="189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40623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A0C3EC74-8E7A-2D64-527E-D7662017813D}"/>
              </a:ext>
            </a:extLst>
          </p:cNvPr>
          <p:cNvSpPr/>
          <p:nvPr/>
        </p:nvSpPr>
        <p:spPr>
          <a:xfrm>
            <a:off x="511251" y="508000"/>
            <a:ext cx="550800" cy="550800"/>
          </a:xfrm>
          <a:custGeom>
            <a:avLst/>
            <a:gdLst>
              <a:gd name="connsiteX0" fmla="*/ 355196 w 947568"/>
              <a:gd name="connsiteY0" fmla="*/ 355196 h 947568"/>
              <a:gd name="connsiteX1" fmla="*/ 947568 w 947568"/>
              <a:gd name="connsiteY1" fmla="*/ 355196 h 947568"/>
              <a:gd name="connsiteX2" fmla="*/ 947568 w 947568"/>
              <a:gd name="connsiteY2" fmla="*/ 0 h 947568"/>
              <a:gd name="connsiteX3" fmla="*/ 0 w 947568"/>
              <a:gd name="connsiteY3" fmla="*/ 0 h 947568"/>
              <a:gd name="connsiteX4" fmla="*/ 0 w 947568"/>
              <a:gd name="connsiteY4" fmla="*/ 947568 h 947568"/>
              <a:gd name="connsiteX5" fmla="*/ 355196 w 947568"/>
              <a:gd name="connsiteY5" fmla="*/ 947568 h 947568"/>
              <a:gd name="connsiteX6" fmla="*/ 355196 w 947568"/>
              <a:gd name="connsiteY6" fmla="*/ 355196 h 947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47568" h="947568">
                <a:moveTo>
                  <a:pt x="355196" y="355196"/>
                </a:moveTo>
                <a:lnTo>
                  <a:pt x="947568" y="355196"/>
                </a:lnTo>
                <a:lnTo>
                  <a:pt x="947568" y="0"/>
                </a:lnTo>
                <a:lnTo>
                  <a:pt x="0" y="0"/>
                </a:lnTo>
                <a:lnTo>
                  <a:pt x="0" y="947568"/>
                </a:lnTo>
                <a:lnTo>
                  <a:pt x="355196" y="947568"/>
                </a:lnTo>
                <a:lnTo>
                  <a:pt x="355196" y="355196"/>
                </a:lnTo>
                <a:close/>
              </a:path>
            </a:pathLst>
          </a:custGeom>
          <a:solidFill>
            <a:srgbClr val="000000"/>
          </a:solidFill>
          <a:ln w="28289" cap="flat">
            <a:noFill/>
            <a:prstDash val="solid"/>
            <a:miter/>
          </a:ln>
        </p:spPr>
        <p:txBody>
          <a:bodyPr rtlCol="0" anchor="ctr"/>
          <a:lstStyle/>
          <a:p>
            <a:endParaRPr lang="en-GB">
              <a:latin typeface="Arial" panose="020B060402020202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CD1614-E350-E04E-80A6-6CE83BA5BDD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85800" y="3888647"/>
            <a:ext cx="5409765" cy="4873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>
                <a:latin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>
                <a:latin typeface="Arial" panose="020B0604020202020204" pitchFamily="34" charset="0"/>
              </a:defRPr>
            </a:lvl3pPr>
          </a:lstStyle>
          <a:p>
            <a:pPr lvl="0"/>
            <a:r>
              <a:rPr lang="en-US"/>
              <a:t>Click to add text</a:t>
            </a:r>
          </a:p>
        </p:txBody>
      </p:sp>
      <p:grpSp>
        <p:nvGrpSpPr>
          <p:cNvPr id="20" name="Graphic 11">
            <a:extLst>
              <a:ext uri="{FF2B5EF4-FFF2-40B4-BE49-F238E27FC236}">
                <a16:creationId xmlns:a16="http://schemas.microsoft.com/office/drawing/2014/main" id="{DDEDE608-BFE3-38F5-5DAC-C0E31744617C}"/>
              </a:ext>
            </a:extLst>
          </p:cNvPr>
          <p:cNvGrpSpPr/>
          <p:nvPr/>
        </p:nvGrpSpPr>
        <p:grpSpPr>
          <a:xfrm>
            <a:off x="515403" y="5691853"/>
            <a:ext cx="1862137" cy="658147"/>
            <a:chOff x="3043994" y="-2581296"/>
            <a:chExt cx="5043924" cy="1782707"/>
          </a:xfrm>
          <a:solidFill>
            <a:srgbClr val="000000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60B51E4-F577-E8C8-B6E1-FD2EDB4B5125}"/>
                </a:ext>
              </a:extLst>
            </p:cNvPr>
            <p:cNvSpPr/>
            <p:nvPr/>
          </p:nvSpPr>
          <p:spPr>
            <a:xfrm>
              <a:off x="7939113" y="-1162329"/>
              <a:ext cx="148806" cy="67069"/>
            </a:xfrm>
            <a:custGeom>
              <a:avLst/>
              <a:gdLst>
                <a:gd name="connsiteX0" fmla="*/ 59324 w 148806"/>
                <a:gd name="connsiteY0" fmla="*/ 0 h 67069"/>
                <a:gd name="connsiteX1" fmla="*/ 59324 w 148806"/>
                <a:gd name="connsiteY1" fmla="*/ 8725 h 67069"/>
                <a:gd name="connsiteX2" fmla="*/ 34366 w 148806"/>
                <a:gd name="connsiteY2" fmla="*/ 8725 h 67069"/>
                <a:gd name="connsiteX3" fmla="*/ 34366 w 148806"/>
                <a:gd name="connsiteY3" fmla="*/ 67069 h 67069"/>
                <a:gd name="connsiteX4" fmla="*/ 24909 w 148806"/>
                <a:gd name="connsiteY4" fmla="*/ 67069 h 67069"/>
                <a:gd name="connsiteX5" fmla="*/ 24909 w 148806"/>
                <a:gd name="connsiteY5" fmla="*/ 8725 h 67069"/>
                <a:gd name="connsiteX6" fmla="*/ 0 w 148806"/>
                <a:gd name="connsiteY6" fmla="*/ 8725 h 67069"/>
                <a:gd name="connsiteX7" fmla="*/ 0 w 148806"/>
                <a:gd name="connsiteY7" fmla="*/ 0 h 67069"/>
                <a:gd name="connsiteX8" fmla="*/ 59324 w 148806"/>
                <a:gd name="connsiteY8" fmla="*/ 0 h 67069"/>
                <a:gd name="connsiteX9" fmla="*/ 82004 w 148806"/>
                <a:gd name="connsiteY9" fmla="*/ 0 h 67069"/>
                <a:gd name="connsiteX10" fmla="*/ 108695 w 148806"/>
                <a:gd name="connsiteY10" fmla="*/ 55348 h 67069"/>
                <a:gd name="connsiteX11" fmla="*/ 135634 w 148806"/>
                <a:gd name="connsiteY11" fmla="*/ 0 h 67069"/>
                <a:gd name="connsiteX12" fmla="*/ 148806 w 148806"/>
                <a:gd name="connsiteY12" fmla="*/ 0 h 67069"/>
                <a:gd name="connsiteX13" fmla="*/ 148806 w 148806"/>
                <a:gd name="connsiteY13" fmla="*/ 67069 h 67069"/>
                <a:gd name="connsiteX14" fmla="*/ 139843 w 148806"/>
                <a:gd name="connsiteY14" fmla="*/ 67069 h 67069"/>
                <a:gd name="connsiteX15" fmla="*/ 139843 w 148806"/>
                <a:gd name="connsiteY15" fmla="*/ 10721 h 67069"/>
                <a:gd name="connsiteX16" fmla="*/ 112409 w 148806"/>
                <a:gd name="connsiteY16" fmla="*/ 67069 h 67069"/>
                <a:gd name="connsiteX17" fmla="*/ 104685 w 148806"/>
                <a:gd name="connsiteY17" fmla="*/ 67069 h 67069"/>
                <a:gd name="connsiteX18" fmla="*/ 77795 w 148806"/>
                <a:gd name="connsiteY18" fmla="*/ 10721 h 67069"/>
                <a:gd name="connsiteX19" fmla="*/ 77795 w 148806"/>
                <a:gd name="connsiteY19" fmla="*/ 67069 h 67069"/>
                <a:gd name="connsiteX20" fmla="*/ 69030 w 148806"/>
                <a:gd name="connsiteY20" fmla="*/ 67069 h 67069"/>
                <a:gd name="connsiteX21" fmla="*/ 69030 w 148806"/>
                <a:gd name="connsiteY21" fmla="*/ 0 h 67069"/>
                <a:gd name="connsiteX22" fmla="*/ 82004 w 148806"/>
                <a:gd name="connsiteY22" fmla="*/ 0 h 67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48806" h="67069">
                  <a:moveTo>
                    <a:pt x="59324" y="0"/>
                  </a:moveTo>
                  <a:lnTo>
                    <a:pt x="59324" y="8725"/>
                  </a:lnTo>
                  <a:lnTo>
                    <a:pt x="34366" y="8725"/>
                  </a:lnTo>
                  <a:lnTo>
                    <a:pt x="34366" y="67069"/>
                  </a:lnTo>
                  <a:lnTo>
                    <a:pt x="24909" y="67069"/>
                  </a:lnTo>
                  <a:lnTo>
                    <a:pt x="24909" y="8725"/>
                  </a:lnTo>
                  <a:lnTo>
                    <a:pt x="0" y="8725"/>
                  </a:lnTo>
                  <a:lnTo>
                    <a:pt x="0" y="0"/>
                  </a:lnTo>
                  <a:lnTo>
                    <a:pt x="59324" y="0"/>
                  </a:lnTo>
                  <a:close/>
                  <a:moveTo>
                    <a:pt x="82004" y="0"/>
                  </a:moveTo>
                  <a:lnTo>
                    <a:pt x="108695" y="55348"/>
                  </a:lnTo>
                  <a:lnTo>
                    <a:pt x="135634" y="0"/>
                  </a:lnTo>
                  <a:lnTo>
                    <a:pt x="148806" y="0"/>
                  </a:lnTo>
                  <a:lnTo>
                    <a:pt x="148806" y="67069"/>
                  </a:lnTo>
                  <a:lnTo>
                    <a:pt x="139843" y="67069"/>
                  </a:lnTo>
                  <a:lnTo>
                    <a:pt x="139843" y="10721"/>
                  </a:lnTo>
                  <a:lnTo>
                    <a:pt x="112409" y="67069"/>
                  </a:lnTo>
                  <a:lnTo>
                    <a:pt x="104685" y="67069"/>
                  </a:lnTo>
                  <a:lnTo>
                    <a:pt x="77795" y="10721"/>
                  </a:lnTo>
                  <a:lnTo>
                    <a:pt x="77795" y="67069"/>
                  </a:lnTo>
                  <a:lnTo>
                    <a:pt x="69030" y="67069"/>
                  </a:lnTo>
                  <a:lnTo>
                    <a:pt x="69030" y="0"/>
                  </a:lnTo>
                  <a:lnTo>
                    <a:pt x="82004" y="0"/>
                  </a:lnTo>
                  <a:close/>
                </a:path>
              </a:pathLst>
            </a:custGeom>
            <a:solidFill>
              <a:srgbClr val="000000"/>
            </a:solidFill>
            <a:ln w="49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>
                <a:latin typeface="Arial" panose="020B0604020202020204" pitchFamily="34" charset="0"/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70BFC2AC-C513-62B6-B898-9A824442C130}"/>
                </a:ext>
              </a:extLst>
            </p:cNvPr>
            <p:cNvSpPr/>
            <p:nvPr/>
          </p:nvSpPr>
          <p:spPr>
            <a:xfrm>
              <a:off x="5383799" y="-2289229"/>
              <a:ext cx="2704120" cy="1193968"/>
            </a:xfrm>
            <a:custGeom>
              <a:avLst/>
              <a:gdLst>
                <a:gd name="connsiteX0" fmla="*/ 2274092 w 2704120"/>
                <a:gd name="connsiteY0" fmla="*/ 656839 h 1193968"/>
                <a:gd name="connsiteX1" fmla="*/ 2394573 w 2704120"/>
                <a:gd name="connsiteY1" fmla="*/ 877063 h 1193968"/>
                <a:gd name="connsiteX2" fmla="*/ 2521145 w 2704120"/>
                <a:gd name="connsiteY2" fmla="*/ 656839 h 1193968"/>
                <a:gd name="connsiteX3" fmla="*/ 2649302 w 2704120"/>
                <a:gd name="connsiteY3" fmla="*/ 656839 h 1193968"/>
                <a:gd name="connsiteX4" fmla="*/ 2452115 w 2704120"/>
                <a:gd name="connsiteY4" fmla="*/ 994464 h 1193968"/>
                <a:gd name="connsiteX5" fmla="*/ 2452115 w 2704120"/>
                <a:gd name="connsiteY5" fmla="*/ 1193969 h 1193968"/>
                <a:gd name="connsiteX6" fmla="*/ 2336982 w 2704120"/>
                <a:gd name="connsiteY6" fmla="*/ 1193969 h 1193968"/>
                <a:gd name="connsiteX7" fmla="*/ 2336982 w 2704120"/>
                <a:gd name="connsiteY7" fmla="*/ 994464 h 1193968"/>
                <a:gd name="connsiteX8" fmla="*/ 2139794 w 2704120"/>
                <a:gd name="connsiteY8" fmla="*/ 656839 h 1193968"/>
                <a:gd name="connsiteX9" fmla="*/ 2274092 w 2704120"/>
                <a:gd name="connsiteY9" fmla="*/ 656839 h 1193968"/>
                <a:gd name="connsiteX10" fmla="*/ 2125681 w 2704120"/>
                <a:gd name="connsiteY10" fmla="*/ 656839 h 1193968"/>
                <a:gd name="connsiteX11" fmla="*/ 2125681 w 2704120"/>
                <a:gd name="connsiteY11" fmla="*/ 755824 h 1193968"/>
                <a:gd name="connsiteX12" fmla="*/ 1970700 w 2704120"/>
                <a:gd name="connsiteY12" fmla="*/ 755824 h 1193968"/>
                <a:gd name="connsiteX13" fmla="*/ 1970700 w 2704120"/>
                <a:gd name="connsiteY13" fmla="*/ 1193969 h 1193968"/>
                <a:gd name="connsiteX14" fmla="*/ 1855601 w 2704120"/>
                <a:gd name="connsiteY14" fmla="*/ 1193969 h 1193968"/>
                <a:gd name="connsiteX15" fmla="*/ 1855601 w 2704120"/>
                <a:gd name="connsiteY15" fmla="*/ 755824 h 1193968"/>
                <a:gd name="connsiteX16" fmla="*/ 1700604 w 2704120"/>
                <a:gd name="connsiteY16" fmla="*/ 755824 h 1193968"/>
                <a:gd name="connsiteX17" fmla="*/ 1700604 w 2704120"/>
                <a:gd name="connsiteY17" fmla="*/ 656839 h 1193968"/>
                <a:gd name="connsiteX18" fmla="*/ 2125681 w 2704120"/>
                <a:gd name="connsiteY18" fmla="*/ 656839 h 1193968"/>
                <a:gd name="connsiteX19" fmla="*/ 1564797 w 2704120"/>
                <a:gd name="connsiteY19" fmla="*/ 656839 h 1193968"/>
                <a:gd name="connsiteX20" fmla="*/ 1449703 w 2704120"/>
                <a:gd name="connsiteY20" fmla="*/ 656839 h 1193968"/>
                <a:gd name="connsiteX21" fmla="*/ 1449703 w 2704120"/>
                <a:gd name="connsiteY21" fmla="*/ 1193969 h 1193968"/>
                <a:gd name="connsiteX22" fmla="*/ 1793538 w 2704120"/>
                <a:gd name="connsiteY22" fmla="*/ 1193969 h 1193968"/>
                <a:gd name="connsiteX23" fmla="*/ 1793538 w 2704120"/>
                <a:gd name="connsiteY23" fmla="*/ 1094984 h 1193968"/>
                <a:gd name="connsiteX24" fmla="*/ 1564797 w 2704120"/>
                <a:gd name="connsiteY24" fmla="*/ 1094984 h 1193968"/>
                <a:gd name="connsiteX25" fmla="*/ 1564797 w 2704120"/>
                <a:gd name="connsiteY25" fmla="*/ 656839 h 1193968"/>
                <a:gd name="connsiteX26" fmla="*/ 1080603 w 2704120"/>
                <a:gd name="connsiteY26" fmla="*/ 656839 h 1193968"/>
                <a:gd name="connsiteX27" fmla="*/ 1218724 w 2704120"/>
                <a:gd name="connsiteY27" fmla="*/ 656839 h 1193968"/>
                <a:gd name="connsiteX28" fmla="*/ 1413623 w 2704120"/>
                <a:gd name="connsiteY28" fmla="*/ 1193969 h 1193968"/>
                <a:gd name="connsiteX29" fmla="*/ 1290087 w 2704120"/>
                <a:gd name="connsiteY29" fmla="*/ 1193969 h 1193968"/>
                <a:gd name="connsiteX30" fmla="*/ 1248648 w 2704120"/>
                <a:gd name="connsiteY30" fmla="*/ 1076567 h 1193968"/>
                <a:gd name="connsiteX31" fmla="*/ 1044543 w 2704120"/>
                <a:gd name="connsiteY31" fmla="*/ 1076567 h 1193968"/>
                <a:gd name="connsiteX32" fmla="*/ 1003105 w 2704120"/>
                <a:gd name="connsiteY32" fmla="*/ 1193969 h 1193968"/>
                <a:gd name="connsiteX33" fmla="*/ 884169 w 2704120"/>
                <a:gd name="connsiteY33" fmla="*/ 1193969 h 1193968"/>
                <a:gd name="connsiteX34" fmla="*/ 1080603 w 2704120"/>
                <a:gd name="connsiteY34" fmla="*/ 656839 h 1193968"/>
                <a:gd name="connsiteX35" fmla="*/ 1217189 w 2704120"/>
                <a:gd name="connsiteY35" fmla="*/ 983723 h 1193968"/>
                <a:gd name="connsiteX36" fmla="*/ 1145826 w 2704120"/>
                <a:gd name="connsiteY36" fmla="*/ 779613 h 1193968"/>
                <a:gd name="connsiteX37" fmla="*/ 1075235 w 2704120"/>
                <a:gd name="connsiteY37" fmla="*/ 983723 h 1193968"/>
                <a:gd name="connsiteX38" fmla="*/ 1217189 w 2704120"/>
                <a:gd name="connsiteY38" fmla="*/ 983723 h 1193968"/>
                <a:gd name="connsiteX39" fmla="*/ 844830 w 2704120"/>
                <a:gd name="connsiteY39" fmla="*/ 656839 h 1193968"/>
                <a:gd name="connsiteX40" fmla="*/ 844830 w 2704120"/>
                <a:gd name="connsiteY40" fmla="*/ 755824 h 1193968"/>
                <a:gd name="connsiteX41" fmla="*/ 599287 w 2704120"/>
                <a:gd name="connsiteY41" fmla="*/ 755824 h 1193968"/>
                <a:gd name="connsiteX42" fmla="*/ 599287 w 2704120"/>
                <a:gd name="connsiteY42" fmla="*/ 876295 h 1193968"/>
                <a:gd name="connsiteX43" fmla="*/ 798792 w 2704120"/>
                <a:gd name="connsiteY43" fmla="*/ 876295 h 1193968"/>
                <a:gd name="connsiteX44" fmla="*/ 798792 w 2704120"/>
                <a:gd name="connsiteY44" fmla="*/ 970675 h 1193968"/>
                <a:gd name="connsiteX45" fmla="*/ 599287 w 2704120"/>
                <a:gd name="connsiteY45" fmla="*/ 970675 h 1193968"/>
                <a:gd name="connsiteX46" fmla="*/ 599287 w 2704120"/>
                <a:gd name="connsiteY46" fmla="*/ 1094984 h 1193968"/>
                <a:gd name="connsiteX47" fmla="*/ 853273 w 2704120"/>
                <a:gd name="connsiteY47" fmla="*/ 1094984 h 1193968"/>
                <a:gd name="connsiteX48" fmla="*/ 853273 w 2704120"/>
                <a:gd name="connsiteY48" fmla="*/ 1193969 h 1193968"/>
                <a:gd name="connsiteX49" fmla="*/ 484188 w 2704120"/>
                <a:gd name="connsiteY49" fmla="*/ 1193969 h 1193968"/>
                <a:gd name="connsiteX50" fmla="*/ 484188 w 2704120"/>
                <a:gd name="connsiteY50" fmla="*/ 656839 h 1193968"/>
                <a:gd name="connsiteX51" fmla="*/ 844830 w 2704120"/>
                <a:gd name="connsiteY51" fmla="*/ 656839 h 1193968"/>
                <a:gd name="connsiteX52" fmla="*/ 321898 w 2704120"/>
                <a:gd name="connsiteY52" fmla="*/ 678707 h 1193968"/>
                <a:gd name="connsiteX53" fmla="*/ 391339 w 2704120"/>
                <a:gd name="connsiteY53" fmla="*/ 741245 h 1193968"/>
                <a:gd name="connsiteX54" fmla="*/ 415891 w 2704120"/>
                <a:gd name="connsiteY54" fmla="*/ 835630 h 1193968"/>
                <a:gd name="connsiteX55" fmla="*/ 391339 w 2704120"/>
                <a:gd name="connsiteY55" fmla="*/ 926553 h 1193968"/>
                <a:gd name="connsiteX56" fmla="*/ 323814 w 2704120"/>
                <a:gd name="connsiteY56" fmla="*/ 986788 h 1193968"/>
                <a:gd name="connsiteX57" fmla="*/ 429702 w 2704120"/>
                <a:gd name="connsiteY57" fmla="*/ 1193969 h 1193968"/>
                <a:gd name="connsiteX58" fmla="*/ 302327 w 2704120"/>
                <a:gd name="connsiteY58" fmla="*/ 1193969 h 1193968"/>
                <a:gd name="connsiteX59" fmla="*/ 212548 w 2704120"/>
                <a:gd name="connsiteY59" fmla="*/ 1013648 h 1193968"/>
                <a:gd name="connsiteX60" fmla="*/ 115098 w 2704120"/>
                <a:gd name="connsiteY60" fmla="*/ 1013648 h 1193968"/>
                <a:gd name="connsiteX61" fmla="*/ 115098 w 2704120"/>
                <a:gd name="connsiteY61" fmla="*/ 1193969 h 1193968"/>
                <a:gd name="connsiteX62" fmla="*/ 0 w 2704120"/>
                <a:gd name="connsiteY62" fmla="*/ 1193969 h 1193968"/>
                <a:gd name="connsiteX63" fmla="*/ 0 w 2704120"/>
                <a:gd name="connsiteY63" fmla="*/ 656839 h 1193968"/>
                <a:gd name="connsiteX64" fmla="*/ 218689 w 2704120"/>
                <a:gd name="connsiteY64" fmla="*/ 656839 h 1193968"/>
                <a:gd name="connsiteX65" fmla="*/ 321898 w 2704120"/>
                <a:gd name="connsiteY65" fmla="*/ 678707 h 1193968"/>
                <a:gd name="connsiteX66" fmla="*/ 209483 w 2704120"/>
                <a:gd name="connsiteY66" fmla="*/ 917728 h 1193968"/>
                <a:gd name="connsiteX67" fmla="*/ 274319 w 2704120"/>
                <a:gd name="connsiteY67" fmla="*/ 895479 h 1193968"/>
                <a:gd name="connsiteX68" fmla="*/ 298495 w 2704120"/>
                <a:gd name="connsiteY68" fmla="*/ 835630 h 1193968"/>
                <a:gd name="connsiteX69" fmla="*/ 274319 w 2704120"/>
                <a:gd name="connsiteY69" fmla="*/ 775008 h 1193968"/>
                <a:gd name="connsiteX70" fmla="*/ 209483 w 2704120"/>
                <a:gd name="connsiteY70" fmla="*/ 752753 h 1193968"/>
                <a:gd name="connsiteX71" fmla="*/ 115098 w 2704120"/>
                <a:gd name="connsiteY71" fmla="*/ 752753 h 1193968"/>
                <a:gd name="connsiteX72" fmla="*/ 115098 w 2704120"/>
                <a:gd name="connsiteY72" fmla="*/ 917728 h 1193968"/>
                <a:gd name="connsiteX73" fmla="*/ 209483 w 2704120"/>
                <a:gd name="connsiteY73" fmla="*/ 917728 h 1193968"/>
                <a:gd name="connsiteX74" fmla="*/ 2475389 w 2704120"/>
                <a:gd name="connsiteY74" fmla="*/ 442750 h 1193968"/>
                <a:gd name="connsiteX75" fmla="*/ 2475389 w 2704120"/>
                <a:gd name="connsiteY75" fmla="*/ 4605 h 1193968"/>
                <a:gd name="connsiteX76" fmla="*/ 2360306 w 2704120"/>
                <a:gd name="connsiteY76" fmla="*/ 4605 h 1193968"/>
                <a:gd name="connsiteX77" fmla="*/ 2360306 w 2704120"/>
                <a:gd name="connsiteY77" fmla="*/ 541735 h 1193968"/>
                <a:gd name="connsiteX78" fmla="*/ 2704120 w 2704120"/>
                <a:gd name="connsiteY78" fmla="*/ 541735 h 1193968"/>
                <a:gd name="connsiteX79" fmla="*/ 2704120 w 2704120"/>
                <a:gd name="connsiteY79" fmla="*/ 442750 h 1193968"/>
                <a:gd name="connsiteX80" fmla="*/ 2475389 w 2704120"/>
                <a:gd name="connsiteY80" fmla="*/ 442750 h 1193968"/>
                <a:gd name="connsiteX81" fmla="*/ 1991211 w 2704120"/>
                <a:gd name="connsiteY81" fmla="*/ 4605 h 1193968"/>
                <a:gd name="connsiteX82" fmla="*/ 2129346 w 2704120"/>
                <a:gd name="connsiteY82" fmla="*/ 4605 h 1193968"/>
                <a:gd name="connsiteX83" fmla="*/ 2324255 w 2704120"/>
                <a:gd name="connsiteY83" fmla="*/ 541735 h 1193968"/>
                <a:gd name="connsiteX84" fmla="*/ 2200704 w 2704120"/>
                <a:gd name="connsiteY84" fmla="*/ 541735 h 1193968"/>
                <a:gd name="connsiteX85" fmla="*/ 2159256 w 2704120"/>
                <a:gd name="connsiteY85" fmla="*/ 424334 h 1193968"/>
                <a:gd name="connsiteX86" fmla="*/ 1955150 w 2704120"/>
                <a:gd name="connsiteY86" fmla="*/ 424334 h 1193968"/>
                <a:gd name="connsiteX87" fmla="*/ 1913712 w 2704120"/>
                <a:gd name="connsiteY87" fmla="*/ 541735 h 1193968"/>
                <a:gd name="connsiteX88" fmla="*/ 1794776 w 2704120"/>
                <a:gd name="connsiteY88" fmla="*/ 541735 h 1193968"/>
                <a:gd name="connsiteX89" fmla="*/ 1991211 w 2704120"/>
                <a:gd name="connsiteY89" fmla="*/ 4605 h 1193968"/>
                <a:gd name="connsiteX90" fmla="*/ 2127811 w 2704120"/>
                <a:gd name="connsiteY90" fmla="*/ 331485 h 1193968"/>
                <a:gd name="connsiteX91" fmla="*/ 2056453 w 2704120"/>
                <a:gd name="connsiteY91" fmla="*/ 127379 h 1193968"/>
                <a:gd name="connsiteX92" fmla="*/ 1985843 w 2704120"/>
                <a:gd name="connsiteY92" fmla="*/ 331485 h 1193968"/>
                <a:gd name="connsiteX93" fmla="*/ 2127811 w 2704120"/>
                <a:gd name="connsiteY93" fmla="*/ 331485 h 1193968"/>
                <a:gd name="connsiteX94" fmla="*/ 1862306 w 2704120"/>
                <a:gd name="connsiteY94" fmla="*/ 4605 h 1193968"/>
                <a:gd name="connsiteX95" fmla="*/ 1862306 w 2704120"/>
                <a:gd name="connsiteY95" fmla="*/ 103590 h 1193968"/>
                <a:gd name="connsiteX96" fmla="*/ 1707305 w 2704120"/>
                <a:gd name="connsiteY96" fmla="*/ 103590 h 1193968"/>
                <a:gd name="connsiteX97" fmla="*/ 1707305 w 2704120"/>
                <a:gd name="connsiteY97" fmla="*/ 541735 h 1193968"/>
                <a:gd name="connsiteX98" fmla="*/ 1592206 w 2704120"/>
                <a:gd name="connsiteY98" fmla="*/ 541735 h 1193968"/>
                <a:gd name="connsiteX99" fmla="*/ 1592206 w 2704120"/>
                <a:gd name="connsiteY99" fmla="*/ 103590 h 1193968"/>
                <a:gd name="connsiteX100" fmla="*/ 1437204 w 2704120"/>
                <a:gd name="connsiteY100" fmla="*/ 103590 h 1193968"/>
                <a:gd name="connsiteX101" fmla="*/ 1437204 w 2704120"/>
                <a:gd name="connsiteY101" fmla="*/ 4605 h 1193968"/>
                <a:gd name="connsiteX102" fmla="*/ 1862306 w 2704120"/>
                <a:gd name="connsiteY102" fmla="*/ 4605 h 1193968"/>
                <a:gd name="connsiteX103" fmla="*/ 1390393 w 2704120"/>
                <a:gd name="connsiteY103" fmla="*/ 4605 h 1193968"/>
                <a:gd name="connsiteX104" fmla="*/ 1390393 w 2704120"/>
                <a:gd name="connsiteY104" fmla="*/ 541735 h 1193968"/>
                <a:gd name="connsiteX105" fmla="*/ 1275300 w 2704120"/>
                <a:gd name="connsiteY105" fmla="*/ 541735 h 1193968"/>
                <a:gd name="connsiteX106" fmla="*/ 1275300 w 2704120"/>
                <a:gd name="connsiteY106" fmla="*/ 4605 h 1193968"/>
                <a:gd name="connsiteX107" fmla="*/ 1390393 w 2704120"/>
                <a:gd name="connsiteY107" fmla="*/ 4605 h 1193968"/>
                <a:gd name="connsiteX108" fmla="*/ 817590 w 2704120"/>
                <a:gd name="connsiteY108" fmla="*/ 33763 h 1193968"/>
                <a:gd name="connsiteX109" fmla="*/ 959161 w 2704120"/>
                <a:gd name="connsiteY109" fmla="*/ 0 h 1193968"/>
                <a:gd name="connsiteX110" fmla="*/ 1073488 w 2704120"/>
                <a:gd name="connsiteY110" fmla="*/ 24557 h 1193968"/>
                <a:gd name="connsiteX111" fmla="*/ 1155210 w 2704120"/>
                <a:gd name="connsiteY111" fmla="*/ 93617 h 1193968"/>
                <a:gd name="connsiteX112" fmla="*/ 1193191 w 2704120"/>
                <a:gd name="connsiteY112" fmla="*/ 195672 h 1193968"/>
                <a:gd name="connsiteX113" fmla="*/ 1079628 w 2704120"/>
                <a:gd name="connsiteY113" fmla="*/ 195672 h 1193968"/>
                <a:gd name="connsiteX114" fmla="*/ 1036655 w 2704120"/>
                <a:gd name="connsiteY114" fmla="*/ 123923 h 1193968"/>
                <a:gd name="connsiteX115" fmla="*/ 956086 w 2704120"/>
                <a:gd name="connsiteY115" fmla="*/ 97455 h 1193968"/>
                <a:gd name="connsiteX116" fmla="*/ 878588 w 2704120"/>
                <a:gd name="connsiteY116" fmla="*/ 119704 h 1193968"/>
                <a:gd name="connsiteX117" fmla="*/ 827944 w 2704120"/>
                <a:gd name="connsiteY117" fmla="*/ 181856 h 1193968"/>
                <a:gd name="connsiteX118" fmla="*/ 810295 w 2704120"/>
                <a:gd name="connsiteY118" fmla="*/ 273170 h 1193968"/>
                <a:gd name="connsiteX119" fmla="*/ 849044 w 2704120"/>
                <a:gd name="connsiteY119" fmla="*/ 400545 h 1193968"/>
                <a:gd name="connsiteX120" fmla="*/ 956086 w 2704120"/>
                <a:gd name="connsiteY120" fmla="*/ 448886 h 1193968"/>
                <a:gd name="connsiteX121" fmla="*/ 1044330 w 2704120"/>
                <a:gd name="connsiteY121" fmla="*/ 421650 h 1193968"/>
                <a:gd name="connsiteX122" fmla="*/ 1090374 w 2704120"/>
                <a:gd name="connsiteY122" fmla="*/ 341463 h 1193968"/>
                <a:gd name="connsiteX123" fmla="*/ 1090374 w 2704120"/>
                <a:gd name="connsiteY123" fmla="*/ 334555 h 1193968"/>
                <a:gd name="connsiteX124" fmla="*/ 956854 w 2704120"/>
                <a:gd name="connsiteY124" fmla="*/ 334555 h 1193968"/>
                <a:gd name="connsiteX125" fmla="*/ 956854 w 2704120"/>
                <a:gd name="connsiteY125" fmla="*/ 243246 h 1193968"/>
                <a:gd name="connsiteX126" fmla="*/ 1197029 w 2704120"/>
                <a:gd name="connsiteY126" fmla="*/ 243246 h 1193968"/>
                <a:gd name="connsiteX127" fmla="*/ 1197029 w 2704120"/>
                <a:gd name="connsiteY127" fmla="*/ 541735 h 1193968"/>
                <a:gd name="connsiteX128" fmla="*/ 1117228 w 2704120"/>
                <a:gd name="connsiteY128" fmla="*/ 541735 h 1193968"/>
                <a:gd name="connsiteX129" fmla="*/ 1104947 w 2704120"/>
                <a:gd name="connsiteY129" fmla="*/ 474978 h 1193968"/>
                <a:gd name="connsiteX130" fmla="*/ 1041265 w 2704120"/>
                <a:gd name="connsiteY130" fmla="*/ 526389 h 1193968"/>
                <a:gd name="connsiteX131" fmla="*/ 948416 w 2704120"/>
                <a:gd name="connsiteY131" fmla="*/ 546341 h 1193968"/>
                <a:gd name="connsiteX132" fmla="*/ 814514 w 2704120"/>
                <a:gd name="connsiteY132" fmla="*/ 512578 h 1193968"/>
                <a:gd name="connsiteX133" fmla="*/ 724740 w 2704120"/>
                <a:gd name="connsiteY133" fmla="*/ 416663 h 1193968"/>
                <a:gd name="connsiteX134" fmla="*/ 692899 w 2704120"/>
                <a:gd name="connsiteY134" fmla="*/ 273170 h 1193968"/>
                <a:gd name="connsiteX135" fmla="*/ 725126 w 2704120"/>
                <a:gd name="connsiteY135" fmla="*/ 129296 h 1193968"/>
                <a:gd name="connsiteX136" fmla="*/ 817590 w 2704120"/>
                <a:gd name="connsiteY136" fmla="*/ 33763 h 1193968"/>
                <a:gd name="connsiteX137" fmla="*/ 633044 w 2704120"/>
                <a:gd name="connsiteY137" fmla="*/ 4605 h 1193968"/>
                <a:gd name="connsiteX138" fmla="*/ 633044 w 2704120"/>
                <a:gd name="connsiteY138" fmla="*/ 541735 h 1193968"/>
                <a:gd name="connsiteX139" fmla="*/ 517946 w 2704120"/>
                <a:gd name="connsiteY139" fmla="*/ 541735 h 1193968"/>
                <a:gd name="connsiteX140" fmla="*/ 517946 w 2704120"/>
                <a:gd name="connsiteY140" fmla="*/ 4605 h 1193968"/>
                <a:gd name="connsiteX141" fmla="*/ 633044 w 2704120"/>
                <a:gd name="connsiteY141" fmla="*/ 4605 h 1193968"/>
                <a:gd name="connsiteX142" fmla="*/ 186466 w 2704120"/>
                <a:gd name="connsiteY142" fmla="*/ 4605 h 1193968"/>
                <a:gd name="connsiteX143" fmla="*/ 328806 w 2704120"/>
                <a:gd name="connsiteY143" fmla="*/ 38754 h 1193968"/>
                <a:gd name="connsiteX144" fmla="*/ 423948 w 2704120"/>
                <a:gd name="connsiteY144" fmla="*/ 133901 h 1193968"/>
                <a:gd name="connsiteX145" fmla="*/ 457329 w 2704120"/>
                <a:gd name="connsiteY145" fmla="*/ 273170 h 1193968"/>
                <a:gd name="connsiteX146" fmla="*/ 423948 w 2704120"/>
                <a:gd name="connsiteY146" fmla="*/ 412439 h 1193968"/>
                <a:gd name="connsiteX147" fmla="*/ 328806 w 2704120"/>
                <a:gd name="connsiteY147" fmla="*/ 507586 h 1193968"/>
                <a:gd name="connsiteX148" fmla="*/ 186466 w 2704120"/>
                <a:gd name="connsiteY148" fmla="*/ 541735 h 1193968"/>
                <a:gd name="connsiteX149" fmla="*/ 0 w 2704120"/>
                <a:gd name="connsiteY149" fmla="*/ 541735 h 1193968"/>
                <a:gd name="connsiteX150" fmla="*/ 0 w 2704120"/>
                <a:gd name="connsiteY150" fmla="*/ 4605 h 1193968"/>
                <a:gd name="connsiteX151" fmla="*/ 186466 w 2704120"/>
                <a:gd name="connsiteY151" fmla="*/ 4605 h 1193968"/>
                <a:gd name="connsiteX152" fmla="*/ 299644 w 2704120"/>
                <a:gd name="connsiteY152" fmla="*/ 398628 h 1193968"/>
                <a:gd name="connsiteX153" fmla="*/ 339928 w 2704120"/>
                <a:gd name="connsiteY153" fmla="*/ 273170 h 1193968"/>
                <a:gd name="connsiteX154" fmla="*/ 299644 w 2704120"/>
                <a:gd name="connsiteY154" fmla="*/ 147712 h 1193968"/>
                <a:gd name="connsiteX155" fmla="*/ 186466 w 2704120"/>
                <a:gd name="connsiteY155" fmla="*/ 100520 h 1193968"/>
                <a:gd name="connsiteX156" fmla="*/ 115098 w 2704120"/>
                <a:gd name="connsiteY156" fmla="*/ 100520 h 1193968"/>
                <a:gd name="connsiteX157" fmla="*/ 115098 w 2704120"/>
                <a:gd name="connsiteY157" fmla="*/ 445816 h 1193968"/>
                <a:gd name="connsiteX158" fmla="*/ 186466 w 2704120"/>
                <a:gd name="connsiteY158" fmla="*/ 445816 h 1193968"/>
                <a:gd name="connsiteX159" fmla="*/ 299644 w 2704120"/>
                <a:gd name="connsiteY159" fmla="*/ 398628 h 1193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</a:cxnLst>
              <a:rect l="l" t="t" r="r" b="b"/>
              <a:pathLst>
                <a:path w="2704120" h="1193968">
                  <a:moveTo>
                    <a:pt x="2274092" y="656839"/>
                  </a:moveTo>
                  <a:lnTo>
                    <a:pt x="2394573" y="877063"/>
                  </a:lnTo>
                  <a:lnTo>
                    <a:pt x="2521145" y="656839"/>
                  </a:lnTo>
                  <a:lnTo>
                    <a:pt x="2649302" y="656839"/>
                  </a:lnTo>
                  <a:lnTo>
                    <a:pt x="2452115" y="994464"/>
                  </a:lnTo>
                  <a:lnTo>
                    <a:pt x="2452115" y="1193969"/>
                  </a:lnTo>
                  <a:lnTo>
                    <a:pt x="2336982" y="1193969"/>
                  </a:lnTo>
                  <a:lnTo>
                    <a:pt x="2336982" y="994464"/>
                  </a:lnTo>
                  <a:lnTo>
                    <a:pt x="2139794" y="656839"/>
                  </a:lnTo>
                  <a:lnTo>
                    <a:pt x="2274092" y="656839"/>
                  </a:lnTo>
                  <a:close/>
                  <a:moveTo>
                    <a:pt x="2125681" y="656839"/>
                  </a:moveTo>
                  <a:lnTo>
                    <a:pt x="2125681" y="755824"/>
                  </a:lnTo>
                  <a:lnTo>
                    <a:pt x="1970700" y="755824"/>
                  </a:lnTo>
                  <a:lnTo>
                    <a:pt x="1970700" y="1193969"/>
                  </a:lnTo>
                  <a:lnTo>
                    <a:pt x="1855601" y="1193969"/>
                  </a:lnTo>
                  <a:lnTo>
                    <a:pt x="1855601" y="755824"/>
                  </a:lnTo>
                  <a:lnTo>
                    <a:pt x="1700604" y="755824"/>
                  </a:lnTo>
                  <a:lnTo>
                    <a:pt x="1700604" y="656839"/>
                  </a:lnTo>
                  <a:lnTo>
                    <a:pt x="2125681" y="656839"/>
                  </a:lnTo>
                  <a:close/>
                  <a:moveTo>
                    <a:pt x="1564797" y="656839"/>
                  </a:moveTo>
                  <a:lnTo>
                    <a:pt x="1449703" y="656839"/>
                  </a:lnTo>
                  <a:lnTo>
                    <a:pt x="1449703" y="1193969"/>
                  </a:lnTo>
                  <a:lnTo>
                    <a:pt x="1793538" y="1193969"/>
                  </a:lnTo>
                  <a:lnTo>
                    <a:pt x="1793538" y="1094984"/>
                  </a:lnTo>
                  <a:lnTo>
                    <a:pt x="1564797" y="1094984"/>
                  </a:lnTo>
                  <a:lnTo>
                    <a:pt x="1564797" y="656839"/>
                  </a:lnTo>
                  <a:close/>
                  <a:moveTo>
                    <a:pt x="1080603" y="656839"/>
                  </a:moveTo>
                  <a:lnTo>
                    <a:pt x="1218724" y="656839"/>
                  </a:lnTo>
                  <a:lnTo>
                    <a:pt x="1413623" y="1193969"/>
                  </a:lnTo>
                  <a:lnTo>
                    <a:pt x="1290087" y="1193969"/>
                  </a:lnTo>
                  <a:lnTo>
                    <a:pt x="1248648" y="1076567"/>
                  </a:lnTo>
                  <a:lnTo>
                    <a:pt x="1044543" y="1076567"/>
                  </a:lnTo>
                  <a:lnTo>
                    <a:pt x="1003105" y="1193969"/>
                  </a:lnTo>
                  <a:lnTo>
                    <a:pt x="884169" y="1193969"/>
                  </a:lnTo>
                  <a:lnTo>
                    <a:pt x="1080603" y="656839"/>
                  </a:lnTo>
                  <a:close/>
                  <a:moveTo>
                    <a:pt x="1217189" y="983723"/>
                  </a:moveTo>
                  <a:lnTo>
                    <a:pt x="1145826" y="779613"/>
                  </a:lnTo>
                  <a:lnTo>
                    <a:pt x="1075235" y="983723"/>
                  </a:lnTo>
                  <a:lnTo>
                    <a:pt x="1217189" y="983723"/>
                  </a:lnTo>
                  <a:close/>
                  <a:moveTo>
                    <a:pt x="844830" y="656839"/>
                  </a:moveTo>
                  <a:lnTo>
                    <a:pt x="844830" y="755824"/>
                  </a:lnTo>
                  <a:lnTo>
                    <a:pt x="599287" y="755824"/>
                  </a:lnTo>
                  <a:lnTo>
                    <a:pt x="599287" y="876295"/>
                  </a:lnTo>
                  <a:lnTo>
                    <a:pt x="798792" y="876295"/>
                  </a:lnTo>
                  <a:lnTo>
                    <a:pt x="798792" y="970675"/>
                  </a:lnTo>
                  <a:lnTo>
                    <a:pt x="599287" y="970675"/>
                  </a:lnTo>
                  <a:lnTo>
                    <a:pt x="599287" y="1094984"/>
                  </a:lnTo>
                  <a:lnTo>
                    <a:pt x="853273" y="1094984"/>
                  </a:lnTo>
                  <a:lnTo>
                    <a:pt x="853273" y="1193969"/>
                  </a:lnTo>
                  <a:lnTo>
                    <a:pt x="484188" y="1193969"/>
                  </a:lnTo>
                  <a:lnTo>
                    <a:pt x="484188" y="656839"/>
                  </a:lnTo>
                  <a:lnTo>
                    <a:pt x="844830" y="656839"/>
                  </a:lnTo>
                  <a:close/>
                  <a:moveTo>
                    <a:pt x="321898" y="678707"/>
                  </a:moveTo>
                  <a:cubicBezTo>
                    <a:pt x="351822" y="693290"/>
                    <a:pt x="374968" y="714133"/>
                    <a:pt x="391339" y="741245"/>
                  </a:cubicBezTo>
                  <a:cubicBezTo>
                    <a:pt x="407710" y="768357"/>
                    <a:pt x="415891" y="799817"/>
                    <a:pt x="415891" y="835630"/>
                  </a:cubicBezTo>
                  <a:cubicBezTo>
                    <a:pt x="415891" y="869897"/>
                    <a:pt x="407710" y="900208"/>
                    <a:pt x="391339" y="926553"/>
                  </a:cubicBezTo>
                  <a:cubicBezTo>
                    <a:pt x="374968" y="952902"/>
                    <a:pt x="352461" y="972977"/>
                    <a:pt x="323814" y="986788"/>
                  </a:cubicBezTo>
                  <a:lnTo>
                    <a:pt x="429702" y="1193969"/>
                  </a:lnTo>
                  <a:lnTo>
                    <a:pt x="302327" y="1193969"/>
                  </a:lnTo>
                  <a:lnTo>
                    <a:pt x="212548" y="1013648"/>
                  </a:lnTo>
                  <a:lnTo>
                    <a:pt x="115098" y="1013648"/>
                  </a:lnTo>
                  <a:lnTo>
                    <a:pt x="115098" y="1193969"/>
                  </a:lnTo>
                  <a:lnTo>
                    <a:pt x="0" y="1193969"/>
                  </a:lnTo>
                  <a:lnTo>
                    <a:pt x="0" y="656839"/>
                  </a:lnTo>
                  <a:lnTo>
                    <a:pt x="218689" y="656839"/>
                  </a:lnTo>
                  <a:cubicBezTo>
                    <a:pt x="257567" y="656839"/>
                    <a:pt x="291973" y="664128"/>
                    <a:pt x="321898" y="678707"/>
                  </a:cubicBezTo>
                  <a:close/>
                  <a:moveTo>
                    <a:pt x="209483" y="917728"/>
                  </a:moveTo>
                  <a:cubicBezTo>
                    <a:pt x="236595" y="917728"/>
                    <a:pt x="258206" y="910315"/>
                    <a:pt x="274319" y="895479"/>
                  </a:cubicBezTo>
                  <a:cubicBezTo>
                    <a:pt x="290438" y="880643"/>
                    <a:pt x="298495" y="860691"/>
                    <a:pt x="298495" y="835630"/>
                  </a:cubicBezTo>
                  <a:cubicBezTo>
                    <a:pt x="298495" y="810048"/>
                    <a:pt x="290438" y="789844"/>
                    <a:pt x="274319" y="775008"/>
                  </a:cubicBezTo>
                  <a:cubicBezTo>
                    <a:pt x="258206" y="760172"/>
                    <a:pt x="236595" y="752753"/>
                    <a:pt x="209483" y="752753"/>
                  </a:cubicBezTo>
                  <a:lnTo>
                    <a:pt x="115098" y="752753"/>
                  </a:lnTo>
                  <a:lnTo>
                    <a:pt x="115098" y="917728"/>
                  </a:lnTo>
                  <a:lnTo>
                    <a:pt x="209483" y="917728"/>
                  </a:lnTo>
                  <a:close/>
                  <a:moveTo>
                    <a:pt x="2475389" y="442750"/>
                  </a:moveTo>
                  <a:lnTo>
                    <a:pt x="2475389" y="4605"/>
                  </a:lnTo>
                  <a:lnTo>
                    <a:pt x="2360306" y="4605"/>
                  </a:lnTo>
                  <a:lnTo>
                    <a:pt x="2360306" y="541735"/>
                  </a:lnTo>
                  <a:lnTo>
                    <a:pt x="2704120" y="541735"/>
                  </a:lnTo>
                  <a:lnTo>
                    <a:pt x="2704120" y="442750"/>
                  </a:lnTo>
                  <a:lnTo>
                    <a:pt x="2475389" y="442750"/>
                  </a:lnTo>
                  <a:close/>
                  <a:moveTo>
                    <a:pt x="1991211" y="4605"/>
                  </a:moveTo>
                  <a:lnTo>
                    <a:pt x="2129346" y="4605"/>
                  </a:lnTo>
                  <a:lnTo>
                    <a:pt x="2324255" y="541735"/>
                  </a:lnTo>
                  <a:lnTo>
                    <a:pt x="2200704" y="541735"/>
                  </a:lnTo>
                  <a:lnTo>
                    <a:pt x="2159256" y="424334"/>
                  </a:lnTo>
                  <a:lnTo>
                    <a:pt x="1955150" y="424334"/>
                  </a:lnTo>
                  <a:lnTo>
                    <a:pt x="1913712" y="541735"/>
                  </a:lnTo>
                  <a:lnTo>
                    <a:pt x="1794776" y="541735"/>
                  </a:lnTo>
                  <a:lnTo>
                    <a:pt x="1991211" y="4605"/>
                  </a:lnTo>
                  <a:close/>
                  <a:moveTo>
                    <a:pt x="2127811" y="331485"/>
                  </a:moveTo>
                  <a:lnTo>
                    <a:pt x="2056453" y="127379"/>
                  </a:lnTo>
                  <a:lnTo>
                    <a:pt x="1985843" y="331485"/>
                  </a:lnTo>
                  <a:lnTo>
                    <a:pt x="2127811" y="331485"/>
                  </a:lnTo>
                  <a:close/>
                  <a:moveTo>
                    <a:pt x="1862306" y="4605"/>
                  </a:moveTo>
                  <a:lnTo>
                    <a:pt x="1862306" y="103590"/>
                  </a:lnTo>
                  <a:lnTo>
                    <a:pt x="1707305" y="103590"/>
                  </a:lnTo>
                  <a:lnTo>
                    <a:pt x="1707305" y="541735"/>
                  </a:lnTo>
                  <a:lnTo>
                    <a:pt x="1592206" y="541735"/>
                  </a:lnTo>
                  <a:lnTo>
                    <a:pt x="1592206" y="103590"/>
                  </a:lnTo>
                  <a:lnTo>
                    <a:pt x="1437204" y="103590"/>
                  </a:lnTo>
                  <a:lnTo>
                    <a:pt x="1437204" y="4605"/>
                  </a:lnTo>
                  <a:lnTo>
                    <a:pt x="1862306" y="4605"/>
                  </a:lnTo>
                  <a:close/>
                  <a:moveTo>
                    <a:pt x="1390393" y="4605"/>
                  </a:moveTo>
                  <a:lnTo>
                    <a:pt x="1390393" y="541735"/>
                  </a:lnTo>
                  <a:lnTo>
                    <a:pt x="1275300" y="541735"/>
                  </a:lnTo>
                  <a:lnTo>
                    <a:pt x="1275300" y="4605"/>
                  </a:lnTo>
                  <a:lnTo>
                    <a:pt x="1390393" y="4605"/>
                  </a:lnTo>
                  <a:close/>
                  <a:moveTo>
                    <a:pt x="817590" y="33763"/>
                  </a:moveTo>
                  <a:cubicBezTo>
                    <a:pt x="857740" y="11256"/>
                    <a:pt x="904932" y="0"/>
                    <a:pt x="959161" y="0"/>
                  </a:cubicBezTo>
                  <a:cubicBezTo>
                    <a:pt x="1001620" y="0"/>
                    <a:pt x="1039730" y="8186"/>
                    <a:pt x="1073488" y="24557"/>
                  </a:cubicBezTo>
                  <a:cubicBezTo>
                    <a:pt x="1107255" y="40923"/>
                    <a:pt x="1134491" y="63945"/>
                    <a:pt x="1155210" y="93617"/>
                  </a:cubicBezTo>
                  <a:cubicBezTo>
                    <a:pt x="1175929" y="123284"/>
                    <a:pt x="1188591" y="157304"/>
                    <a:pt x="1193191" y="195672"/>
                  </a:cubicBezTo>
                  <a:lnTo>
                    <a:pt x="1079628" y="195672"/>
                  </a:lnTo>
                  <a:cubicBezTo>
                    <a:pt x="1072462" y="165485"/>
                    <a:pt x="1058146" y="141572"/>
                    <a:pt x="1036655" y="123923"/>
                  </a:cubicBezTo>
                  <a:cubicBezTo>
                    <a:pt x="1015173" y="106274"/>
                    <a:pt x="988318" y="97455"/>
                    <a:pt x="956086" y="97455"/>
                  </a:cubicBezTo>
                  <a:cubicBezTo>
                    <a:pt x="926419" y="97455"/>
                    <a:pt x="900585" y="104868"/>
                    <a:pt x="878588" y="119704"/>
                  </a:cubicBezTo>
                  <a:cubicBezTo>
                    <a:pt x="856591" y="134540"/>
                    <a:pt x="839710" y="155259"/>
                    <a:pt x="827944" y="181856"/>
                  </a:cubicBezTo>
                  <a:cubicBezTo>
                    <a:pt x="816178" y="208458"/>
                    <a:pt x="810295" y="238898"/>
                    <a:pt x="810295" y="273170"/>
                  </a:cubicBezTo>
                  <a:cubicBezTo>
                    <a:pt x="810295" y="325859"/>
                    <a:pt x="823215" y="368317"/>
                    <a:pt x="849044" y="400545"/>
                  </a:cubicBezTo>
                  <a:cubicBezTo>
                    <a:pt x="874879" y="432772"/>
                    <a:pt x="910563" y="448886"/>
                    <a:pt x="956086" y="448886"/>
                  </a:cubicBezTo>
                  <a:cubicBezTo>
                    <a:pt x="989339" y="448886"/>
                    <a:pt x="1018753" y="439809"/>
                    <a:pt x="1044330" y="421650"/>
                  </a:cubicBezTo>
                  <a:cubicBezTo>
                    <a:pt x="1069912" y="403486"/>
                    <a:pt x="1085253" y="376756"/>
                    <a:pt x="1090374" y="341463"/>
                  </a:cubicBezTo>
                  <a:lnTo>
                    <a:pt x="1090374" y="334555"/>
                  </a:lnTo>
                  <a:lnTo>
                    <a:pt x="956854" y="334555"/>
                  </a:lnTo>
                  <a:lnTo>
                    <a:pt x="956854" y="243246"/>
                  </a:lnTo>
                  <a:lnTo>
                    <a:pt x="1197029" y="243246"/>
                  </a:lnTo>
                  <a:lnTo>
                    <a:pt x="1197029" y="541735"/>
                  </a:lnTo>
                  <a:lnTo>
                    <a:pt x="1117228" y="541735"/>
                  </a:lnTo>
                  <a:lnTo>
                    <a:pt x="1104947" y="474978"/>
                  </a:lnTo>
                  <a:cubicBezTo>
                    <a:pt x="1089096" y="495949"/>
                    <a:pt x="1067862" y="513088"/>
                    <a:pt x="1041265" y="526389"/>
                  </a:cubicBezTo>
                  <a:cubicBezTo>
                    <a:pt x="1014663" y="539690"/>
                    <a:pt x="983713" y="546341"/>
                    <a:pt x="948416" y="546341"/>
                  </a:cubicBezTo>
                  <a:cubicBezTo>
                    <a:pt x="897772" y="546341"/>
                    <a:pt x="853140" y="535085"/>
                    <a:pt x="814514" y="512578"/>
                  </a:cubicBezTo>
                  <a:cubicBezTo>
                    <a:pt x="775894" y="490066"/>
                    <a:pt x="745969" y="458097"/>
                    <a:pt x="724740" y="416663"/>
                  </a:cubicBezTo>
                  <a:cubicBezTo>
                    <a:pt x="703511" y="375225"/>
                    <a:pt x="692899" y="327394"/>
                    <a:pt x="692899" y="273170"/>
                  </a:cubicBezTo>
                  <a:cubicBezTo>
                    <a:pt x="692899" y="218436"/>
                    <a:pt x="703640" y="170476"/>
                    <a:pt x="725126" y="129296"/>
                  </a:cubicBezTo>
                  <a:cubicBezTo>
                    <a:pt x="746608" y="88115"/>
                    <a:pt x="777429" y="56269"/>
                    <a:pt x="817590" y="33763"/>
                  </a:cubicBezTo>
                  <a:close/>
                  <a:moveTo>
                    <a:pt x="633044" y="4605"/>
                  </a:moveTo>
                  <a:lnTo>
                    <a:pt x="633044" y="541735"/>
                  </a:lnTo>
                  <a:lnTo>
                    <a:pt x="517946" y="541735"/>
                  </a:lnTo>
                  <a:lnTo>
                    <a:pt x="517946" y="4605"/>
                  </a:lnTo>
                  <a:lnTo>
                    <a:pt x="633044" y="4605"/>
                  </a:lnTo>
                  <a:close/>
                  <a:moveTo>
                    <a:pt x="186466" y="4605"/>
                  </a:moveTo>
                  <a:cubicBezTo>
                    <a:pt x="240175" y="4605"/>
                    <a:pt x="287620" y="15985"/>
                    <a:pt x="328806" y="38754"/>
                  </a:cubicBezTo>
                  <a:cubicBezTo>
                    <a:pt x="369981" y="61513"/>
                    <a:pt x="401699" y="93231"/>
                    <a:pt x="423948" y="133901"/>
                  </a:cubicBezTo>
                  <a:cubicBezTo>
                    <a:pt x="446207" y="174567"/>
                    <a:pt x="457329" y="220991"/>
                    <a:pt x="457329" y="273170"/>
                  </a:cubicBezTo>
                  <a:cubicBezTo>
                    <a:pt x="457329" y="325349"/>
                    <a:pt x="446207" y="371769"/>
                    <a:pt x="423948" y="412439"/>
                  </a:cubicBezTo>
                  <a:cubicBezTo>
                    <a:pt x="401699" y="453110"/>
                    <a:pt x="369981" y="484822"/>
                    <a:pt x="328806" y="507586"/>
                  </a:cubicBezTo>
                  <a:cubicBezTo>
                    <a:pt x="287620" y="530351"/>
                    <a:pt x="240175" y="541735"/>
                    <a:pt x="186466" y="541735"/>
                  </a:cubicBezTo>
                  <a:lnTo>
                    <a:pt x="0" y="541735"/>
                  </a:lnTo>
                  <a:lnTo>
                    <a:pt x="0" y="4605"/>
                  </a:lnTo>
                  <a:lnTo>
                    <a:pt x="186466" y="4605"/>
                  </a:lnTo>
                  <a:close/>
                  <a:moveTo>
                    <a:pt x="299644" y="398628"/>
                  </a:moveTo>
                  <a:cubicBezTo>
                    <a:pt x="326498" y="367169"/>
                    <a:pt x="339928" y="325349"/>
                    <a:pt x="339928" y="273170"/>
                  </a:cubicBezTo>
                  <a:cubicBezTo>
                    <a:pt x="339928" y="220991"/>
                    <a:pt x="326498" y="179172"/>
                    <a:pt x="299644" y="147712"/>
                  </a:cubicBezTo>
                  <a:cubicBezTo>
                    <a:pt x="272789" y="116252"/>
                    <a:pt x="235060" y="100520"/>
                    <a:pt x="186466" y="100520"/>
                  </a:cubicBezTo>
                  <a:lnTo>
                    <a:pt x="115098" y="100520"/>
                  </a:lnTo>
                  <a:lnTo>
                    <a:pt x="115098" y="445816"/>
                  </a:lnTo>
                  <a:lnTo>
                    <a:pt x="186466" y="445816"/>
                  </a:lnTo>
                  <a:cubicBezTo>
                    <a:pt x="235060" y="445816"/>
                    <a:pt x="272789" y="430088"/>
                    <a:pt x="299644" y="398628"/>
                  </a:cubicBezTo>
                  <a:close/>
                </a:path>
              </a:pathLst>
            </a:custGeom>
            <a:solidFill>
              <a:srgbClr val="000000"/>
            </a:solidFill>
            <a:ln w="49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>
                <a:latin typeface="Arial" panose="020B0604020202020204" pitchFamily="34" charset="0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446617A9-EE88-602B-BB89-3346BD684661}"/>
                </a:ext>
              </a:extLst>
            </p:cNvPr>
            <p:cNvSpPr/>
            <p:nvPr/>
          </p:nvSpPr>
          <p:spPr>
            <a:xfrm>
              <a:off x="3043994" y="-2581296"/>
              <a:ext cx="1782707" cy="1782707"/>
            </a:xfrm>
            <a:custGeom>
              <a:avLst/>
              <a:gdLst>
                <a:gd name="connsiteX0" fmla="*/ 1188472 w 1782707"/>
                <a:gd name="connsiteY0" fmla="*/ 1782708 h 1782707"/>
                <a:gd name="connsiteX1" fmla="*/ 1188472 w 1782707"/>
                <a:gd name="connsiteY1" fmla="*/ 1559870 h 1782707"/>
                <a:gd name="connsiteX2" fmla="*/ 1559870 w 1782707"/>
                <a:gd name="connsiteY2" fmla="*/ 1188472 h 1782707"/>
                <a:gd name="connsiteX3" fmla="*/ 1782708 w 1782707"/>
                <a:gd name="connsiteY3" fmla="*/ 1188472 h 1782707"/>
                <a:gd name="connsiteX4" fmla="*/ 1188472 w 1782707"/>
                <a:gd name="connsiteY4" fmla="*/ 1782708 h 1782707"/>
                <a:gd name="connsiteX5" fmla="*/ 1188472 w 1782707"/>
                <a:gd name="connsiteY5" fmla="*/ 0 h 1782707"/>
                <a:gd name="connsiteX6" fmla="*/ 1188472 w 1782707"/>
                <a:gd name="connsiteY6" fmla="*/ 222839 h 1782707"/>
                <a:gd name="connsiteX7" fmla="*/ 1559870 w 1782707"/>
                <a:gd name="connsiteY7" fmla="*/ 594236 h 1782707"/>
                <a:gd name="connsiteX8" fmla="*/ 1782708 w 1782707"/>
                <a:gd name="connsiteY8" fmla="*/ 594236 h 1782707"/>
                <a:gd name="connsiteX9" fmla="*/ 1188472 w 1782707"/>
                <a:gd name="connsiteY9" fmla="*/ 0 h 1782707"/>
                <a:gd name="connsiteX10" fmla="*/ 594236 w 1782707"/>
                <a:gd name="connsiteY10" fmla="*/ 1559870 h 1782707"/>
                <a:gd name="connsiteX11" fmla="*/ 222839 w 1782707"/>
                <a:gd name="connsiteY11" fmla="*/ 1559870 h 1782707"/>
                <a:gd name="connsiteX12" fmla="*/ 222839 w 1782707"/>
                <a:gd name="connsiteY12" fmla="*/ 1188472 h 1782707"/>
                <a:gd name="connsiteX13" fmla="*/ 0 w 1782707"/>
                <a:gd name="connsiteY13" fmla="*/ 1188472 h 1782707"/>
                <a:gd name="connsiteX14" fmla="*/ 0 w 1782707"/>
                <a:gd name="connsiteY14" fmla="*/ 1782708 h 1782707"/>
                <a:gd name="connsiteX15" fmla="*/ 594236 w 1782707"/>
                <a:gd name="connsiteY15" fmla="*/ 1782708 h 1782707"/>
                <a:gd name="connsiteX16" fmla="*/ 594236 w 1782707"/>
                <a:gd name="connsiteY16" fmla="*/ 1559870 h 1782707"/>
                <a:gd name="connsiteX17" fmla="*/ 222839 w 1782707"/>
                <a:gd name="connsiteY17" fmla="*/ 222839 h 1782707"/>
                <a:gd name="connsiteX18" fmla="*/ 594236 w 1782707"/>
                <a:gd name="connsiteY18" fmla="*/ 222839 h 1782707"/>
                <a:gd name="connsiteX19" fmla="*/ 594236 w 1782707"/>
                <a:gd name="connsiteY19" fmla="*/ 0 h 1782707"/>
                <a:gd name="connsiteX20" fmla="*/ 0 w 1782707"/>
                <a:gd name="connsiteY20" fmla="*/ 0 h 1782707"/>
                <a:gd name="connsiteX21" fmla="*/ 0 w 1782707"/>
                <a:gd name="connsiteY21" fmla="*/ 594236 h 1782707"/>
                <a:gd name="connsiteX22" fmla="*/ 222839 w 1782707"/>
                <a:gd name="connsiteY22" fmla="*/ 594236 h 1782707"/>
                <a:gd name="connsiteX23" fmla="*/ 222839 w 1782707"/>
                <a:gd name="connsiteY23" fmla="*/ 222839 h 17827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782707" h="1782707">
                  <a:moveTo>
                    <a:pt x="1188472" y="1782708"/>
                  </a:moveTo>
                  <a:lnTo>
                    <a:pt x="1188472" y="1559870"/>
                  </a:lnTo>
                  <a:cubicBezTo>
                    <a:pt x="1393261" y="1559870"/>
                    <a:pt x="1559870" y="1393261"/>
                    <a:pt x="1559870" y="1188472"/>
                  </a:cubicBezTo>
                  <a:lnTo>
                    <a:pt x="1782708" y="1188472"/>
                  </a:lnTo>
                  <a:cubicBezTo>
                    <a:pt x="1782708" y="1516134"/>
                    <a:pt x="1516134" y="1782708"/>
                    <a:pt x="1188472" y="1782708"/>
                  </a:cubicBezTo>
                  <a:close/>
                  <a:moveTo>
                    <a:pt x="1188472" y="0"/>
                  </a:moveTo>
                  <a:lnTo>
                    <a:pt x="1188472" y="222839"/>
                  </a:lnTo>
                  <a:cubicBezTo>
                    <a:pt x="1393261" y="222839"/>
                    <a:pt x="1559870" y="389447"/>
                    <a:pt x="1559870" y="594236"/>
                  </a:cubicBezTo>
                  <a:lnTo>
                    <a:pt x="1782708" y="594236"/>
                  </a:lnTo>
                  <a:cubicBezTo>
                    <a:pt x="1782708" y="266574"/>
                    <a:pt x="1516134" y="0"/>
                    <a:pt x="1188472" y="0"/>
                  </a:cubicBezTo>
                  <a:close/>
                  <a:moveTo>
                    <a:pt x="594236" y="1559870"/>
                  </a:moveTo>
                  <a:lnTo>
                    <a:pt x="222839" y="1559870"/>
                  </a:lnTo>
                  <a:lnTo>
                    <a:pt x="222839" y="1188472"/>
                  </a:lnTo>
                  <a:lnTo>
                    <a:pt x="0" y="1188472"/>
                  </a:lnTo>
                  <a:lnTo>
                    <a:pt x="0" y="1782708"/>
                  </a:lnTo>
                  <a:lnTo>
                    <a:pt x="594236" y="1782708"/>
                  </a:lnTo>
                  <a:lnTo>
                    <a:pt x="594236" y="1559870"/>
                  </a:lnTo>
                  <a:close/>
                  <a:moveTo>
                    <a:pt x="222839" y="222839"/>
                  </a:moveTo>
                  <a:lnTo>
                    <a:pt x="594236" y="222839"/>
                  </a:lnTo>
                  <a:lnTo>
                    <a:pt x="594236" y="0"/>
                  </a:lnTo>
                  <a:lnTo>
                    <a:pt x="0" y="0"/>
                  </a:lnTo>
                  <a:lnTo>
                    <a:pt x="0" y="594236"/>
                  </a:lnTo>
                  <a:lnTo>
                    <a:pt x="222839" y="594236"/>
                  </a:lnTo>
                  <a:lnTo>
                    <a:pt x="222839" y="222839"/>
                  </a:lnTo>
                  <a:close/>
                </a:path>
              </a:pathLst>
            </a:custGeom>
            <a:solidFill>
              <a:srgbClr val="000000"/>
            </a:solidFill>
            <a:ln w="49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>
                <a:latin typeface="Arial" panose="020B0604020202020204" pitchFamily="34" charset="0"/>
              </a:endParaRPr>
            </a:p>
          </p:txBody>
        </p: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543E8D5F-E45B-6123-9C41-5A9E50CA9B9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02425" y="2454275"/>
            <a:ext cx="5394960" cy="883846"/>
          </a:xfrm>
          <a:prstGeom prst="rect">
            <a:avLst/>
          </a:prstGeom>
          <a:noFill/>
        </p:spPr>
        <p:txBody>
          <a:bodyPr anchor="t"/>
          <a:lstStyle>
            <a:lvl1pPr algn="l"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to add text </a:t>
            </a:r>
            <a:endParaRPr lang="en-GB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B9669A43-A8DE-00E4-F380-24A1D2C49FD2}"/>
              </a:ext>
            </a:extLst>
          </p:cNvPr>
          <p:cNvSpPr/>
          <p:nvPr/>
        </p:nvSpPr>
        <p:spPr>
          <a:xfrm>
            <a:off x="6466720" y="5796481"/>
            <a:ext cx="550321" cy="550320"/>
          </a:xfrm>
          <a:custGeom>
            <a:avLst/>
            <a:gdLst>
              <a:gd name="connsiteX0" fmla="*/ 284 w 947568"/>
              <a:gd name="connsiteY0" fmla="*/ 947284 h 947567"/>
              <a:gd name="connsiteX1" fmla="*/ 284 w 947568"/>
              <a:gd name="connsiteY1" fmla="*/ 592088 h 947567"/>
              <a:gd name="connsiteX2" fmla="*/ 592372 w 947568"/>
              <a:gd name="connsiteY2" fmla="*/ 0 h 947567"/>
              <a:gd name="connsiteX3" fmla="*/ 947568 w 947568"/>
              <a:gd name="connsiteY3" fmla="*/ 0 h 947567"/>
              <a:gd name="connsiteX4" fmla="*/ 0 w 947568"/>
              <a:gd name="connsiteY4" fmla="*/ 947568 h 9475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47568" h="947567">
                <a:moveTo>
                  <a:pt x="284" y="947284"/>
                </a:moveTo>
                <a:lnTo>
                  <a:pt x="284" y="592088"/>
                </a:lnTo>
                <a:cubicBezTo>
                  <a:pt x="326826" y="592088"/>
                  <a:pt x="592372" y="326542"/>
                  <a:pt x="592372" y="0"/>
                </a:cubicBezTo>
                <a:lnTo>
                  <a:pt x="947568" y="0"/>
                </a:lnTo>
                <a:cubicBezTo>
                  <a:pt x="947568" y="522297"/>
                  <a:pt x="522581" y="947568"/>
                  <a:pt x="0" y="947568"/>
                </a:cubicBezTo>
                <a:close/>
              </a:path>
            </a:pathLst>
          </a:custGeom>
          <a:solidFill>
            <a:srgbClr val="000000"/>
          </a:solidFill>
          <a:ln w="28289" cap="flat">
            <a:noFill/>
            <a:prstDash val="solid"/>
            <a:miter/>
          </a:ln>
        </p:spPr>
        <p:txBody>
          <a:bodyPr rtlCol="0" anchor="ctr"/>
          <a:lstStyle/>
          <a:p>
            <a:endParaRPr lang="en-GB">
              <a:latin typeface="Arial" panose="020B0604020202020204" pitchFamily="34" charset="0"/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BF50B279-F10E-F851-6958-658B32D8F691}"/>
              </a:ext>
            </a:extLst>
          </p:cNvPr>
          <p:cNvSpPr/>
          <p:nvPr/>
        </p:nvSpPr>
        <p:spPr>
          <a:xfrm>
            <a:off x="6466720" y="508000"/>
            <a:ext cx="550156" cy="550156"/>
          </a:xfrm>
          <a:custGeom>
            <a:avLst/>
            <a:gdLst>
              <a:gd name="connsiteX0" fmla="*/ 0 w 947284"/>
              <a:gd name="connsiteY0" fmla="*/ 0 h 947284"/>
              <a:gd name="connsiteX1" fmla="*/ 0 w 947284"/>
              <a:gd name="connsiteY1" fmla="*/ 355196 h 947284"/>
              <a:gd name="connsiteX2" fmla="*/ 592088 w 947284"/>
              <a:gd name="connsiteY2" fmla="*/ 947284 h 947284"/>
              <a:gd name="connsiteX3" fmla="*/ 947284 w 947284"/>
              <a:gd name="connsiteY3" fmla="*/ 947284 h 947284"/>
              <a:gd name="connsiteX4" fmla="*/ 0 w 947284"/>
              <a:gd name="connsiteY4" fmla="*/ 0 h 947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47284" h="947284">
                <a:moveTo>
                  <a:pt x="0" y="0"/>
                </a:moveTo>
                <a:lnTo>
                  <a:pt x="0" y="355196"/>
                </a:lnTo>
                <a:cubicBezTo>
                  <a:pt x="326542" y="355196"/>
                  <a:pt x="592088" y="620742"/>
                  <a:pt x="592088" y="947284"/>
                </a:cubicBezTo>
                <a:lnTo>
                  <a:pt x="947284" y="947284"/>
                </a:lnTo>
                <a:cubicBezTo>
                  <a:pt x="947568" y="424987"/>
                  <a:pt x="522581" y="0"/>
                  <a:pt x="0" y="0"/>
                </a:cubicBezTo>
                <a:close/>
              </a:path>
            </a:pathLst>
          </a:custGeom>
          <a:solidFill>
            <a:srgbClr val="000000"/>
          </a:solidFill>
          <a:ln w="28289" cap="flat">
            <a:noFill/>
            <a:prstDash val="solid"/>
            <a:miter/>
          </a:ln>
        </p:spPr>
        <p:txBody>
          <a:bodyPr rtlCol="0" anchor="ctr"/>
          <a:lstStyle/>
          <a:p>
            <a:endParaRPr lang="en-GB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29794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A4A3A4"/>
          </p15:clr>
        </p15:guide>
        <p15:guide id="2" pos="432">
          <p15:clr>
            <a:srgbClr val="A4A3A4"/>
          </p15:clr>
        </p15:guide>
        <p15:guide id="3" orient="horz" pos="1541">
          <p15:clr>
            <a:srgbClr val="A4A3A4"/>
          </p15:clr>
        </p15:guide>
        <p15:guide id="4" orient="horz" pos="2101">
          <p15:clr>
            <a:srgbClr val="A4A3A4"/>
          </p15:clr>
        </p15:guide>
        <p15:guide id="5" orient="horz" pos="2447">
          <p15:clr>
            <a:srgbClr val="A4A3A4"/>
          </p15:clr>
        </p15:guide>
        <p15:guide id="6" orient="horz" pos="2754">
          <p15:clr>
            <a:srgbClr val="A4A3A4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A4659-E7DC-D5E3-91E8-530A93665EB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02425" y="995363"/>
            <a:ext cx="5394960" cy="4597450"/>
          </a:xfrm>
          <a:prstGeom prst="rect">
            <a:avLst/>
          </a:prstGeom>
          <a:noFill/>
        </p:spPr>
        <p:txBody>
          <a:bodyPr anchor="ctr"/>
          <a:lstStyle>
            <a:lvl1pPr algn="l">
              <a:defRPr sz="4400">
                <a:latin typeface="Arial" panose="020B0604020202020204" pitchFamily="34" charset="0"/>
              </a:defRPr>
            </a:lvl1pPr>
          </a:lstStyle>
          <a:p>
            <a:r>
              <a:rPr lang="en-US"/>
              <a:t>Click to add text</a:t>
            </a:r>
            <a:endParaRPr lang="en-GB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F5D5F3E-8C23-F277-2463-6650F50964A4}"/>
              </a:ext>
            </a:extLst>
          </p:cNvPr>
          <p:cNvSpPr/>
          <p:nvPr/>
        </p:nvSpPr>
        <p:spPr>
          <a:xfrm>
            <a:off x="6466720" y="5796481"/>
            <a:ext cx="550321" cy="550320"/>
          </a:xfrm>
          <a:custGeom>
            <a:avLst/>
            <a:gdLst>
              <a:gd name="connsiteX0" fmla="*/ 284 w 947568"/>
              <a:gd name="connsiteY0" fmla="*/ 947284 h 947567"/>
              <a:gd name="connsiteX1" fmla="*/ 284 w 947568"/>
              <a:gd name="connsiteY1" fmla="*/ 592088 h 947567"/>
              <a:gd name="connsiteX2" fmla="*/ 592372 w 947568"/>
              <a:gd name="connsiteY2" fmla="*/ 0 h 947567"/>
              <a:gd name="connsiteX3" fmla="*/ 947568 w 947568"/>
              <a:gd name="connsiteY3" fmla="*/ 0 h 947567"/>
              <a:gd name="connsiteX4" fmla="*/ 0 w 947568"/>
              <a:gd name="connsiteY4" fmla="*/ 947568 h 9475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47568" h="947567">
                <a:moveTo>
                  <a:pt x="284" y="947284"/>
                </a:moveTo>
                <a:lnTo>
                  <a:pt x="284" y="592088"/>
                </a:lnTo>
                <a:cubicBezTo>
                  <a:pt x="326826" y="592088"/>
                  <a:pt x="592372" y="326542"/>
                  <a:pt x="592372" y="0"/>
                </a:cubicBezTo>
                <a:lnTo>
                  <a:pt x="947568" y="0"/>
                </a:lnTo>
                <a:cubicBezTo>
                  <a:pt x="947568" y="522297"/>
                  <a:pt x="522581" y="947568"/>
                  <a:pt x="0" y="947568"/>
                </a:cubicBezTo>
                <a:close/>
              </a:path>
            </a:pathLst>
          </a:custGeom>
          <a:solidFill>
            <a:srgbClr val="000000"/>
          </a:solidFill>
          <a:ln w="28289" cap="flat">
            <a:noFill/>
            <a:prstDash val="solid"/>
            <a:miter/>
          </a:ln>
        </p:spPr>
        <p:txBody>
          <a:bodyPr rtlCol="0" anchor="ctr"/>
          <a:lstStyle/>
          <a:p>
            <a:endParaRPr lang="en-GB">
              <a:latin typeface="Arial" panose="020B0604020202020204" pitchFamily="34" charset="0"/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5B1B46D9-A198-3F8E-44D8-478B0CC4D934}"/>
              </a:ext>
            </a:extLst>
          </p:cNvPr>
          <p:cNvSpPr/>
          <p:nvPr/>
        </p:nvSpPr>
        <p:spPr>
          <a:xfrm>
            <a:off x="6466720" y="508000"/>
            <a:ext cx="550156" cy="550156"/>
          </a:xfrm>
          <a:custGeom>
            <a:avLst/>
            <a:gdLst>
              <a:gd name="connsiteX0" fmla="*/ 0 w 947284"/>
              <a:gd name="connsiteY0" fmla="*/ 0 h 947284"/>
              <a:gd name="connsiteX1" fmla="*/ 0 w 947284"/>
              <a:gd name="connsiteY1" fmla="*/ 355196 h 947284"/>
              <a:gd name="connsiteX2" fmla="*/ 592088 w 947284"/>
              <a:gd name="connsiteY2" fmla="*/ 947284 h 947284"/>
              <a:gd name="connsiteX3" fmla="*/ 947284 w 947284"/>
              <a:gd name="connsiteY3" fmla="*/ 947284 h 947284"/>
              <a:gd name="connsiteX4" fmla="*/ 0 w 947284"/>
              <a:gd name="connsiteY4" fmla="*/ 0 h 947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47284" h="947284">
                <a:moveTo>
                  <a:pt x="0" y="0"/>
                </a:moveTo>
                <a:lnTo>
                  <a:pt x="0" y="355196"/>
                </a:lnTo>
                <a:cubicBezTo>
                  <a:pt x="326542" y="355196"/>
                  <a:pt x="592088" y="620742"/>
                  <a:pt x="592088" y="947284"/>
                </a:cubicBezTo>
                <a:lnTo>
                  <a:pt x="947284" y="947284"/>
                </a:lnTo>
                <a:cubicBezTo>
                  <a:pt x="947568" y="424987"/>
                  <a:pt x="522581" y="0"/>
                  <a:pt x="0" y="0"/>
                </a:cubicBezTo>
                <a:close/>
              </a:path>
            </a:pathLst>
          </a:custGeom>
          <a:solidFill>
            <a:srgbClr val="000000"/>
          </a:solidFill>
          <a:ln w="28289" cap="flat">
            <a:noFill/>
            <a:prstDash val="solid"/>
            <a:miter/>
          </a:ln>
        </p:spPr>
        <p:txBody>
          <a:bodyPr rtlCol="0" anchor="ctr"/>
          <a:lstStyle/>
          <a:p>
            <a:endParaRPr lang="en-GB">
              <a:latin typeface="Arial" panose="020B0604020202020204" pitchFamily="34" charset="0"/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AA0B0973-D6F3-B1FA-121F-8D7D08ADD874}"/>
              </a:ext>
            </a:extLst>
          </p:cNvPr>
          <p:cNvSpPr/>
          <p:nvPr/>
        </p:nvSpPr>
        <p:spPr>
          <a:xfrm>
            <a:off x="511251" y="508000"/>
            <a:ext cx="550800" cy="550800"/>
          </a:xfrm>
          <a:custGeom>
            <a:avLst/>
            <a:gdLst>
              <a:gd name="connsiteX0" fmla="*/ 355196 w 947568"/>
              <a:gd name="connsiteY0" fmla="*/ 355196 h 947568"/>
              <a:gd name="connsiteX1" fmla="*/ 947568 w 947568"/>
              <a:gd name="connsiteY1" fmla="*/ 355196 h 947568"/>
              <a:gd name="connsiteX2" fmla="*/ 947568 w 947568"/>
              <a:gd name="connsiteY2" fmla="*/ 0 h 947568"/>
              <a:gd name="connsiteX3" fmla="*/ 0 w 947568"/>
              <a:gd name="connsiteY3" fmla="*/ 0 h 947568"/>
              <a:gd name="connsiteX4" fmla="*/ 0 w 947568"/>
              <a:gd name="connsiteY4" fmla="*/ 947568 h 947568"/>
              <a:gd name="connsiteX5" fmla="*/ 355196 w 947568"/>
              <a:gd name="connsiteY5" fmla="*/ 947568 h 947568"/>
              <a:gd name="connsiteX6" fmla="*/ 355196 w 947568"/>
              <a:gd name="connsiteY6" fmla="*/ 355196 h 947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47568" h="947568">
                <a:moveTo>
                  <a:pt x="355196" y="355196"/>
                </a:moveTo>
                <a:lnTo>
                  <a:pt x="947568" y="355196"/>
                </a:lnTo>
                <a:lnTo>
                  <a:pt x="947568" y="0"/>
                </a:lnTo>
                <a:lnTo>
                  <a:pt x="0" y="0"/>
                </a:lnTo>
                <a:lnTo>
                  <a:pt x="0" y="947568"/>
                </a:lnTo>
                <a:lnTo>
                  <a:pt x="355196" y="947568"/>
                </a:lnTo>
                <a:lnTo>
                  <a:pt x="355196" y="355196"/>
                </a:lnTo>
                <a:close/>
              </a:path>
            </a:pathLst>
          </a:custGeom>
          <a:solidFill>
            <a:srgbClr val="000000"/>
          </a:solidFill>
          <a:ln w="28289" cap="flat">
            <a:noFill/>
            <a:prstDash val="solid"/>
            <a:miter/>
          </a:ln>
        </p:spPr>
        <p:txBody>
          <a:bodyPr rtlCol="0" anchor="ctr"/>
          <a:lstStyle/>
          <a:p>
            <a:endParaRPr lang="en-GB">
              <a:latin typeface="Arial" panose="020B0604020202020204" pitchFamily="34" charset="0"/>
            </a:endParaRPr>
          </a:p>
        </p:txBody>
      </p:sp>
      <p:grpSp>
        <p:nvGrpSpPr>
          <p:cNvPr id="20" name="Graphic 11">
            <a:extLst>
              <a:ext uri="{FF2B5EF4-FFF2-40B4-BE49-F238E27FC236}">
                <a16:creationId xmlns:a16="http://schemas.microsoft.com/office/drawing/2014/main" id="{B8F2527E-0F3D-27A0-7D5C-A7E8094860B7}"/>
              </a:ext>
            </a:extLst>
          </p:cNvPr>
          <p:cNvGrpSpPr/>
          <p:nvPr/>
        </p:nvGrpSpPr>
        <p:grpSpPr>
          <a:xfrm>
            <a:off x="515403" y="5691853"/>
            <a:ext cx="1862137" cy="658147"/>
            <a:chOff x="3043994" y="-2581296"/>
            <a:chExt cx="5043924" cy="1782707"/>
          </a:xfrm>
          <a:solidFill>
            <a:srgbClr val="000000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36A5EC41-2521-B750-36EA-CF126223BA69}"/>
                </a:ext>
              </a:extLst>
            </p:cNvPr>
            <p:cNvSpPr/>
            <p:nvPr/>
          </p:nvSpPr>
          <p:spPr>
            <a:xfrm>
              <a:off x="7939113" y="-1162329"/>
              <a:ext cx="148806" cy="67069"/>
            </a:xfrm>
            <a:custGeom>
              <a:avLst/>
              <a:gdLst>
                <a:gd name="connsiteX0" fmla="*/ 59324 w 148806"/>
                <a:gd name="connsiteY0" fmla="*/ 0 h 67069"/>
                <a:gd name="connsiteX1" fmla="*/ 59324 w 148806"/>
                <a:gd name="connsiteY1" fmla="*/ 8725 h 67069"/>
                <a:gd name="connsiteX2" fmla="*/ 34366 w 148806"/>
                <a:gd name="connsiteY2" fmla="*/ 8725 h 67069"/>
                <a:gd name="connsiteX3" fmla="*/ 34366 w 148806"/>
                <a:gd name="connsiteY3" fmla="*/ 67069 h 67069"/>
                <a:gd name="connsiteX4" fmla="*/ 24909 w 148806"/>
                <a:gd name="connsiteY4" fmla="*/ 67069 h 67069"/>
                <a:gd name="connsiteX5" fmla="*/ 24909 w 148806"/>
                <a:gd name="connsiteY5" fmla="*/ 8725 h 67069"/>
                <a:gd name="connsiteX6" fmla="*/ 0 w 148806"/>
                <a:gd name="connsiteY6" fmla="*/ 8725 h 67069"/>
                <a:gd name="connsiteX7" fmla="*/ 0 w 148806"/>
                <a:gd name="connsiteY7" fmla="*/ 0 h 67069"/>
                <a:gd name="connsiteX8" fmla="*/ 59324 w 148806"/>
                <a:gd name="connsiteY8" fmla="*/ 0 h 67069"/>
                <a:gd name="connsiteX9" fmla="*/ 82004 w 148806"/>
                <a:gd name="connsiteY9" fmla="*/ 0 h 67069"/>
                <a:gd name="connsiteX10" fmla="*/ 108695 w 148806"/>
                <a:gd name="connsiteY10" fmla="*/ 55348 h 67069"/>
                <a:gd name="connsiteX11" fmla="*/ 135634 w 148806"/>
                <a:gd name="connsiteY11" fmla="*/ 0 h 67069"/>
                <a:gd name="connsiteX12" fmla="*/ 148806 w 148806"/>
                <a:gd name="connsiteY12" fmla="*/ 0 h 67069"/>
                <a:gd name="connsiteX13" fmla="*/ 148806 w 148806"/>
                <a:gd name="connsiteY13" fmla="*/ 67069 h 67069"/>
                <a:gd name="connsiteX14" fmla="*/ 139843 w 148806"/>
                <a:gd name="connsiteY14" fmla="*/ 67069 h 67069"/>
                <a:gd name="connsiteX15" fmla="*/ 139843 w 148806"/>
                <a:gd name="connsiteY15" fmla="*/ 10721 h 67069"/>
                <a:gd name="connsiteX16" fmla="*/ 112409 w 148806"/>
                <a:gd name="connsiteY16" fmla="*/ 67069 h 67069"/>
                <a:gd name="connsiteX17" fmla="*/ 104685 w 148806"/>
                <a:gd name="connsiteY17" fmla="*/ 67069 h 67069"/>
                <a:gd name="connsiteX18" fmla="*/ 77795 w 148806"/>
                <a:gd name="connsiteY18" fmla="*/ 10721 h 67069"/>
                <a:gd name="connsiteX19" fmla="*/ 77795 w 148806"/>
                <a:gd name="connsiteY19" fmla="*/ 67069 h 67069"/>
                <a:gd name="connsiteX20" fmla="*/ 69030 w 148806"/>
                <a:gd name="connsiteY20" fmla="*/ 67069 h 67069"/>
                <a:gd name="connsiteX21" fmla="*/ 69030 w 148806"/>
                <a:gd name="connsiteY21" fmla="*/ 0 h 67069"/>
                <a:gd name="connsiteX22" fmla="*/ 82004 w 148806"/>
                <a:gd name="connsiteY22" fmla="*/ 0 h 67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48806" h="67069">
                  <a:moveTo>
                    <a:pt x="59324" y="0"/>
                  </a:moveTo>
                  <a:lnTo>
                    <a:pt x="59324" y="8725"/>
                  </a:lnTo>
                  <a:lnTo>
                    <a:pt x="34366" y="8725"/>
                  </a:lnTo>
                  <a:lnTo>
                    <a:pt x="34366" y="67069"/>
                  </a:lnTo>
                  <a:lnTo>
                    <a:pt x="24909" y="67069"/>
                  </a:lnTo>
                  <a:lnTo>
                    <a:pt x="24909" y="8725"/>
                  </a:lnTo>
                  <a:lnTo>
                    <a:pt x="0" y="8725"/>
                  </a:lnTo>
                  <a:lnTo>
                    <a:pt x="0" y="0"/>
                  </a:lnTo>
                  <a:lnTo>
                    <a:pt x="59324" y="0"/>
                  </a:lnTo>
                  <a:close/>
                  <a:moveTo>
                    <a:pt x="82004" y="0"/>
                  </a:moveTo>
                  <a:lnTo>
                    <a:pt x="108695" y="55348"/>
                  </a:lnTo>
                  <a:lnTo>
                    <a:pt x="135634" y="0"/>
                  </a:lnTo>
                  <a:lnTo>
                    <a:pt x="148806" y="0"/>
                  </a:lnTo>
                  <a:lnTo>
                    <a:pt x="148806" y="67069"/>
                  </a:lnTo>
                  <a:lnTo>
                    <a:pt x="139843" y="67069"/>
                  </a:lnTo>
                  <a:lnTo>
                    <a:pt x="139843" y="10721"/>
                  </a:lnTo>
                  <a:lnTo>
                    <a:pt x="112409" y="67069"/>
                  </a:lnTo>
                  <a:lnTo>
                    <a:pt x="104685" y="67069"/>
                  </a:lnTo>
                  <a:lnTo>
                    <a:pt x="77795" y="10721"/>
                  </a:lnTo>
                  <a:lnTo>
                    <a:pt x="77795" y="67069"/>
                  </a:lnTo>
                  <a:lnTo>
                    <a:pt x="69030" y="67069"/>
                  </a:lnTo>
                  <a:lnTo>
                    <a:pt x="69030" y="0"/>
                  </a:lnTo>
                  <a:lnTo>
                    <a:pt x="82004" y="0"/>
                  </a:lnTo>
                  <a:close/>
                </a:path>
              </a:pathLst>
            </a:custGeom>
            <a:solidFill>
              <a:srgbClr val="000000"/>
            </a:solidFill>
            <a:ln w="49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>
                <a:latin typeface="Arial" panose="020B0604020202020204" pitchFamily="34" charset="0"/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D6132F54-EE2B-BC45-F64D-897BFB49204C}"/>
                </a:ext>
              </a:extLst>
            </p:cNvPr>
            <p:cNvSpPr/>
            <p:nvPr/>
          </p:nvSpPr>
          <p:spPr>
            <a:xfrm>
              <a:off x="5383799" y="-2289229"/>
              <a:ext cx="2704120" cy="1193968"/>
            </a:xfrm>
            <a:custGeom>
              <a:avLst/>
              <a:gdLst>
                <a:gd name="connsiteX0" fmla="*/ 2274092 w 2704120"/>
                <a:gd name="connsiteY0" fmla="*/ 656839 h 1193968"/>
                <a:gd name="connsiteX1" fmla="*/ 2394573 w 2704120"/>
                <a:gd name="connsiteY1" fmla="*/ 877063 h 1193968"/>
                <a:gd name="connsiteX2" fmla="*/ 2521145 w 2704120"/>
                <a:gd name="connsiteY2" fmla="*/ 656839 h 1193968"/>
                <a:gd name="connsiteX3" fmla="*/ 2649302 w 2704120"/>
                <a:gd name="connsiteY3" fmla="*/ 656839 h 1193968"/>
                <a:gd name="connsiteX4" fmla="*/ 2452115 w 2704120"/>
                <a:gd name="connsiteY4" fmla="*/ 994464 h 1193968"/>
                <a:gd name="connsiteX5" fmla="*/ 2452115 w 2704120"/>
                <a:gd name="connsiteY5" fmla="*/ 1193969 h 1193968"/>
                <a:gd name="connsiteX6" fmla="*/ 2336982 w 2704120"/>
                <a:gd name="connsiteY6" fmla="*/ 1193969 h 1193968"/>
                <a:gd name="connsiteX7" fmla="*/ 2336982 w 2704120"/>
                <a:gd name="connsiteY7" fmla="*/ 994464 h 1193968"/>
                <a:gd name="connsiteX8" fmla="*/ 2139794 w 2704120"/>
                <a:gd name="connsiteY8" fmla="*/ 656839 h 1193968"/>
                <a:gd name="connsiteX9" fmla="*/ 2274092 w 2704120"/>
                <a:gd name="connsiteY9" fmla="*/ 656839 h 1193968"/>
                <a:gd name="connsiteX10" fmla="*/ 2125681 w 2704120"/>
                <a:gd name="connsiteY10" fmla="*/ 656839 h 1193968"/>
                <a:gd name="connsiteX11" fmla="*/ 2125681 w 2704120"/>
                <a:gd name="connsiteY11" fmla="*/ 755824 h 1193968"/>
                <a:gd name="connsiteX12" fmla="*/ 1970700 w 2704120"/>
                <a:gd name="connsiteY12" fmla="*/ 755824 h 1193968"/>
                <a:gd name="connsiteX13" fmla="*/ 1970700 w 2704120"/>
                <a:gd name="connsiteY13" fmla="*/ 1193969 h 1193968"/>
                <a:gd name="connsiteX14" fmla="*/ 1855601 w 2704120"/>
                <a:gd name="connsiteY14" fmla="*/ 1193969 h 1193968"/>
                <a:gd name="connsiteX15" fmla="*/ 1855601 w 2704120"/>
                <a:gd name="connsiteY15" fmla="*/ 755824 h 1193968"/>
                <a:gd name="connsiteX16" fmla="*/ 1700604 w 2704120"/>
                <a:gd name="connsiteY16" fmla="*/ 755824 h 1193968"/>
                <a:gd name="connsiteX17" fmla="*/ 1700604 w 2704120"/>
                <a:gd name="connsiteY17" fmla="*/ 656839 h 1193968"/>
                <a:gd name="connsiteX18" fmla="*/ 2125681 w 2704120"/>
                <a:gd name="connsiteY18" fmla="*/ 656839 h 1193968"/>
                <a:gd name="connsiteX19" fmla="*/ 1564797 w 2704120"/>
                <a:gd name="connsiteY19" fmla="*/ 656839 h 1193968"/>
                <a:gd name="connsiteX20" fmla="*/ 1449703 w 2704120"/>
                <a:gd name="connsiteY20" fmla="*/ 656839 h 1193968"/>
                <a:gd name="connsiteX21" fmla="*/ 1449703 w 2704120"/>
                <a:gd name="connsiteY21" fmla="*/ 1193969 h 1193968"/>
                <a:gd name="connsiteX22" fmla="*/ 1793538 w 2704120"/>
                <a:gd name="connsiteY22" fmla="*/ 1193969 h 1193968"/>
                <a:gd name="connsiteX23" fmla="*/ 1793538 w 2704120"/>
                <a:gd name="connsiteY23" fmla="*/ 1094984 h 1193968"/>
                <a:gd name="connsiteX24" fmla="*/ 1564797 w 2704120"/>
                <a:gd name="connsiteY24" fmla="*/ 1094984 h 1193968"/>
                <a:gd name="connsiteX25" fmla="*/ 1564797 w 2704120"/>
                <a:gd name="connsiteY25" fmla="*/ 656839 h 1193968"/>
                <a:gd name="connsiteX26" fmla="*/ 1080603 w 2704120"/>
                <a:gd name="connsiteY26" fmla="*/ 656839 h 1193968"/>
                <a:gd name="connsiteX27" fmla="*/ 1218724 w 2704120"/>
                <a:gd name="connsiteY27" fmla="*/ 656839 h 1193968"/>
                <a:gd name="connsiteX28" fmla="*/ 1413623 w 2704120"/>
                <a:gd name="connsiteY28" fmla="*/ 1193969 h 1193968"/>
                <a:gd name="connsiteX29" fmla="*/ 1290087 w 2704120"/>
                <a:gd name="connsiteY29" fmla="*/ 1193969 h 1193968"/>
                <a:gd name="connsiteX30" fmla="*/ 1248648 w 2704120"/>
                <a:gd name="connsiteY30" fmla="*/ 1076567 h 1193968"/>
                <a:gd name="connsiteX31" fmla="*/ 1044543 w 2704120"/>
                <a:gd name="connsiteY31" fmla="*/ 1076567 h 1193968"/>
                <a:gd name="connsiteX32" fmla="*/ 1003105 w 2704120"/>
                <a:gd name="connsiteY32" fmla="*/ 1193969 h 1193968"/>
                <a:gd name="connsiteX33" fmla="*/ 884169 w 2704120"/>
                <a:gd name="connsiteY33" fmla="*/ 1193969 h 1193968"/>
                <a:gd name="connsiteX34" fmla="*/ 1080603 w 2704120"/>
                <a:gd name="connsiteY34" fmla="*/ 656839 h 1193968"/>
                <a:gd name="connsiteX35" fmla="*/ 1217189 w 2704120"/>
                <a:gd name="connsiteY35" fmla="*/ 983723 h 1193968"/>
                <a:gd name="connsiteX36" fmla="*/ 1145826 w 2704120"/>
                <a:gd name="connsiteY36" fmla="*/ 779613 h 1193968"/>
                <a:gd name="connsiteX37" fmla="*/ 1075235 w 2704120"/>
                <a:gd name="connsiteY37" fmla="*/ 983723 h 1193968"/>
                <a:gd name="connsiteX38" fmla="*/ 1217189 w 2704120"/>
                <a:gd name="connsiteY38" fmla="*/ 983723 h 1193968"/>
                <a:gd name="connsiteX39" fmla="*/ 844830 w 2704120"/>
                <a:gd name="connsiteY39" fmla="*/ 656839 h 1193968"/>
                <a:gd name="connsiteX40" fmla="*/ 844830 w 2704120"/>
                <a:gd name="connsiteY40" fmla="*/ 755824 h 1193968"/>
                <a:gd name="connsiteX41" fmla="*/ 599287 w 2704120"/>
                <a:gd name="connsiteY41" fmla="*/ 755824 h 1193968"/>
                <a:gd name="connsiteX42" fmla="*/ 599287 w 2704120"/>
                <a:gd name="connsiteY42" fmla="*/ 876295 h 1193968"/>
                <a:gd name="connsiteX43" fmla="*/ 798792 w 2704120"/>
                <a:gd name="connsiteY43" fmla="*/ 876295 h 1193968"/>
                <a:gd name="connsiteX44" fmla="*/ 798792 w 2704120"/>
                <a:gd name="connsiteY44" fmla="*/ 970675 h 1193968"/>
                <a:gd name="connsiteX45" fmla="*/ 599287 w 2704120"/>
                <a:gd name="connsiteY45" fmla="*/ 970675 h 1193968"/>
                <a:gd name="connsiteX46" fmla="*/ 599287 w 2704120"/>
                <a:gd name="connsiteY46" fmla="*/ 1094984 h 1193968"/>
                <a:gd name="connsiteX47" fmla="*/ 853273 w 2704120"/>
                <a:gd name="connsiteY47" fmla="*/ 1094984 h 1193968"/>
                <a:gd name="connsiteX48" fmla="*/ 853273 w 2704120"/>
                <a:gd name="connsiteY48" fmla="*/ 1193969 h 1193968"/>
                <a:gd name="connsiteX49" fmla="*/ 484188 w 2704120"/>
                <a:gd name="connsiteY49" fmla="*/ 1193969 h 1193968"/>
                <a:gd name="connsiteX50" fmla="*/ 484188 w 2704120"/>
                <a:gd name="connsiteY50" fmla="*/ 656839 h 1193968"/>
                <a:gd name="connsiteX51" fmla="*/ 844830 w 2704120"/>
                <a:gd name="connsiteY51" fmla="*/ 656839 h 1193968"/>
                <a:gd name="connsiteX52" fmla="*/ 321898 w 2704120"/>
                <a:gd name="connsiteY52" fmla="*/ 678707 h 1193968"/>
                <a:gd name="connsiteX53" fmla="*/ 391339 w 2704120"/>
                <a:gd name="connsiteY53" fmla="*/ 741245 h 1193968"/>
                <a:gd name="connsiteX54" fmla="*/ 415891 w 2704120"/>
                <a:gd name="connsiteY54" fmla="*/ 835630 h 1193968"/>
                <a:gd name="connsiteX55" fmla="*/ 391339 w 2704120"/>
                <a:gd name="connsiteY55" fmla="*/ 926553 h 1193968"/>
                <a:gd name="connsiteX56" fmla="*/ 323814 w 2704120"/>
                <a:gd name="connsiteY56" fmla="*/ 986788 h 1193968"/>
                <a:gd name="connsiteX57" fmla="*/ 429702 w 2704120"/>
                <a:gd name="connsiteY57" fmla="*/ 1193969 h 1193968"/>
                <a:gd name="connsiteX58" fmla="*/ 302327 w 2704120"/>
                <a:gd name="connsiteY58" fmla="*/ 1193969 h 1193968"/>
                <a:gd name="connsiteX59" fmla="*/ 212548 w 2704120"/>
                <a:gd name="connsiteY59" fmla="*/ 1013648 h 1193968"/>
                <a:gd name="connsiteX60" fmla="*/ 115098 w 2704120"/>
                <a:gd name="connsiteY60" fmla="*/ 1013648 h 1193968"/>
                <a:gd name="connsiteX61" fmla="*/ 115098 w 2704120"/>
                <a:gd name="connsiteY61" fmla="*/ 1193969 h 1193968"/>
                <a:gd name="connsiteX62" fmla="*/ 0 w 2704120"/>
                <a:gd name="connsiteY62" fmla="*/ 1193969 h 1193968"/>
                <a:gd name="connsiteX63" fmla="*/ 0 w 2704120"/>
                <a:gd name="connsiteY63" fmla="*/ 656839 h 1193968"/>
                <a:gd name="connsiteX64" fmla="*/ 218689 w 2704120"/>
                <a:gd name="connsiteY64" fmla="*/ 656839 h 1193968"/>
                <a:gd name="connsiteX65" fmla="*/ 321898 w 2704120"/>
                <a:gd name="connsiteY65" fmla="*/ 678707 h 1193968"/>
                <a:gd name="connsiteX66" fmla="*/ 209483 w 2704120"/>
                <a:gd name="connsiteY66" fmla="*/ 917728 h 1193968"/>
                <a:gd name="connsiteX67" fmla="*/ 274319 w 2704120"/>
                <a:gd name="connsiteY67" fmla="*/ 895479 h 1193968"/>
                <a:gd name="connsiteX68" fmla="*/ 298495 w 2704120"/>
                <a:gd name="connsiteY68" fmla="*/ 835630 h 1193968"/>
                <a:gd name="connsiteX69" fmla="*/ 274319 w 2704120"/>
                <a:gd name="connsiteY69" fmla="*/ 775008 h 1193968"/>
                <a:gd name="connsiteX70" fmla="*/ 209483 w 2704120"/>
                <a:gd name="connsiteY70" fmla="*/ 752753 h 1193968"/>
                <a:gd name="connsiteX71" fmla="*/ 115098 w 2704120"/>
                <a:gd name="connsiteY71" fmla="*/ 752753 h 1193968"/>
                <a:gd name="connsiteX72" fmla="*/ 115098 w 2704120"/>
                <a:gd name="connsiteY72" fmla="*/ 917728 h 1193968"/>
                <a:gd name="connsiteX73" fmla="*/ 209483 w 2704120"/>
                <a:gd name="connsiteY73" fmla="*/ 917728 h 1193968"/>
                <a:gd name="connsiteX74" fmla="*/ 2475389 w 2704120"/>
                <a:gd name="connsiteY74" fmla="*/ 442750 h 1193968"/>
                <a:gd name="connsiteX75" fmla="*/ 2475389 w 2704120"/>
                <a:gd name="connsiteY75" fmla="*/ 4605 h 1193968"/>
                <a:gd name="connsiteX76" fmla="*/ 2360306 w 2704120"/>
                <a:gd name="connsiteY76" fmla="*/ 4605 h 1193968"/>
                <a:gd name="connsiteX77" fmla="*/ 2360306 w 2704120"/>
                <a:gd name="connsiteY77" fmla="*/ 541735 h 1193968"/>
                <a:gd name="connsiteX78" fmla="*/ 2704120 w 2704120"/>
                <a:gd name="connsiteY78" fmla="*/ 541735 h 1193968"/>
                <a:gd name="connsiteX79" fmla="*/ 2704120 w 2704120"/>
                <a:gd name="connsiteY79" fmla="*/ 442750 h 1193968"/>
                <a:gd name="connsiteX80" fmla="*/ 2475389 w 2704120"/>
                <a:gd name="connsiteY80" fmla="*/ 442750 h 1193968"/>
                <a:gd name="connsiteX81" fmla="*/ 1991211 w 2704120"/>
                <a:gd name="connsiteY81" fmla="*/ 4605 h 1193968"/>
                <a:gd name="connsiteX82" fmla="*/ 2129346 w 2704120"/>
                <a:gd name="connsiteY82" fmla="*/ 4605 h 1193968"/>
                <a:gd name="connsiteX83" fmla="*/ 2324255 w 2704120"/>
                <a:gd name="connsiteY83" fmla="*/ 541735 h 1193968"/>
                <a:gd name="connsiteX84" fmla="*/ 2200704 w 2704120"/>
                <a:gd name="connsiteY84" fmla="*/ 541735 h 1193968"/>
                <a:gd name="connsiteX85" fmla="*/ 2159256 w 2704120"/>
                <a:gd name="connsiteY85" fmla="*/ 424334 h 1193968"/>
                <a:gd name="connsiteX86" fmla="*/ 1955150 w 2704120"/>
                <a:gd name="connsiteY86" fmla="*/ 424334 h 1193968"/>
                <a:gd name="connsiteX87" fmla="*/ 1913712 w 2704120"/>
                <a:gd name="connsiteY87" fmla="*/ 541735 h 1193968"/>
                <a:gd name="connsiteX88" fmla="*/ 1794776 w 2704120"/>
                <a:gd name="connsiteY88" fmla="*/ 541735 h 1193968"/>
                <a:gd name="connsiteX89" fmla="*/ 1991211 w 2704120"/>
                <a:gd name="connsiteY89" fmla="*/ 4605 h 1193968"/>
                <a:gd name="connsiteX90" fmla="*/ 2127811 w 2704120"/>
                <a:gd name="connsiteY90" fmla="*/ 331485 h 1193968"/>
                <a:gd name="connsiteX91" fmla="*/ 2056453 w 2704120"/>
                <a:gd name="connsiteY91" fmla="*/ 127379 h 1193968"/>
                <a:gd name="connsiteX92" fmla="*/ 1985843 w 2704120"/>
                <a:gd name="connsiteY92" fmla="*/ 331485 h 1193968"/>
                <a:gd name="connsiteX93" fmla="*/ 2127811 w 2704120"/>
                <a:gd name="connsiteY93" fmla="*/ 331485 h 1193968"/>
                <a:gd name="connsiteX94" fmla="*/ 1862306 w 2704120"/>
                <a:gd name="connsiteY94" fmla="*/ 4605 h 1193968"/>
                <a:gd name="connsiteX95" fmla="*/ 1862306 w 2704120"/>
                <a:gd name="connsiteY95" fmla="*/ 103590 h 1193968"/>
                <a:gd name="connsiteX96" fmla="*/ 1707305 w 2704120"/>
                <a:gd name="connsiteY96" fmla="*/ 103590 h 1193968"/>
                <a:gd name="connsiteX97" fmla="*/ 1707305 w 2704120"/>
                <a:gd name="connsiteY97" fmla="*/ 541735 h 1193968"/>
                <a:gd name="connsiteX98" fmla="*/ 1592206 w 2704120"/>
                <a:gd name="connsiteY98" fmla="*/ 541735 h 1193968"/>
                <a:gd name="connsiteX99" fmla="*/ 1592206 w 2704120"/>
                <a:gd name="connsiteY99" fmla="*/ 103590 h 1193968"/>
                <a:gd name="connsiteX100" fmla="*/ 1437204 w 2704120"/>
                <a:gd name="connsiteY100" fmla="*/ 103590 h 1193968"/>
                <a:gd name="connsiteX101" fmla="*/ 1437204 w 2704120"/>
                <a:gd name="connsiteY101" fmla="*/ 4605 h 1193968"/>
                <a:gd name="connsiteX102" fmla="*/ 1862306 w 2704120"/>
                <a:gd name="connsiteY102" fmla="*/ 4605 h 1193968"/>
                <a:gd name="connsiteX103" fmla="*/ 1390393 w 2704120"/>
                <a:gd name="connsiteY103" fmla="*/ 4605 h 1193968"/>
                <a:gd name="connsiteX104" fmla="*/ 1390393 w 2704120"/>
                <a:gd name="connsiteY104" fmla="*/ 541735 h 1193968"/>
                <a:gd name="connsiteX105" fmla="*/ 1275300 w 2704120"/>
                <a:gd name="connsiteY105" fmla="*/ 541735 h 1193968"/>
                <a:gd name="connsiteX106" fmla="*/ 1275300 w 2704120"/>
                <a:gd name="connsiteY106" fmla="*/ 4605 h 1193968"/>
                <a:gd name="connsiteX107" fmla="*/ 1390393 w 2704120"/>
                <a:gd name="connsiteY107" fmla="*/ 4605 h 1193968"/>
                <a:gd name="connsiteX108" fmla="*/ 817590 w 2704120"/>
                <a:gd name="connsiteY108" fmla="*/ 33763 h 1193968"/>
                <a:gd name="connsiteX109" fmla="*/ 959161 w 2704120"/>
                <a:gd name="connsiteY109" fmla="*/ 0 h 1193968"/>
                <a:gd name="connsiteX110" fmla="*/ 1073488 w 2704120"/>
                <a:gd name="connsiteY110" fmla="*/ 24557 h 1193968"/>
                <a:gd name="connsiteX111" fmla="*/ 1155210 w 2704120"/>
                <a:gd name="connsiteY111" fmla="*/ 93617 h 1193968"/>
                <a:gd name="connsiteX112" fmla="*/ 1193191 w 2704120"/>
                <a:gd name="connsiteY112" fmla="*/ 195672 h 1193968"/>
                <a:gd name="connsiteX113" fmla="*/ 1079628 w 2704120"/>
                <a:gd name="connsiteY113" fmla="*/ 195672 h 1193968"/>
                <a:gd name="connsiteX114" fmla="*/ 1036655 w 2704120"/>
                <a:gd name="connsiteY114" fmla="*/ 123923 h 1193968"/>
                <a:gd name="connsiteX115" fmla="*/ 956086 w 2704120"/>
                <a:gd name="connsiteY115" fmla="*/ 97455 h 1193968"/>
                <a:gd name="connsiteX116" fmla="*/ 878588 w 2704120"/>
                <a:gd name="connsiteY116" fmla="*/ 119704 h 1193968"/>
                <a:gd name="connsiteX117" fmla="*/ 827944 w 2704120"/>
                <a:gd name="connsiteY117" fmla="*/ 181856 h 1193968"/>
                <a:gd name="connsiteX118" fmla="*/ 810295 w 2704120"/>
                <a:gd name="connsiteY118" fmla="*/ 273170 h 1193968"/>
                <a:gd name="connsiteX119" fmla="*/ 849044 w 2704120"/>
                <a:gd name="connsiteY119" fmla="*/ 400545 h 1193968"/>
                <a:gd name="connsiteX120" fmla="*/ 956086 w 2704120"/>
                <a:gd name="connsiteY120" fmla="*/ 448886 h 1193968"/>
                <a:gd name="connsiteX121" fmla="*/ 1044330 w 2704120"/>
                <a:gd name="connsiteY121" fmla="*/ 421650 h 1193968"/>
                <a:gd name="connsiteX122" fmla="*/ 1090374 w 2704120"/>
                <a:gd name="connsiteY122" fmla="*/ 341463 h 1193968"/>
                <a:gd name="connsiteX123" fmla="*/ 1090374 w 2704120"/>
                <a:gd name="connsiteY123" fmla="*/ 334555 h 1193968"/>
                <a:gd name="connsiteX124" fmla="*/ 956854 w 2704120"/>
                <a:gd name="connsiteY124" fmla="*/ 334555 h 1193968"/>
                <a:gd name="connsiteX125" fmla="*/ 956854 w 2704120"/>
                <a:gd name="connsiteY125" fmla="*/ 243246 h 1193968"/>
                <a:gd name="connsiteX126" fmla="*/ 1197029 w 2704120"/>
                <a:gd name="connsiteY126" fmla="*/ 243246 h 1193968"/>
                <a:gd name="connsiteX127" fmla="*/ 1197029 w 2704120"/>
                <a:gd name="connsiteY127" fmla="*/ 541735 h 1193968"/>
                <a:gd name="connsiteX128" fmla="*/ 1117228 w 2704120"/>
                <a:gd name="connsiteY128" fmla="*/ 541735 h 1193968"/>
                <a:gd name="connsiteX129" fmla="*/ 1104947 w 2704120"/>
                <a:gd name="connsiteY129" fmla="*/ 474978 h 1193968"/>
                <a:gd name="connsiteX130" fmla="*/ 1041265 w 2704120"/>
                <a:gd name="connsiteY130" fmla="*/ 526389 h 1193968"/>
                <a:gd name="connsiteX131" fmla="*/ 948416 w 2704120"/>
                <a:gd name="connsiteY131" fmla="*/ 546341 h 1193968"/>
                <a:gd name="connsiteX132" fmla="*/ 814514 w 2704120"/>
                <a:gd name="connsiteY132" fmla="*/ 512578 h 1193968"/>
                <a:gd name="connsiteX133" fmla="*/ 724740 w 2704120"/>
                <a:gd name="connsiteY133" fmla="*/ 416663 h 1193968"/>
                <a:gd name="connsiteX134" fmla="*/ 692899 w 2704120"/>
                <a:gd name="connsiteY134" fmla="*/ 273170 h 1193968"/>
                <a:gd name="connsiteX135" fmla="*/ 725126 w 2704120"/>
                <a:gd name="connsiteY135" fmla="*/ 129296 h 1193968"/>
                <a:gd name="connsiteX136" fmla="*/ 817590 w 2704120"/>
                <a:gd name="connsiteY136" fmla="*/ 33763 h 1193968"/>
                <a:gd name="connsiteX137" fmla="*/ 633044 w 2704120"/>
                <a:gd name="connsiteY137" fmla="*/ 4605 h 1193968"/>
                <a:gd name="connsiteX138" fmla="*/ 633044 w 2704120"/>
                <a:gd name="connsiteY138" fmla="*/ 541735 h 1193968"/>
                <a:gd name="connsiteX139" fmla="*/ 517946 w 2704120"/>
                <a:gd name="connsiteY139" fmla="*/ 541735 h 1193968"/>
                <a:gd name="connsiteX140" fmla="*/ 517946 w 2704120"/>
                <a:gd name="connsiteY140" fmla="*/ 4605 h 1193968"/>
                <a:gd name="connsiteX141" fmla="*/ 633044 w 2704120"/>
                <a:gd name="connsiteY141" fmla="*/ 4605 h 1193968"/>
                <a:gd name="connsiteX142" fmla="*/ 186466 w 2704120"/>
                <a:gd name="connsiteY142" fmla="*/ 4605 h 1193968"/>
                <a:gd name="connsiteX143" fmla="*/ 328806 w 2704120"/>
                <a:gd name="connsiteY143" fmla="*/ 38754 h 1193968"/>
                <a:gd name="connsiteX144" fmla="*/ 423948 w 2704120"/>
                <a:gd name="connsiteY144" fmla="*/ 133901 h 1193968"/>
                <a:gd name="connsiteX145" fmla="*/ 457329 w 2704120"/>
                <a:gd name="connsiteY145" fmla="*/ 273170 h 1193968"/>
                <a:gd name="connsiteX146" fmla="*/ 423948 w 2704120"/>
                <a:gd name="connsiteY146" fmla="*/ 412439 h 1193968"/>
                <a:gd name="connsiteX147" fmla="*/ 328806 w 2704120"/>
                <a:gd name="connsiteY147" fmla="*/ 507586 h 1193968"/>
                <a:gd name="connsiteX148" fmla="*/ 186466 w 2704120"/>
                <a:gd name="connsiteY148" fmla="*/ 541735 h 1193968"/>
                <a:gd name="connsiteX149" fmla="*/ 0 w 2704120"/>
                <a:gd name="connsiteY149" fmla="*/ 541735 h 1193968"/>
                <a:gd name="connsiteX150" fmla="*/ 0 w 2704120"/>
                <a:gd name="connsiteY150" fmla="*/ 4605 h 1193968"/>
                <a:gd name="connsiteX151" fmla="*/ 186466 w 2704120"/>
                <a:gd name="connsiteY151" fmla="*/ 4605 h 1193968"/>
                <a:gd name="connsiteX152" fmla="*/ 299644 w 2704120"/>
                <a:gd name="connsiteY152" fmla="*/ 398628 h 1193968"/>
                <a:gd name="connsiteX153" fmla="*/ 339928 w 2704120"/>
                <a:gd name="connsiteY153" fmla="*/ 273170 h 1193968"/>
                <a:gd name="connsiteX154" fmla="*/ 299644 w 2704120"/>
                <a:gd name="connsiteY154" fmla="*/ 147712 h 1193968"/>
                <a:gd name="connsiteX155" fmla="*/ 186466 w 2704120"/>
                <a:gd name="connsiteY155" fmla="*/ 100520 h 1193968"/>
                <a:gd name="connsiteX156" fmla="*/ 115098 w 2704120"/>
                <a:gd name="connsiteY156" fmla="*/ 100520 h 1193968"/>
                <a:gd name="connsiteX157" fmla="*/ 115098 w 2704120"/>
                <a:gd name="connsiteY157" fmla="*/ 445816 h 1193968"/>
                <a:gd name="connsiteX158" fmla="*/ 186466 w 2704120"/>
                <a:gd name="connsiteY158" fmla="*/ 445816 h 1193968"/>
                <a:gd name="connsiteX159" fmla="*/ 299644 w 2704120"/>
                <a:gd name="connsiteY159" fmla="*/ 398628 h 1193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</a:cxnLst>
              <a:rect l="l" t="t" r="r" b="b"/>
              <a:pathLst>
                <a:path w="2704120" h="1193968">
                  <a:moveTo>
                    <a:pt x="2274092" y="656839"/>
                  </a:moveTo>
                  <a:lnTo>
                    <a:pt x="2394573" y="877063"/>
                  </a:lnTo>
                  <a:lnTo>
                    <a:pt x="2521145" y="656839"/>
                  </a:lnTo>
                  <a:lnTo>
                    <a:pt x="2649302" y="656839"/>
                  </a:lnTo>
                  <a:lnTo>
                    <a:pt x="2452115" y="994464"/>
                  </a:lnTo>
                  <a:lnTo>
                    <a:pt x="2452115" y="1193969"/>
                  </a:lnTo>
                  <a:lnTo>
                    <a:pt x="2336982" y="1193969"/>
                  </a:lnTo>
                  <a:lnTo>
                    <a:pt x="2336982" y="994464"/>
                  </a:lnTo>
                  <a:lnTo>
                    <a:pt x="2139794" y="656839"/>
                  </a:lnTo>
                  <a:lnTo>
                    <a:pt x="2274092" y="656839"/>
                  </a:lnTo>
                  <a:close/>
                  <a:moveTo>
                    <a:pt x="2125681" y="656839"/>
                  </a:moveTo>
                  <a:lnTo>
                    <a:pt x="2125681" y="755824"/>
                  </a:lnTo>
                  <a:lnTo>
                    <a:pt x="1970700" y="755824"/>
                  </a:lnTo>
                  <a:lnTo>
                    <a:pt x="1970700" y="1193969"/>
                  </a:lnTo>
                  <a:lnTo>
                    <a:pt x="1855601" y="1193969"/>
                  </a:lnTo>
                  <a:lnTo>
                    <a:pt x="1855601" y="755824"/>
                  </a:lnTo>
                  <a:lnTo>
                    <a:pt x="1700604" y="755824"/>
                  </a:lnTo>
                  <a:lnTo>
                    <a:pt x="1700604" y="656839"/>
                  </a:lnTo>
                  <a:lnTo>
                    <a:pt x="2125681" y="656839"/>
                  </a:lnTo>
                  <a:close/>
                  <a:moveTo>
                    <a:pt x="1564797" y="656839"/>
                  </a:moveTo>
                  <a:lnTo>
                    <a:pt x="1449703" y="656839"/>
                  </a:lnTo>
                  <a:lnTo>
                    <a:pt x="1449703" y="1193969"/>
                  </a:lnTo>
                  <a:lnTo>
                    <a:pt x="1793538" y="1193969"/>
                  </a:lnTo>
                  <a:lnTo>
                    <a:pt x="1793538" y="1094984"/>
                  </a:lnTo>
                  <a:lnTo>
                    <a:pt x="1564797" y="1094984"/>
                  </a:lnTo>
                  <a:lnTo>
                    <a:pt x="1564797" y="656839"/>
                  </a:lnTo>
                  <a:close/>
                  <a:moveTo>
                    <a:pt x="1080603" y="656839"/>
                  </a:moveTo>
                  <a:lnTo>
                    <a:pt x="1218724" y="656839"/>
                  </a:lnTo>
                  <a:lnTo>
                    <a:pt x="1413623" y="1193969"/>
                  </a:lnTo>
                  <a:lnTo>
                    <a:pt x="1290087" y="1193969"/>
                  </a:lnTo>
                  <a:lnTo>
                    <a:pt x="1248648" y="1076567"/>
                  </a:lnTo>
                  <a:lnTo>
                    <a:pt x="1044543" y="1076567"/>
                  </a:lnTo>
                  <a:lnTo>
                    <a:pt x="1003105" y="1193969"/>
                  </a:lnTo>
                  <a:lnTo>
                    <a:pt x="884169" y="1193969"/>
                  </a:lnTo>
                  <a:lnTo>
                    <a:pt x="1080603" y="656839"/>
                  </a:lnTo>
                  <a:close/>
                  <a:moveTo>
                    <a:pt x="1217189" y="983723"/>
                  </a:moveTo>
                  <a:lnTo>
                    <a:pt x="1145826" y="779613"/>
                  </a:lnTo>
                  <a:lnTo>
                    <a:pt x="1075235" y="983723"/>
                  </a:lnTo>
                  <a:lnTo>
                    <a:pt x="1217189" y="983723"/>
                  </a:lnTo>
                  <a:close/>
                  <a:moveTo>
                    <a:pt x="844830" y="656839"/>
                  </a:moveTo>
                  <a:lnTo>
                    <a:pt x="844830" y="755824"/>
                  </a:lnTo>
                  <a:lnTo>
                    <a:pt x="599287" y="755824"/>
                  </a:lnTo>
                  <a:lnTo>
                    <a:pt x="599287" y="876295"/>
                  </a:lnTo>
                  <a:lnTo>
                    <a:pt x="798792" y="876295"/>
                  </a:lnTo>
                  <a:lnTo>
                    <a:pt x="798792" y="970675"/>
                  </a:lnTo>
                  <a:lnTo>
                    <a:pt x="599287" y="970675"/>
                  </a:lnTo>
                  <a:lnTo>
                    <a:pt x="599287" y="1094984"/>
                  </a:lnTo>
                  <a:lnTo>
                    <a:pt x="853273" y="1094984"/>
                  </a:lnTo>
                  <a:lnTo>
                    <a:pt x="853273" y="1193969"/>
                  </a:lnTo>
                  <a:lnTo>
                    <a:pt x="484188" y="1193969"/>
                  </a:lnTo>
                  <a:lnTo>
                    <a:pt x="484188" y="656839"/>
                  </a:lnTo>
                  <a:lnTo>
                    <a:pt x="844830" y="656839"/>
                  </a:lnTo>
                  <a:close/>
                  <a:moveTo>
                    <a:pt x="321898" y="678707"/>
                  </a:moveTo>
                  <a:cubicBezTo>
                    <a:pt x="351822" y="693290"/>
                    <a:pt x="374968" y="714133"/>
                    <a:pt x="391339" y="741245"/>
                  </a:cubicBezTo>
                  <a:cubicBezTo>
                    <a:pt x="407710" y="768357"/>
                    <a:pt x="415891" y="799817"/>
                    <a:pt x="415891" y="835630"/>
                  </a:cubicBezTo>
                  <a:cubicBezTo>
                    <a:pt x="415891" y="869897"/>
                    <a:pt x="407710" y="900208"/>
                    <a:pt x="391339" y="926553"/>
                  </a:cubicBezTo>
                  <a:cubicBezTo>
                    <a:pt x="374968" y="952902"/>
                    <a:pt x="352461" y="972977"/>
                    <a:pt x="323814" y="986788"/>
                  </a:cubicBezTo>
                  <a:lnTo>
                    <a:pt x="429702" y="1193969"/>
                  </a:lnTo>
                  <a:lnTo>
                    <a:pt x="302327" y="1193969"/>
                  </a:lnTo>
                  <a:lnTo>
                    <a:pt x="212548" y="1013648"/>
                  </a:lnTo>
                  <a:lnTo>
                    <a:pt x="115098" y="1013648"/>
                  </a:lnTo>
                  <a:lnTo>
                    <a:pt x="115098" y="1193969"/>
                  </a:lnTo>
                  <a:lnTo>
                    <a:pt x="0" y="1193969"/>
                  </a:lnTo>
                  <a:lnTo>
                    <a:pt x="0" y="656839"/>
                  </a:lnTo>
                  <a:lnTo>
                    <a:pt x="218689" y="656839"/>
                  </a:lnTo>
                  <a:cubicBezTo>
                    <a:pt x="257567" y="656839"/>
                    <a:pt x="291973" y="664128"/>
                    <a:pt x="321898" y="678707"/>
                  </a:cubicBezTo>
                  <a:close/>
                  <a:moveTo>
                    <a:pt x="209483" y="917728"/>
                  </a:moveTo>
                  <a:cubicBezTo>
                    <a:pt x="236595" y="917728"/>
                    <a:pt x="258206" y="910315"/>
                    <a:pt x="274319" y="895479"/>
                  </a:cubicBezTo>
                  <a:cubicBezTo>
                    <a:pt x="290438" y="880643"/>
                    <a:pt x="298495" y="860691"/>
                    <a:pt x="298495" y="835630"/>
                  </a:cubicBezTo>
                  <a:cubicBezTo>
                    <a:pt x="298495" y="810048"/>
                    <a:pt x="290438" y="789844"/>
                    <a:pt x="274319" y="775008"/>
                  </a:cubicBezTo>
                  <a:cubicBezTo>
                    <a:pt x="258206" y="760172"/>
                    <a:pt x="236595" y="752753"/>
                    <a:pt x="209483" y="752753"/>
                  </a:cubicBezTo>
                  <a:lnTo>
                    <a:pt x="115098" y="752753"/>
                  </a:lnTo>
                  <a:lnTo>
                    <a:pt x="115098" y="917728"/>
                  </a:lnTo>
                  <a:lnTo>
                    <a:pt x="209483" y="917728"/>
                  </a:lnTo>
                  <a:close/>
                  <a:moveTo>
                    <a:pt x="2475389" y="442750"/>
                  </a:moveTo>
                  <a:lnTo>
                    <a:pt x="2475389" y="4605"/>
                  </a:lnTo>
                  <a:lnTo>
                    <a:pt x="2360306" y="4605"/>
                  </a:lnTo>
                  <a:lnTo>
                    <a:pt x="2360306" y="541735"/>
                  </a:lnTo>
                  <a:lnTo>
                    <a:pt x="2704120" y="541735"/>
                  </a:lnTo>
                  <a:lnTo>
                    <a:pt x="2704120" y="442750"/>
                  </a:lnTo>
                  <a:lnTo>
                    <a:pt x="2475389" y="442750"/>
                  </a:lnTo>
                  <a:close/>
                  <a:moveTo>
                    <a:pt x="1991211" y="4605"/>
                  </a:moveTo>
                  <a:lnTo>
                    <a:pt x="2129346" y="4605"/>
                  </a:lnTo>
                  <a:lnTo>
                    <a:pt x="2324255" y="541735"/>
                  </a:lnTo>
                  <a:lnTo>
                    <a:pt x="2200704" y="541735"/>
                  </a:lnTo>
                  <a:lnTo>
                    <a:pt x="2159256" y="424334"/>
                  </a:lnTo>
                  <a:lnTo>
                    <a:pt x="1955150" y="424334"/>
                  </a:lnTo>
                  <a:lnTo>
                    <a:pt x="1913712" y="541735"/>
                  </a:lnTo>
                  <a:lnTo>
                    <a:pt x="1794776" y="541735"/>
                  </a:lnTo>
                  <a:lnTo>
                    <a:pt x="1991211" y="4605"/>
                  </a:lnTo>
                  <a:close/>
                  <a:moveTo>
                    <a:pt x="2127811" y="331485"/>
                  </a:moveTo>
                  <a:lnTo>
                    <a:pt x="2056453" y="127379"/>
                  </a:lnTo>
                  <a:lnTo>
                    <a:pt x="1985843" y="331485"/>
                  </a:lnTo>
                  <a:lnTo>
                    <a:pt x="2127811" y="331485"/>
                  </a:lnTo>
                  <a:close/>
                  <a:moveTo>
                    <a:pt x="1862306" y="4605"/>
                  </a:moveTo>
                  <a:lnTo>
                    <a:pt x="1862306" y="103590"/>
                  </a:lnTo>
                  <a:lnTo>
                    <a:pt x="1707305" y="103590"/>
                  </a:lnTo>
                  <a:lnTo>
                    <a:pt x="1707305" y="541735"/>
                  </a:lnTo>
                  <a:lnTo>
                    <a:pt x="1592206" y="541735"/>
                  </a:lnTo>
                  <a:lnTo>
                    <a:pt x="1592206" y="103590"/>
                  </a:lnTo>
                  <a:lnTo>
                    <a:pt x="1437204" y="103590"/>
                  </a:lnTo>
                  <a:lnTo>
                    <a:pt x="1437204" y="4605"/>
                  </a:lnTo>
                  <a:lnTo>
                    <a:pt x="1862306" y="4605"/>
                  </a:lnTo>
                  <a:close/>
                  <a:moveTo>
                    <a:pt x="1390393" y="4605"/>
                  </a:moveTo>
                  <a:lnTo>
                    <a:pt x="1390393" y="541735"/>
                  </a:lnTo>
                  <a:lnTo>
                    <a:pt x="1275300" y="541735"/>
                  </a:lnTo>
                  <a:lnTo>
                    <a:pt x="1275300" y="4605"/>
                  </a:lnTo>
                  <a:lnTo>
                    <a:pt x="1390393" y="4605"/>
                  </a:lnTo>
                  <a:close/>
                  <a:moveTo>
                    <a:pt x="817590" y="33763"/>
                  </a:moveTo>
                  <a:cubicBezTo>
                    <a:pt x="857740" y="11256"/>
                    <a:pt x="904932" y="0"/>
                    <a:pt x="959161" y="0"/>
                  </a:cubicBezTo>
                  <a:cubicBezTo>
                    <a:pt x="1001620" y="0"/>
                    <a:pt x="1039730" y="8186"/>
                    <a:pt x="1073488" y="24557"/>
                  </a:cubicBezTo>
                  <a:cubicBezTo>
                    <a:pt x="1107255" y="40923"/>
                    <a:pt x="1134491" y="63945"/>
                    <a:pt x="1155210" y="93617"/>
                  </a:cubicBezTo>
                  <a:cubicBezTo>
                    <a:pt x="1175929" y="123284"/>
                    <a:pt x="1188591" y="157304"/>
                    <a:pt x="1193191" y="195672"/>
                  </a:cubicBezTo>
                  <a:lnTo>
                    <a:pt x="1079628" y="195672"/>
                  </a:lnTo>
                  <a:cubicBezTo>
                    <a:pt x="1072462" y="165485"/>
                    <a:pt x="1058146" y="141572"/>
                    <a:pt x="1036655" y="123923"/>
                  </a:cubicBezTo>
                  <a:cubicBezTo>
                    <a:pt x="1015173" y="106274"/>
                    <a:pt x="988318" y="97455"/>
                    <a:pt x="956086" y="97455"/>
                  </a:cubicBezTo>
                  <a:cubicBezTo>
                    <a:pt x="926419" y="97455"/>
                    <a:pt x="900585" y="104868"/>
                    <a:pt x="878588" y="119704"/>
                  </a:cubicBezTo>
                  <a:cubicBezTo>
                    <a:pt x="856591" y="134540"/>
                    <a:pt x="839710" y="155259"/>
                    <a:pt x="827944" y="181856"/>
                  </a:cubicBezTo>
                  <a:cubicBezTo>
                    <a:pt x="816178" y="208458"/>
                    <a:pt x="810295" y="238898"/>
                    <a:pt x="810295" y="273170"/>
                  </a:cubicBezTo>
                  <a:cubicBezTo>
                    <a:pt x="810295" y="325859"/>
                    <a:pt x="823215" y="368317"/>
                    <a:pt x="849044" y="400545"/>
                  </a:cubicBezTo>
                  <a:cubicBezTo>
                    <a:pt x="874879" y="432772"/>
                    <a:pt x="910563" y="448886"/>
                    <a:pt x="956086" y="448886"/>
                  </a:cubicBezTo>
                  <a:cubicBezTo>
                    <a:pt x="989339" y="448886"/>
                    <a:pt x="1018753" y="439809"/>
                    <a:pt x="1044330" y="421650"/>
                  </a:cubicBezTo>
                  <a:cubicBezTo>
                    <a:pt x="1069912" y="403486"/>
                    <a:pt x="1085253" y="376756"/>
                    <a:pt x="1090374" y="341463"/>
                  </a:cubicBezTo>
                  <a:lnTo>
                    <a:pt x="1090374" y="334555"/>
                  </a:lnTo>
                  <a:lnTo>
                    <a:pt x="956854" y="334555"/>
                  </a:lnTo>
                  <a:lnTo>
                    <a:pt x="956854" y="243246"/>
                  </a:lnTo>
                  <a:lnTo>
                    <a:pt x="1197029" y="243246"/>
                  </a:lnTo>
                  <a:lnTo>
                    <a:pt x="1197029" y="541735"/>
                  </a:lnTo>
                  <a:lnTo>
                    <a:pt x="1117228" y="541735"/>
                  </a:lnTo>
                  <a:lnTo>
                    <a:pt x="1104947" y="474978"/>
                  </a:lnTo>
                  <a:cubicBezTo>
                    <a:pt x="1089096" y="495949"/>
                    <a:pt x="1067862" y="513088"/>
                    <a:pt x="1041265" y="526389"/>
                  </a:cubicBezTo>
                  <a:cubicBezTo>
                    <a:pt x="1014663" y="539690"/>
                    <a:pt x="983713" y="546341"/>
                    <a:pt x="948416" y="546341"/>
                  </a:cubicBezTo>
                  <a:cubicBezTo>
                    <a:pt x="897772" y="546341"/>
                    <a:pt x="853140" y="535085"/>
                    <a:pt x="814514" y="512578"/>
                  </a:cubicBezTo>
                  <a:cubicBezTo>
                    <a:pt x="775894" y="490066"/>
                    <a:pt x="745969" y="458097"/>
                    <a:pt x="724740" y="416663"/>
                  </a:cubicBezTo>
                  <a:cubicBezTo>
                    <a:pt x="703511" y="375225"/>
                    <a:pt x="692899" y="327394"/>
                    <a:pt x="692899" y="273170"/>
                  </a:cubicBezTo>
                  <a:cubicBezTo>
                    <a:pt x="692899" y="218436"/>
                    <a:pt x="703640" y="170476"/>
                    <a:pt x="725126" y="129296"/>
                  </a:cubicBezTo>
                  <a:cubicBezTo>
                    <a:pt x="746608" y="88115"/>
                    <a:pt x="777429" y="56269"/>
                    <a:pt x="817590" y="33763"/>
                  </a:cubicBezTo>
                  <a:close/>
                  <a:moveTo>
                    <a:pt x="633044" y="4605"/>
                  </a:moveTo>
                  <a:lnTo>
                    <a:pt x="633044" y="541735"/>
                  </a:lnTo>
                  <a:lnTo>
                    <a:pt x="517946" y="541735"/>
                  </a:lnTo>
                  <a:lnTo>
                    <a:pt x="517946" y="4605"/>
                  </a:lnTo>
                  <a:lnTo>
                    <a:pt x="633044" y="4605"/>
                  </a:lnTo>
                  <a:close/>
                  <a:moveTo>
                    <a:pt x="186466" y="4605"/>
                  </a:moveTo>
                  <a:cubicBezTo>
                    <a:pt x="240175" y="4605"/>
                    <a:pt x="287620" y="15985"/>
                    <a:pt x="328806" y="38754"/>
                  </a:cubicBezTo>
                  <a:cubicBezTo>
                    <a:pt x="369981" y="61513"/>
                    <a:pt x="401699" y="93231"/>
                    <a:pt x="423948" y="133901"/>
                  </a:cubicBezTo>
                  <a:cubicBezTo>
                    <a:pt x="446207" y="174567"/>
                    <a:pt x="457329" y="220991"/>
                    <a:pt x="457329" y="273170"/>
                  </a:cubicBezTo>
                  <a:cubicBezTo>
                    <a:pt x="457329" y="325349"/>
                    <a:pt x="446207" y="371769"/>
                    <a:pt x="423948" y="412439"/>
                  </a:cubicBezTo>
                  <a:cubicBezTo>
                    <a:pt x="401699" y="453110"/>
                    <a:pt x="369981" y="484822"/>
                    <a:pt x="328806" y="507586"/>
                  </a:cubicBezTo>
                  <a:cubicBezTo>
                    <a:pt x="287620" y="530351"/>
                    <a:pt x="240175" y="541735"/>
                    <a:pt x="186466" y="541735"/>
                  </a:cubicBezTo>
                  <a:lnTo>
                    <a:pt x="0" y="541735"/>
                  </a:lnTo>
                  <a:lnTo>
                    <a:pt x="0" y="4605"/>
                  </a:lnTo>
                  <a:lnTo>
                    <a:pt x="186466" y="4605"/>
                  </a:lnTo>
                  <a:close/>
                  <a:moveTo>
                    <a:pt x="299644" y="398628"/>
                  </a:moveTo>
                  <a:cubicBezTo>
                    <a:pt x="326498" y="367169"/>
                    <a:pt x="339928" y="325349"/>
                    <a:pt x="339928" y="273170"/>
                  </a:cubicBezTo>
                  <a:cubicBezTo>
                    <a:pt x="339928" y="220991"/>
                    <a:pt x="326498" y="179172"/>
                    <a:pt x="299644" y="147712"/>
                  </a:cubicBezTo>
                  <a:cubicBezTo>
                    <a:pt x="272789" y="116252"/>
                    <a:pt x="235060" y="100520"/>
                    <a:pt x="186466" y="100520"/>
                  </a:cubicBezTo>
                  <a:lnTo>
                    <a:pt x="115098" y="100520"/>
                  </a:lnTo>
                  <a:lnTo>
                    <a:pt x="115098" y="445816"/>
                  </a:lnTo>
                  <a:lnTo>
                    <a:pt x="186466" y="445816"/>
                  </a:lnTo>
                  <a:cubicBezTo>
                    <a:pt x="235060" y="445816"/>
                    <a:pt x="272789" y="430088"/>
                    <a:pt x="299644" y="398628"/>
                  </a:cubicBezTo>
                  <a:close/>
                </a:path>
              </a:pathLst>
            </a:custGeom>
            <a:solidFill>
              <a:srgbClr val="000000"/>
            </a:solidFill>
            <a:ln w="49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>
                <a:latin typeface="Arial" panose="020B0604020202020204" pitchFamily="34" charset="0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A4991D52-C716-3087-7C17-682F0818CE04}"/>
                </a:ext>
              </a:extLst>
            </p:cNvPr>
            <p:cNvSpPr/>
            <p:nvPr/>
          </p:nvSpPr>
          <p:spPr>
            <a:xfrm>
              <a:off x="3043994" y="-2581296"/>
              <a:ext cx="1782707" cy="1782707"/>
            </a:xfrm>
            <a:custGeom>
              <a:avLst/>
              <a:gdLst>
                <a:gd name="connsiteX0" fmla="*/ 1188472 w 1782707"/>
                <a:gd name="connsiteY0" fmla="*/ 1782708 h 1782707"/>
                <a:gd name="connsiteX1" fmla="*/ 1188472 w 1782707"/>
                <a:gd name="connsiteY1" fmla="*/ 1559870 h 1782707"/>
                <a:gd name="connsiteX2" fmla="*/ 1559870 w 1782707"/>
                <a:gd name="connsiteY2" fmla="*/ 1188472 h 1782707"/>
                <a:gd name="connsiteX3" fmla="*/ 1782708 w 1782707"/>
                <a:gd name="connsiteY3" fmla="*/ 1188472 h 1782707"/>
                <a:gd name="connsiteX4" fmla="*/ 1188472 w 1782707"/>
                <a:gd name="connsiteY4" fmla="*/ 1782708 h 1782707"/>
                <a:gd name="connsiteX5" fmla="*/ 1188472 w 1782707"/>
                <a:gd name="connsiteY5" fmla="*/ 0 h 1782707"/>
                <a:gd name="connsiteX6" fmla="*/ 1188472 w 1782707"/>
                <a:gd name="connsiteY6" fmla="*/ 222839 h 1782707"/>
                <a:gd name="connsiteX7" fmla="*/ 1559870 w 1782707"/>
                <a:gd name="connsiteY7" fmla="*/ 594236 h 1782707"/>
                <a:gd name="connsiteX8" fmla="*/ 1782708 w 1782707"/>
                <a:gd name="connsiteY8" fmla="*/ 594236 h 1782707"/>
                <a:gd name="connsiteX9" fmla="*/ 1188472 w 1782707"/>
                <a:gd name="connsiteY9" fmla="*/ 0 h 1782707"/>
                <a:gd name="connsiteX10" fmla="*/ 594236 w 1782707"/>
                <a:gd name="connsiteY10" fmla="*/ 1559870 h 1782707"/>
                <a:gd name="connsiteX11" fmla="*/ 222839 w 1782707"/>
                <a:gd name="connsiteY11" fmla="*/ 1559870 h 1782707"/>
                <a:gd name="connsiteX12" fmla="*/ 222839 w 1782707"/>
                <a:gd name="connsiteY12" fmla="*/ 1188472 h 1782707"/>
                <a:gd name="connsiteX13" fmla="*/ 0 w 1782707"/>
                <a:gd name="connsiteY13" fmla="*/ 1188472 h 1782707"/>
                <a:gd name="connsiteX14" fmla="*/ 0 w 1782707"/>
                <a:gd name="connsiteY14" fmla="*/ 1782708 h 1782707"/>
                <a:gd name="connsiteX15" fmla="*/ 594236 w 1782707"/>
                <a:gd name="connsiteY15" fmla="*/ 1782708 h 1782707"/>
                <a:gd name="connsiteX16" fmla="*/ 594236 w 1782707"/>
                <a:gd name="connsiteY16" fmla="*/ 1559870 h 1782707"/>
                <a:gd name="connsiteX17" fmla="*/ 222839 w 1782707"/>
                <a:gd name="connsiteY17" fmla="*/ 222839 h 1782707"/>
                <a:gd name="connsiteX18" fmla="*/ 594236 w 1782707"/>
                <a:gd name="connsiteY18" fmla="*/ 222839 h 1782707"/>
                <a:gd name="connsiteX19" fmla="*/ 594236 w 1782707"/>
                <a:gd name="connsiteY19" fmla="*/ 0 h 1782707"/>
                <a:gd name="connsiteX20" fmla="*/ 0 w 1782707"/>
                <a:gd name="connsiteY20" fmla="*/ 0 h 1782707"/>
                <a:gd name="connsiteX21" fmla="*/ 0 w 1782707"/>
                <a:gd name="connsiteY21" fmla="*/ 594236 h 1782707"/>
                <a:gd name="connsiteX22" fmla="*/ 222839 w 1782707"/>
                <a:gd name="connsiteY22" fmla="*/ 594236 h 1782707"/>
                <a:gd name="connsiteX23" fmla="*/ 222839 w 1782707"/>
                <a:gd name="connsiteY23" fmla="*/ 222839 h 17827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782707" h="1782707">
                  <a:moveTo>
                    <a:pt x="1188472" y="1782708"/>
                  </a:moveTo>
                  <a:lnTo>
                    <a:pt x="1188472" y="1559870"/>
                  </a:lnTo>
                  <a:cubicBezTo>
                    <a:pt x="1393261" y="1559870"/>
                    <a:pt x="1559870" y="1393261"/>
                    <a:pt x="1559870" y="1188472"/>
                  </a:cubicBezTo>
                  <a:lnTo>
                    <a:pt x="1782708" y="1188472"/>
                  </a:lnTo>
                  <a:cubicBezTo>
                    <a:pt x="1782708" y="1516134"/>
                    <a:pt x="1516134" y="1782708"/>
                    <a:pt x="1188472" y="1782708"/>
                  </a:cubicBezTo>
                  <a:close/>
                  <a:moveTo>
                    <a:pt x="1188472" y="0"/>
                  </a:moveTo>
                  <a:lnTo>
                    <a:pt x="1188472" y="222839"/>
                  </a:lnTo>
                  <a:cubicBezTo>
                    <a:pt x="1393261" y="222839"/>
                    <a:pt x="1559870" y="389447"/>
                    <a:pt x="1559870" y="594236"/>
                  </a:cubicBezTo>
                  <a:lnTo>
                    <a:pt x="1782708" y="594236"/>
                  </a:lnTo>
                  <a:cubicBezTo>
                    <a:pt x="1782708" y="266574"/>
                    <a:pt x="1516134" y="0"/>
                    <a:pt x="1188472" y="0"/>
                  </a:cubicBezTo>
                  <a:close/>
                  <a:moveTo>
                    <a:pt x="594236" y="1559870"/>
                  </a:moveTo>
                  <a:lnTo>
                    <a:pt x="222839" y="1559870"/>
                  </a:lnTo>
                  <a:lnTo>
                    <a:pt x="222839" y="1188472"/>
                  </a:lnTo>
                  <a:lnTo>
                    <a:pt x="0" y="1188472"/>
                  </a:lnTo>
                  <a:lnTo>
                    <a:pt x="0" y="1782708"/>
                  </a:lnTo>
                  <a:lnTo>
                    <a:pt x="594236" y="1782708"/>
                  </a:lnTo>
                  <a:lnTo>
                    <a:pt x="594236" y="1559870"/>
                  </a:lnTo>
                  <a:close/>
                  <a:moveTo>
                    <a:pt x="222839" y="222839"/>
                  </a:moveTo>
                  <a:lnTo>
                    <a:pt x="594236" y="222839"/>
                  </a:lnTo>
                  <a:lnTo>
                    <a:pt x="594236" y="0"/>
                  </a:lnTo>
                  <a:lnTo>
                    <a:pt x="0" y="0"/>
                  </a:lnTo>
                  <a:lnTo>
                    <a:pt x="0" y="594236"/>
                  </a:lnTo>
                  <a:lnTo>
                    <a:pt x="222839" y="594236"/>
                  </a:lnTo>
                  <a:lnTo>
                    <a:pt x="222839" y="222839"/>
                  </a:lnTo>
                  <a:close/>
                </a:path>
              </a:pathLst>
            </a:custGeom>
            <a:solidFill>
              <a:srgbClr val="000000"/>
            </a:solidFill>
            <a:ln w="49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>
                <a:latin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29853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A4A3A4"/>
          </p15:clr>
        </p15:guide>
        <p15:guide id="2" orient="horz" pos="623">
          <p15:clr>
            <a:srgbClr val="A4A3A4"/>
          </p15:clr>
        </p15:guide>
        <p15:guide id="3" orient="horz" pos="3522">
          <p15:clr>
            <a:srgbClr val="A4A3A4"/>
          </p15:clr>
        </p15:guide>
        <p15:guide id="4" pos="432">
          <p15:clr>
            <a:srgbClr val="A4A3A4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ark Clos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aphic 11">
            <a:extLst>
              <a:ext uri="{FF2B5EF4-FFF2-40B4-BE49-F238E27FC236}">
                <a16:creationId xmlns:a16="http://schemas.microsoft.com/office/drawing/2014/main" id="{8013BD70-8FF7-484E-A1F9-41846B53DE33}"/>
              </a:ext>
            </a:extLst>
          </p:cNvPr>
          <p:cNvGrpSpPr/>
          <p:nvPr/>
        </p:nvGrpSpPr>
        <p:grpSpPr>
          <a:xfrm>
            <a:off x="515403" y="5691853"/>
            <a:ext cx="1862137" cy="658147"/>
            <a:chOff x="3043994" y="-2581296"/>
            <a:chExt cx="5043924" cy="1782707"/>
          </a:xfrm>
          <a:solidFill>
            <a:schemeClr val="bg1"/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0DA3620D-8125-7B0A-7ECD-0A076DA8DC36}"/>
                </a:ext>
              </a:extLst>
            </p:cNvPr>
            <p:cNvSpPr/>
            <p:nvPr/>
          </p:nvSpPr>
          <p:spPr>
            <a:xfrm>
              <a:off x="7939113" y="-1162329"/>
              <a:ext cx="148806" cy="67069"/>
            </a:xfrm>
            <a:custGeom>
              <a:avLst/>
              <a:gdLst>
                <a:gd name="connsiteX0" fmla="*/ 59324 w 148806"/>
                <a:gd name="connsiteY0" fmla="*/ 0 h 67069"/>
                <a:gd name="connsiteX1" fmla="*/ 59324 w 148806"/>
                <a:gd name="connsiteY1" fmla="*/ 8725 h 67069"/>
                <a:gd name="connsiteX2" fmla="*/ 34366 w 148806"/>
                <a:gd name="connsiteY2" fmla="*/ 8725 h 67069"/>
                <a:gd name="connsiteX3" fmla="*/ 34366 w 148806"/>
                <a:gd name="connsiteY3" fmla="*/ 67069 h 67069"/>
                <a:gd name="connsiteX4" fmla="*/ 24909 w 148806"/>
                <a:gd name="connsiteY4" fmla="*/ 67069 h 67069"/>
                <a:gd name="connsiteX5" fmla="*/ 24909 w 148806"/>
                <a:gd name="connsiteY5" fmla="*/ 8725 h 67069"/>
                <a:gd name="connsiteX6" fmla="*/ 0 w 148806"/>
                <a:gd name="connsiteY6" fmla="*/ 8725 h 67069"/>
                <a:gd name="connsiteX7" fmla="*/ 0 w 148806"/>
                <a:gd name="connsiteY7" fmla="*/ 0 h 67069"/>
                <a:gd name="connsiteX8" fmla="*/ 59324 w 148806"/>
                <a:gd name="connsiteY8" fmla="*/ 0 h 67069"/>
                <a:gd name="connsiteX9" fmla="*/ 82004 w 148806"/>
                <a:gd name="connsiteY9" fmla="*/ 0 h 67069"/>
                <a:gd name="connsiteX10" fmla="*/ 108695 w 148806"/>
                <a:gd name="connsiteY10" fmla="*/ 55348 h 67069"/>
                <a:gd name="connsiteX11" fmla="*/ 135634 w 148806"/>
                <a:gd name="connsiteY11" fmla="*/ 0 h 67069"/>
                <a:gd name="connsiteX12" fmla="*/ 148806 w 148806"/>
                <a:gd name="connsiteY12" fmla="*/ 0 h 67069"/>
                <a:gd name="connsiteX13" fmla="*/ 148806 w 148806"/>
                <a:gd name="connsiteY13" fmla="*/ 67069 h 67069"/>
                <a:gd name="connsiteX14" fmla="*/ 139843 w 148806"/>
                <a:gd name="connsiteY14" fmla="*/ 67069 h 67069"/>
                <a:gd name="connsiteX15" fmla="*/ 139843 w 148806"/>
                <a:gd name="connsiteY15" fmla="*/ 10721 h 67069"/>
                <a:gd name="connsiteX16" fmla="*/ 112409 w 148806"/>
                <a:gd name="connsiteY16" fmla="*/ 67069 h 67069"/>
                <a:gd name="connsiteX17" fmla="*/ 104685 w 148806"/>
                <a:gd name="connsiteY17" fmla="*/ 67069 h 67069"/>
                <a:gd name="connsiteX18" fmla="*/ 77795 w 148806"/>
                <a:gd name="connsiteY18" fmla="*/ 10721 h 67069"/>
                <a:gd name="connsiteX19" fmla="*/ 77795 w 148806"/>
                <a:gd name="connsiteY19" fmla="*/ 67069 h 67069"/>
                <a:gd name="connsiteX20" fmla="*/ 69030 w 148806"/>
                <a:gd name="connsiteY20" fmla="*/ 67069 h 67069"/>
                <a:gd name="connsiteX21" fmla="*/ 69030 w 148806"/>
                <a:gd name="connsiteY21" fmla="*/ 0 h 67069"/>
                <a:gd name="connsiteX22" fmla="*/ 82004 w 148806"/>
                <a:gd name="connsiteY22" fmla="*/ 0 h 67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48806" h="67069">
                  <a:moveTo>
                    <a:pt x="59324" y="0"/>
                  </a:moveTo>
                  <a:lnTo>
                    <a:pt x="59324" y="8725"/>
                  </a:lnTo>
                  <a:lnTo>
                    <a:pt x="34366" y="8725"/>
                  </a:lnTo>
                  <a:lnTo>
                    <a:pt x="34366" y="67069"/>
                  </a:lnTo>
                  <a:lnTo>
                    <a:pt x="24909" y="67069"/>
                  </a:lnTo>
                  <a:lnTo>
                    <a:pt x="24909" y="8725"/>
                  </a:lnTo>
                  <a:lnTo>
                    <a:pt x="0" y="8725"/>
                  </a:lnTo>
                  <a:lnTo>
                    <a:pt x="0" y="0"/>
                  </a:lnTo>
                  <a:lnTo>
                    <a:pt x="59324" y="0"/>
                  </a:lnTo>
                  <a:close/>
                  <a:moveTo>
                    <a:pt x="82004" y="0"/>
                  </a:moveTo>
                  <a:lnTo>
                    <a:pt x="108695" y="55348"/>
                  </a:lnTo>
                  <a:lnTo>
                    <a:pt x="135634" y="0"/>
                  </a:lnTo>
                  <a:lnTo>
                    <a:pt x="148806" y="0"/>
                  </a:lnTo>
                  <a:lnTo>
                    <a:pt x="148806" y="67069"/>
                  </a:lnTo>
                  <a:lnTo>
                    <a:pt x="139843" y="67069"/>
                  </a:lnTo>
                  <a:lnTo>
                    <a:pt x="139843" y="10721"/>
                  </a:lnTo>
                  <a:lnTo>
                    <a:pt x="112409" y="67069"/>
                  </a:lnTo>
                  <a:lnTo>
                    <a:pt x="104685" y="67069"/>
                  </a:lnTo>
                  <a:lnTo>
                    <a:pt x="77795" y="10721"/>
                  </a:lnTo>
                  <a:lnTo>
                    <a:pt x="77795" y="67069"/>
                  </a:lnTo>
                  <a:lnTo>
                    <a:pt x="69030" y="67069"/>
                  </a:lnTo>
                  <a:lnTo>
                    <a:pt x="69030" y="0"/>
                  </a:lnTo>
                  <a:lnTo>
                    <a:pt x="82004" y="0"/>
                  </a:lnTo>
                  <a:close/>
                </a:path>
              </a:pathLst>
            </a:custGeom>
            <a:grpFill/>
            <a:ln w="49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>
                <a:latin typeface="Arial" panose="020B0604020202020204" pitchFamily="34" charset="0"/>
              </a:endParaRPr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831B7032-4672-2FEF-F0B7-19263B94EDC5}"/>
                </a:ext>
              </a:extLst>
            </p:cNvPr>
            <p:cNvSpPr/>
            <p:nvPr/>
          </p:nvSpPr>
          <p:spPr>
            <a:xfrm>
              <a:off x="5383799" y="-2289229"/>
              <a:ext cx="2704120" cy="1193968"/>
            </a:xfrm>
            <a:custGeom>
              <a:avLst/>
              <a:gdLst>
                <a:gd name="connsiteX0" fmla="*/ 2274092 w 2704120"/>
                <a:gd name="connsiteY0" fmla="*/ 656839 h 1193968"/>
                <a:gd name="connsiteX1" fmla="*/ 2394573 w 2704120"/>
                <a:gd name="connsiteY1" fmla="*/ 877063 h 1193968"/>
                <a:gd name="connsiteX2" fmla="*/ 2521145 w 2704120"/>
                <a:gd name="connsiteY2" fmla="*/ 656839 h 1193968"/>
                <a:gd name="connsiteX3" fmla="*/ 2649302 w 2704120"/>
                <a:gd name="connsiteY3" fmla="*/ 656839 h 1193968"/>
                <a:gd name="connsiteX4" fmla="*/ 2452115 w 2704120"/>
                <a:gd name="connsiteY4" fmla="*/ 994464 h 1193968"/>
                <a:gd name="connsiteX5" fmla="*/ 2452115 w 2704120"/>
                <a:gd name="connsiteY5" fmla="*/ 1193969 h 1193968"/>
                <a:gd name="connsiteX6" fmla="*/ 2336982 w 2704120"/>
                <a:gd name="connsiteY6" fmla="*/ 1193969 h 1193968"/>
                <a:gd name="connsiteX7" fmla="*/ 2336982 w 2704120"/>
                <a:gd name="connsiteY7" fmla="*/ 994464 h 1193968"/>
                <a:gd name="connsiteX8" fmla="*/ 2139794 w 2704120"/>
                <a:gd name="connsiteY8" fmla="*/ 656839 h 1193968"/>
                <a:gd name="connsiteX9" fmla="*/ 2274092 w 2704120"/>
                <a:gd name="connsiteY9" fmla="*/ 656839 h 1193968"/>
                <a:gd name="connsiteX10" fmla="*/ 2125681 w 2704120"/>
                <a:gd name="connsiteY10" fmla="*/ 656839 h 1193968"/>
                <a:gd name="connsiteX11" fmla="*/ 2125681 w 2704120"/>
                <a:gd name="connsiteY11" fmla="*/ 755824 h 1193968"/>
                <a:gd name="connsiteX12" fmla="*/ 1970700 w 2704120"/>
                <a:gd name="connsiteY12" fmla="*/ 755824 h 1193968"/>
                <a:gd name="connsiteX13" fmla="*/ 1970700 w 2704120"/>
                <a:gd name="connsiteY13" fmla="*/ 1193969 h 1193968"/>
                <a:gd name="connsiteX14" fmla="*/ 1855601 w 2704120"/>
                <a:gd name="connsiteY14" fmla="*/ 1193969 h 1193968"/>
                <a:gd name="connsiteX15" fmla="*/ 1855601 w 2704120"/>
                <a:gd name="connsiteY15" fmla="*/ 755824 h 1193968"/>
                <a:gd name="connsiteX16" fmla="*/ 1700604 w 2704120"/>
                <a:gd name="connsiteY16" fmla="*/ 755824 h 1193968"/>
                <a:gd name="connsiteX17" fmla="*/ 1700604 w 2704120"/>
                <a:gd name="connsiteY17" fmla="*/ 656839 h 1193968"/>
                <a:gd name="connsiteX18" fmla="*/ 2125681 w 2704120"/>
                <a:gd name="connsiteY18" fmla="*/ 656839 h 1193968"/>
                <a:gd name="connsiteX19" fmla="*/ 1564797 w 2704120"/>
                <a:gd name="connsiteY19" fmla="*/ 656839 h 1193968"/>
                <a:gd name="connsiteX20" fmla="*/ 1449703 w 2704120"/>
                <a:gd name="connsiteY20" fmla="*/ 656839 h 1193968"/>
                <a:gd name="connsiteX21" fmla="*/ 1449703 w 2704120"/>
                <a:gd name="connsiteY21" fmla="*/ 1193969 h 1193968"/>
                <a:gd name="connsiteX22" fmla="*/ 1793538 w 2704120"/>
                <a:gd name="connsiteY22" fmla="*/ 1193969 h 1193968"/>
                <a:gd name="connsiteX23" fmla="*/ 1793538 w 2704120"/>
                <a:gd name="connsiteY23" fmla="*/ 1094984 h 1193968"/>
                <a:gd name="connsiteX24" fmla="*/ 1564797 w 2704120"/>
                <a:gd name="connsiteY24" fmla="*/ 1094984 h 1193968"/>
                <a:gd name="connsiteX25" fmla="*/ 1564797 w 2704120"/>
                <a:gd name="connsiteY25" fmla="*/ 656839 h 1193968"/>
                <a:gd name="connsiteX26" fmla="*/ 1080603 w 2704120"/>
                <a:gd name="connsiteY26" fmla="*/ 656839 h 1193968"/>
                <a:gd name="connsiteX27" fmla="*/ 1218724 w 2704120"/>
                <a:gd name="connsiteY27" fmla="*/ 656839 h 1193968"/>
                <a:gd name="connsiteX28" fmla="*/ 1413623 w 2704120"/>
                <a:gd name="connsiteY28" fmla="*/ 1193969 h 1193968"/>
                <a:gd name="connsiteX29" fmla="*/ 1290087 w 2704120"/>
                <a:gd name="connsiteY29" fmla="*/ 1193969 h 1193968"/>
                <a:gd name="connsiteX30" fmla="*/ 1248648 w 2704120"/>
                <a:gd name="connsiteY30" fmla="*/ 1076567 h 1193968"/>
                <a:gd name="connsiteX31" fmla="*/ 1044543 w 2704120"/>
                <a:gd name="connsiteY31" fmla="*/ 1076567 h 1193968"/>
                <a:gd name="connsiteX32" fmla="*/ 1003105 w 2704120"/>
                <a:gd name="connsiteY32" fmla="*/ 1193969 h 1193968"/>
                <a:gd name="connsiteX33" fmla="*/ 884169 w 2704120"/>
                <a:gd name="connsiteY33" fmla="*/ 1193969 h 1193968"/>
                <a:gd name="connsiteX34" fmla="*/ 1080603 w 2704120"/>
                <a:gd name="connsiteY34" fmla="*/ 656839 h 1193968"/>
                <a:gd name="connsiteX35" fmla="*/ 1217189 w 2704120"/>
                <a:gd name="connsiteY35" fmla="*/ 983723 h 1193968"/>
                <a:gd name="connsiteX36" fmla="*/ 1145826 w 2704120"/>
                <a:gd name="connsiteY36" fmla="*/ 779613 h 1193968"/>
                <a:gd name="connsiteX37" fmla="*/ 1075235 w 2704120"/>
                <a:gd name="connsiteY37" fmla="*/ 983723 h 1193968"/>
                <a:gd name="connsiteX38" fmla="*/ 1217189 w 2704120"/>
                <a:gd name="connsiteY38" fmla="*/ 983723 h 1193968"/>
                <a:gd name="connsiteX39" fmla="*/ 844830 w 2704120"/>
                <a:gd name="connsiteY39" fmla="*/ 656839 h 1193968"/>
                <a:gd name="connsiteX40" fmla="*/ 844830 w 2704120"/>
                <a:gd name="connsiteY40" fmla="*/ 755824 h 1193968"/>
                <a:gd name="connsiteX41" fmla="*/ 599287 w 2704120"/>
                <a:gd name="connsiteY41" fmla="*/ 755824 h 1193968"/>
                <a:gd name="connsiteX42" fmla="*/ 599287 w 2704120"/>
                <a:gd name="connsiteY42" fmla="*/ 876295 h 1193968"/>
                <a:gd name="connsiteX43" fmla="*/ 798792 w 2704120"/>
                <a:gd name="connsiteY43" fmla="*/ 876295 h 1193968"/>
                <a:gd name="connsiteX44" fmla="*/ 798792 w 2704120"/>
                <a:gd name="connsiteY44" fmla="*/ 970675 h 1193968"/>
                <a:gd name="connsiteX45" fmla="*/ 599287 w 2704120"/>
                <a:gd name="connsiteY45" fmla="*/ 970675 h 1193968"/>
                <a:gd name="connsiteX46" fmla="*/ 599287 w 2704120"/>
                <a:gd name="connsiteY46" fmla="*/ 1094984 h 1193968"/>
                <a:gd name="connsiteX47" fmla="*/ 853273 w 2704120"/>
                <a:gd name="connsiteY47" fmla="*/ 1094984 h 1193968"/>
                <a:gd name="connsiteX48" fmla="*/ 853273 w 2704120"/>
                <a:gd name="connsiteY48" fmla="*/ 1193969 h 1193968"/>
                <a:gd name="connsiteX49" fmla="*/ 484188 w 2704120"/>
                <a:gd name="connsiteY49" fmla="*/ 1193969 h 1193968"/>
                <a:gd name="connsiteX50" fmla="*/ 484188 w 2704120"/>
                <a:gd name="connsiteY50" fmla="*/ 656839 h 1193968"/>
                <a:gd name="connsiteX51" fmla="*/ 844830 w 2704120"/>
                <a:gd name="connsiteY51" fmla="*/ 656839 h 1193968"/>
                <a:gd name="connsiteX52" fmla="*/ 321898 w 2704120"/>
                <a:gd name="connsiteY52" fmla="*/ 678707 h 1193968"/>
                <a:gd name="connsiteX53" fmla="*/ 391339 w 2704120"/>
                <a:gd name="connsiteY53" fmla="*/ 741245 h 1193968"/>
                <a:gd name="connsiteX54" fmla="*/ 415891 w 2704120"/>
                <a:gd name="connsiteY54" fmla="*/ 835630 h 1193968"/>
                <a:gd name="connsiteX55" fmla="*/ 391339 w 2704120"/>
                <a:gd name="connsiteY55" fmla="*/ 926553 h 1193968"/>
                <a:gd name="connsiteX56" fmla="*/ 323814 w 2704120"/>
                <a:gd name="connsiteY56" fmla="*/ 986788 h 1193968"/>
                <a:gd name="connsiteX57" fmla="*/ 429702 w 2704120"/>
                <a:gd name="connsiteY57" fmla="*/ 1193969 h 1193968"/>
                <a:gd name="connsiteX58" fmla="*/ 302327 w 2704120"/>
                <a:gd name="connsiteY58" fmla="*/ 1193969 h 1193968"/>
                <a:gd name="connsiteX59" fmla="*/ 212548 w 2704120"/>
                <a:gd name="connsiteY59" fmla="*/ 1013648 h 1193968"/>
                <a:gd name="connsiteX60" fmla="*/ 115098 w 2704120"/>
                <a:gd name="connsiteY60" fmla="*/ 1013648 h 1193968"/>
                <a:gd name="connsiteX61" fmla="*/ 115098 w 2704120"/>
                <a:gd name="connsiteY61" fmla="*/ 1193969 h 1193968"/>
                <a:gd name="connsiteX62" fmla="*/ 0 w 2704120"/>
                <a:gd name="connsiteY62" fmla="*/ 1193969 h 1193968"/>
                <a:gd name="connsiteX63" fmla="*/ 0 w 2704120"/>
                <a:gd name="connsiteY63" fmla="*/ 656839 h 1193968"/>
                <a:gd name="connsiteX64" fmla="*/ 218689 w 2704120"/>
                <a:gd name="connsiteY64" fmla="*/ 656839 h 1193968"/>
                <a:gd name="connsiteX65" fmla="*/ 321898 w 2704120"/>
                <a:gd name="connsiteY65" fmla="*/ 678707 h 1193968"/>
                <a:gd name="connsiteX66" fmla="*/ 209483 w 2704120"/>
                <a:gd name="connsiteY66" fmla="*/ 917728 h 1193968"/>
                <a:gd name="connsiteX67" fmla="*/ 274319 w 2704120"/>
                <a:gd name="connsiteY67" fmla="*/ 895479 h 1193968"/>
                <a:gd name="connsiteX68" fmla="*/ 298495 w 2704120"/>
                <a:gd name="connsiteY68" fmla="*/ 835630 h 1193968"/>
                <a:gd name="connsiteX69" fmla="*/ 274319 w 2704120"/>
                <a:gd name="connsiteY69" fmla="*/ 775008 h 1193968"/>
                <a:gd name="connsiteX70" fmla="*/ 209483 w 2704120"/>
                <a:gd name="connsiteY70" fmla="*/ 752753 h 1193968"/>
                <a:gd name="connsiteX71" fmla="*/ 115098 w 2704120"/>
                <a:gd name="connsiteY71" fmla="*/ 752753 h 1193968"/>
                <a:gd name="connsiteX72" fmla="*/ 115098 w 2704120"/>
                <a:gd name="connsiteY72" fmla="*/ 917728 h 1193968"/>
                <a:gd name="connsiteX73" fmla="*/ 209483 w 2704120"/>
                <a:gd name="connsiteY73" fmla="*/ 917728 h 1193968"/>
                <a:gd name="connsiteX74" fmla="*/ 2475389 w 2704120"/>
                <a:gd name="connsiteY74" fmla="*/ 442750 h 1193968"/>
                <a:gd name="connsiteX75" fmla="*/ 2475389 w 2704120"/>
                <a:gd name="connsiteY75" fmla="*/ 4605 h 1193968"/>
                <a:gd name="connsiteX76" fmla="*/ 2360306 w 2704120"/>
                <a:gd name="connsiteY76" fmla="*/ 4605 h 1193968"/>
                <a:gd name="connsiteX77" fmla="*/ 2360306 w 2704120"/>
                <a:gd name="connsiteY77" fmla="*/ 541735 h 1193968"/>
                <a:gd name="connsiteX78" fmla="*/ 2704120 w 2704120"/>
                <a:gd name="connsiteY78" fmla="*/ 541735 h 1193968"/>
                <a:gd name="connsiteX79" fmla="*/ 2704120 w 2704120"/>
                <a:gd name="connsiteY79" fmla="*/ 442750 h 1193968"/>
                <a:gd name="connsiteX80" fmla="*/ 2475389 w 2704120"/>
                <a:gd name="connsiteY80" fmla="*/ 442750 h 1193968"/>
                <a:gd name="connsiteX81" fmla="*/ 1991211 w 2704120"/>
                <a:gd name="connsiteY81" fmla="*/ 4605 h 1193968"/>
                <a:gd name="connsiteX82" fmla="*/ 2129346 w 2704120"/>
                <a:gd name="connsiteY82" fmla="*/ 4605 h 1193968"/>
                <a:gd name="connsiteX83" fmla="*/ 2324255 w 2704120"/>
                <a:gd name="connsiteY83" fmla="*/ 541735 h 1193968"/>
                <a:gd name="connsiteX84" fmla="*/ 2200704 w 2704120"/>
                <a:gd name="connsiteY84" fmla="*/ 541735 h 1193968"/>
                <a:gd name="connsiteX85" fmla="*/ 2159256 w 2704120"/>
                <a:gd name="connsiteY85" fmla="*/ 424334 h 1193968"/>
                <a:gd name="connsiteX86" fmla="*/ 1955150 w 2704120"/>
                <a:gd name="connsiteY86" fmla="*/ 424334 h 1193968"/>
                <a:gd name="connsiteX87" fmla="*/ 1913712 w 2704120"/>
                <a:gd name="connsiteY87" fmla="*/ 541735 h 1193968"/>
                <a:gd name="connsiteX88" fmla="*/ 1794776 w 2704120"/>
                <a:gd name="connsiteY88" fmla="*/ 541735 h 1193968"/>
                <a:gd name="connsiteX89" fmla="*/ 1991211 w 2704120"/>
                <a:gd name="connsiteY89" fmla="*/ 4605 h 1193968"/>
                <a:gd name="connsiteX90" fmla="*/ 2127811 w 2704120"/>
                <a:gd name="connsiteY90" fmla="*/ 331485 h 1193968"/>
                <a:gd name="connsiteX91" fmla="*/ 2056453 w 2704120"/>
                <a:gd name="connsiteY91" fmla="*/ 127379 h 1193968"/>
                <a:gd name="connsiteX92" fmla="*/ 1985843 w 2704120"/>
                <a:gd name="connsiteY92" fmla="*/ 331485 h 1193968"/>
                <a:gd name="connsiteX93" fmla="*/ 2127811 w 2704120"/>
                <a:gd name="connsiteY93" fmla="*/ 331485 h 1193968"/>
                <a:gd name="connsiteX94" fmla="*/ 1862306 w 2704120"/>
                <a:gd name="connsiteY94" fmla="*/ 4605 h 1193968"/>
                <a:gd name="connsiteX95" fmla="*/ 1862306 w 2704120"/>
                <a:gd name="connsiteY95" fmla="*/ 103590 h 1193968"/>
                <a:gd name="connsiteX96" fmla="*/ 1707305 w 2704120"/>
                <a:gd name="connsiteY96" fmla="*/ 103590 h 1193968"/>
                <a:gd name="connsiteX97" fmla="*/ 1707305 w 2704120"/>
                <a:gd name="connsiteY97" fmla="*/ 541735 h 1193968"/>
                <a:gd name="connsiteX98" fmla="*/ 1592206 w 2704120"/>
                <a:gd name="connsiteY98" fmla="*/ 541735 h 1193968"/>
                <a:gd name="connsiteX99" fmla="*/ 1592206 w 2704120"/>
                <a:gd name="connsiteY99" fmla="*/ 103590 h 1193968"/>
                <a:gd name="connsiteX100" fmla="*/ 1437204 w 2704120"/>
                <a:gd name="connsiteY100" fmla="*/ 103590 h 1193968"/>
                <a:gd name="connsiteX101" fmla="*/ 1437204 w 2704120"/>
                <a:gd name="connsiteY101" fmla="*/ 4605 h 1193968"/>
                <a:gd name="connsiteX102" fmla="*/ 1862306 w 2704120"/>
                <a:gd name="connsiteY102" fmla="*/ 4605 h 1193968"/>
                <a:gd name="connsiteX103" fmla="*/ 1390393 w 2704120"/>
                <a:gd name="connsiteY103" fmla="*/ 4605 h 1193968"/>
                <a:gd name="connsiteX104" fmla="*/ 1390393 w 2704120"/>
                <a:gd name="connsiteY104" fmla="*/ 541735 h 1193968"/>
                <a:gd name="connsiteX105" fmla="*/ 1275300 w 2704120"/>
                <a:gd name="connsiteY105" fmla="*/ 541735 h 1193968"/>
                <a:gd name="connsiteX106" fmla="*/ 1275300 w 2704120"/>
                <a:gd name="connsiteY106" fmla="*/ 4605 h 1193968"/>
                <a:gd name="connsiteX107" fmla="*/ 1390393 w 2704120"/>
                <a:gd name="connsiteY107" fmla="*/ 4605 h 1193968"/>
                <a:gd name="connsiteX108" fmla="*/ 817590 w 2704120"/>
                <a:gd name="connsiteY108" fmla="*/ 33763 h 1193968"/>
                <a:gd name="connsiteX109" fmla="*/ 959161 w 2704120"/>
                <a:gd name="connsiteY109" fmla="*/ 0 h 1193968"/>
                <a:gd name="connsiteX110" fmla="*/ 1073488 w 2704120"/>
                <a:gd name="connsiteY110" fmla="*/ 24557 h 1193968"/>
                <a:gd name="connsiteX111" fmla="*/ 1155210 w 2704120"/>
                <a:gd name="connsiteY111" fmla="*/ 93617 h 1193968"/>
                <a:gd name="connsiteX112" fmla="*/ 1193191 w 2704120"/>
                <a:gd name="connsiteY112" fmla="*/ 195672 h 1193968"/>
                <a:gd name="connsiteX113" fmla="*/ 1079628 w 2704120"/>
                <a:gd name="connsiteY113" fmla="*/ 195672 h 1193968"/>
                <a:gd name="connsiteX114" fmla="*/ 1036655 w 2704120"/>
                <a:gd name="connsiteY114" fmla="*/ 123923 h 1193968"/>
                <a:gd name="connsiteX115" fmla="*/ 956086 w 2704120"/>
                <a:gd name="connsiteY115" fmla="*/ 97455 h 1193968"/>
                <a:gd name="connsiteX116" fmla="*/ 878588 w 2704120"/>
                <a:gd name="connsiteY116" fmla="*/ 119704 h 1193968"/>
                <a:gd name="connsiteX117" fmla="*/ 827944 w 2704120"/>
                <a:gd name="connsiteY117" fmla="*/ 181856 h 1193968"/>
                <a:gd name="connsiteX118" fmla="*/ 810295 w 2704120"/>
                <a:gd name="connsiteY118" fmla="*/ 273170 h 1193968"/>
                <a:gd name="connsiteX119" fmla="*/ 849044 w 2704120"/>
                <a:gd name="connsiteY119" fmla="*/ 400545 h 1193968"/>
                <a:gd name="connsiteX120" fmla="*/ 956086 w 2704120"/>
                <a:gd name="connsiteY120" fmla="*/ 448886 h 1193968"/>
                <a:gd name="connsiteX121" fmla="*/ 1044330 w 2704120"/>
                <a:gd name="connsiteY121" fmla="*/ 421650 h 1193968"/>
                <a:gd name="connsiteX122" fmla="*/ 1090374 w 2704120"/>
                <a:gd name="connsiteY122" fmla="*/ 341463 h 1193968"/>
                <a:gd name="connsiteX123" fmla="*/ 1090374 w 2704120"/>
                <a:gd name="connsiteY123" fmla="*/ 334555 h 1193968"/>
                <a:gd name="connsiteX124" fmla="*/ 956854 w 2704120"/>
                <a:gd name="connsiteY124" fmla="*/ 334555 h 1193968"/>
                <a:gd name="connsiteX125" fmla="*/ 956854 w 2704120"/>
                <a:gd name="connsiteY125" fmla="*/ 243246 h 1193968"/>
                <a:gd name="connsiteX126" fmla="*/ 1197029 w 2704120"/>
                <a:gd name="connsiteY126" fmla="*/ 243246 h 1193968"/>
                <a:gd name="connsiteX127" fmla="*/ 1197029 w 2704120"/>
                <a:gd name="connsiteY127" fmla="*/ 541735 h 1193968"/>
                <a:gd name="connsiteX128" fmla="*/ 1117228 w 2704120"/>
                <a:gd name="connsiteY128" fmla="*/ 541735 h 1193968"/>
                <a:gd name="connsiteX129" fmla="*/ 1104947 w 2704120"/>
                <a:gd name="connsiteY129" fmla="*/ 474978 h 1193968"/>
                <a:gd name="connsiteX130" fmla="*/ 1041265 w 2704120"/>
                <a:gd name="connsiteY130" fmla="*/ 526389 h 1193968"/>
                <a:gd name="connsiteX131" fmla="*/ 948416 w 2704120"/>
                <a:gd name="connsiteY131" fmla="*/ 546341 h 1193968"/>
                <a:gd name="connsiteX132" fmla="*/ 814514 w 2704120"/>
                <a:gd name="connsiteY132" fmla="*/ 512578 h 1193968"/>
                <a:gd name="connsiteX133" fmla="*/ 724740 w 2704120"/>
                <a:gd name="connsiteY133" fmla="*/ 416663 h 1193968"/>
                <a:gd name="connsiteX134" fmla="*/ 692899 w 2704120"/>
                <a:gd name="connsiteY134" fmla="*/ 273170 h 1193968"/>
                <a:gd name="connsiteX135" fmla="*/ 725126 w 2704120"/>
                <a:gd name="connsiteY135" fmla="*/ 129296 h 1193968"/>
                <a:gd name="connsiteX136" fmla="*/ 817590 w 2704120"/>
                <a:gd name="connsiteY136" fmla="*/ 33763 h 1193968"/>
                <a:gd name="connsiteX137" fmla="*/ 633044 w 2704120"/>
                <a:gd name="connsiteY137" fmla="*/ 4605 h 1193968"/>
                <a:gd name="connsiteX138" fmla="*/ 633044 w 2704120"/>
                <a:gd name="connsiteY138" fmla="*/ 541735 h 1193968"/>
                <a:gd name="connsiteX139" fmla="*/ 517946 w 2704120"/>
                <a:gd name="connsiteY139" fmla="*/ 541735 h 1193968"/>
                <a:gd name="connsiteX140" fmla="*/ 517946 w 2704120"/>
                <a:gd name="connsiteY140" fmla="*/ 4605 h 1193968"/>
                <a:gd name="connsiteX141" fmla="*/ 633044 w 2704120"/>
                <a:gd name="connsiteY141" fmla="*/ 4605 h 1193968"/>
                <a:gd name="connsiteX142" fmla="*/ 186466 w 2704120"/>
                <a:gd name="connsiteY142" fmla="*/ 4605 h 1193968"/>
                <a:gd name="connsiteX143" fmla="*/ 328806 w 2704120"/>
                <a:gd name="connsiteY143" fmla="*/ 38754 h 1193968"/>
                <a:gd name="connsiteX144" fmla="*/ 423948 w 2704120"/>
                <a:gd name="connsiteY144" fmla="*/ 133901 h 1193968"/>
                <a:gd name="connsiteX145" fmla="*/ 457329 w 2704120"/>
                <a:gd name="connsiteY145" fmla="*/ 273170 h 1193968"/>
                <a:gd name="connsiteX146" fmla="*/ 423948 w 2704120"/>
                <a:gd name="connsiteY146" fmla="*/ 412439 h 1193968"/>
                <a:gd name="connsiteX147" fmla="*/ 328806 w 2704120"/>
                <a:gd name="connsiteY147" fmla="*/ 507586 h 1193968"/>
                <a:gd name="connsiteX148" fmla="*/ 186466 w 2704120"/>
                <a:gd name="connsiteY148" fmla="*/ 541735 h 1193968"/>
                <a:gd name="connsiteX149" fmla="*/ 0 w 2704120"/>
                <a:gd name="connsiteY149" fmla="*/ 541735 h 1193968"/>
                <a:gd name="connsiteX150" fmla="*/ 0 w 2704120"/>
                <a:gd name="connsiteY150" fmla="*/ 4605 h 1193968"/>
                <a:gd name="connsiteX151" fmla="*/ 186466 w 2704120"/>
                <a:gd name="connsiteY151" fmla="*/ 4605 h 1193968"/>
                <a:gd name="connsiteX152" fmla="*/ 299644 w 2704120"/>
                <a:gd name="connsiteY152" fmla="*/ 398628 h 1193968"/>
                <a:gd name="connsiteX153" fmla="*/ 339928 w 2704120"/>
                <a:gd name="connsiteY153" fmla="*/ 273170 h 1193968"/>
                <a:gd name="connsiteX154" fmla="*/ 299644 w 2704120"/>
                <a:gd name="connsiteY154" fmla="*/ 147712 h 1193968"/>
                <a:gd name="connsiteX155" fmla="*/ 186466 w 2704120"/>
                <a:gd name="connsiteY155" fmla="*/ 100520 h 1193968"/>
                <a:gd name="connsiteX156" fmla="*/ 115098 w 2704120"/>
                <a:gd name="connsiteY156" fmla="*/ 100520 h 1193968"/>
                <a:gd name="connsiteX157" fmla="*/ 115098 w 2704120"/>
                <a:gd name="connsiteY157" fmla="*/ 445816 h 1193968"/>
                <a:gd name="connsiteX158" fmla="*/ 186466 w 2704120"/>
                <a:gd name="connsiteY158" fmla="*/ 445816 h 1193968"/>
                <a:gd name="connsiteX159" fmla="*/ 299644 w 2704120"/>
                <a:gd name="connsiteY159" fmla="*/ 398628 h 1193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</a:cxnLst>
              <a:rect l="l" t="t" r="r" b="b"/>
              <a:pathLst>
                <a:path w="2704120" h="1193968">
                  <a:moveTo>
                    <a:pt x="2274092" y="656839"/>
                  </a:moveTo>
                  <a:lnTo>
                    <a:pt x="2394573" y="877063"/>
                  </a:lnTo>
                  <a:lnTo>
                    <a:pt x="2521145" y="656839"/>
                  </a:lnTo>
                  <a:lnTo>
                    <a:pt x="2649302" y="656839"/>
                  </a:lnTo>
                  <a:lnTo>
                    <a:pt x="2452115" y="994464"/>
                  </a:lnTo>
                  <a:lnTo>
                    <a:pt x="2452115" y="1193969"/>
                  </a:lnTo>
                  <a:lnTo>
                    <a:pt x="2336982" y="1193969"/>
                  </a:lnTo>
                  <a:lnTo>
                    <a:pt x="2336982" y="994464"/>
                  </a:lnTo>
                  <a:lnTo>
                    <a:pt x="2139794" y="656839"/>
                  </a:lnTo>
                  <a:lnTo>
                    <a:pt x="2274092" y="656839"/>
                  </a:lnTo>
                  <a:close/>
                  <a:moveTo>
                    <a:pt x="2125681" y="656839"/>
                  </a:moveTo>
                  <a:lnTo>
                    <a:pt x="2125681" y="755824"/>
                  </a:lnTo>
                  <a:lnTo>
                    <a:pt x="1970700" y="755824"/>
                  </a:lnTo>
                  <a:lnTo>
                    <a:pt x="1970700" y="1193969"/>
                  </a:lnTo>
                  <a:lnTo>
                    <a:pt x="1855601" y="1193969"/>
                  </a:lnTo>
                  <a:lnTo>
                    <a:pt x="1855601" y="755824"/>
                  </a:lnTo>
                  <a:lnTo>
                    <a:pt x="1700604" y="755824"/>
                  </a:lnTo>
                  <a:lnTo>
                    <a:pt x="1700604" y="656839"/>
                  </a:lnTo>
                  <a:lnTo>
                    <a:pt x="2125681" y="656839"/>
                  </a:lnTo>
                  <a:close/>
                  <a:moveTo>
                    <a:pt x="1564797" y="656839"/>
                  </a:moveTo>
                  <a:lnTo>
                    <a:pt x="1449703" y="656839"/>
                  </a:lnTo>
                  <a:lnTo>
                    <a:pt x="1449703" y="1193969"/>
                  </a:lnTo>
                  <a:lnTo>
                    <a:pt x="1793538" y="1193969"/>
                  </a:lnTo>
                  <a:lnTo>
                    <a:pt x="1793538" y="1094984"/>
                  </a:lnTo>
                  <a:lnTo>
                    <a:pt x="1564797" y="1094984"/>
                  </a:lnTo>
                  <a:lnTo>
                    <a:pt x="1564797" y="656839"/>
                  </a:lnTo>
                  <a:close/>
                  <a:moveTo>
                    <a:pt x="1080603" y="656839"/>
                  </a:moveTo>
                  <a:lnTo>
                    <a:pt x="1218724" y="656839"/>
                  </a:lnTo>
                  <a:lnTo>
                    <a:pt x="1413623" y="1193969"/>
                  </a:lnTo>
                  <a:lnTo>
                    <a:pt x="1290087" y="1193969"/>
                  </a:lnTo>
                  <a:lnTo>
                    <a:pt x="1248648" y="1076567"/>
                  </a:lnTo>
                  <a:lnTo>
                    <a:pt x="1044543" y="1076567"/>
                  </a:lnTo>
                  <a:lnTo>
                    <a:pt x="1003105" y="1193969"/>
                  </a:lnTo>
                  <a:lnTo>
                    <a:pt x="884169" y="1193969"/>
                  </a:lnTo>
                  <a:lnTo>
                    <a:pt x="1080603" y="656839"/>
                  </a:lnTo>
                  <a:close/>
                  <a:moveTo>
                    <a:pt x="1217189" y="983723"/>
                  </a:moveTo>
                  <a:lnTo>
                    <a:pt x="1145826" y="779613"/>
                  </a:lnTo>
                  <a:lnTo>
                    <a:pt x="1075235" y="983723"/>
                  </a:lnTo>
                  <a:lnTo>
                    <a:pt x="1217189" y="983723"/>
                  </a:lnTo>
                  <a:close/>
                  <a:moveTo>
                    <a:pt x="844830" y="656839"/>
                  </a:moveTo>
                  <a:lnTo>
                    <a:pt x="844830" y="755824"/>
                  </a:lnTo>
                  <a:lnTo>
                    <a:pt x="599287" y="755824"/>
                  </a:lnTo>
                  <a:lnTo>
                    <a:pt x="599287" y="876295"/>
                  </a:lnTo>
                  <a:lnTo>
                    <a:pt x="798792" y="876295"/>
                  </a:lnTo>
                  <a:lnTo>
                    <a:pt x="798792" y="970675"/>
                  </a:lnTo>
                  <a:lnTo>
                    <a:pt x="599287" y="970675"/>
                  </a:lnTo>
                  <a:lnTo>
                    <a:pt x="599287" y="1094984"/>
                  </a:lnTo>
                  <a:lnTo>
                    <a:pt x="853273" y="1094984"/>
                  </a:lnTo>
                  <a:lnTo>
                    <a:pt x="853273" y="1193969"/>
                  </a:lnTo>
                  <a:lnTo>
                    <a:pt x="484188" y="1193969"/>
                  </a:lnTo>
                  <a:lnTo>
                    <a:pt x="484188" y="656839"/>
                  </a:lnTo>
                  <a:lnTo>
                    <a:pt x="844830" y="656839"/>
                  </a:lnTo>
                  <a:close/>
                  <a:moveTo>
                    <a:pt x="321898" y="678707"/>
                  </a:moveTo>
                  <a:cubicBezTo>
                    <a:pt x="351822" y="693290"/>
                    <a:pt x="374968" y="714133"/>
                    <a:pt x="391339" y="741245"/>
                  </a:cubicBezTo>
                  <a:cubicBezTo>
                    <a:pt x="407710" y="768357"/>
                    <a:pt x="415891" y="799817"/>
                    <a:pt x="415891" y="835630"/>
                  </a:cubicBezTo>
                  <a:cubicBezTo>
                    <a:pt x="415891" y="869897"/>
                    <a:pt x="407710" y="900208"/>
                    <a:pt x="391339" y="926553"/>
                  </a:cubicBezTo>
                  <a:cubicBezTo>
                    <a:pt x="374968" y="952902"/>
                    <a:pt x="352461" y="972977"/>
                    <a:pt x="323814" y="986788"/>
                  </a:cubicBezTo>
                  <a:lnTo>
                    <a:pt x="429702" y="1193969"/>
                  </a:lnTo>
                  <a:lnTo>
                    <a:pt x="302327" y="1193969"/>
                  </a:lnTo>
                  <a:lnTo>
                    <a:pt x="212548" y="1013648"/>
                  </a:lnTo>
                  <a:lnTo>
                    <a:pt x="115098" y="1013648"/>
                  </a:lnTo>
                  <a:lnTo>
                    <a:pt x="115098" y="1193969"/>
                  </a:lnTo>
                  <a:lnTo>
                    <a:pt x="0" y="1193969"/>
                  </a:lnTo>
                  <a:lnTo>
                    <a:pt x="0" y="656839"/>
                  </a:lnTo>
                  <a:lnTo>
                    <a:pt x="218689" y="656839"/>
                  </a:lnTo>
                  <a:cubicBezTo>
                    <a:pt x="257567" y="656839"/>
                    <a:pt x="291973" y="664128"/>
                    <a:pt x="321898" y="678707"/>
                  </a:cubicBezTo>
                  <a:close/>
                  <a:moveTo>
                    <a:pt x="209483" y="917728"/>
                  </a:moveTo>
                  <a:cubicBezTo>
                    <a:pt x="236595" y="917728"/>
                    <a:pt x="258206" y="910315"/>
                    <a:pt x="274319" y="895479"/>
                  </a:cubicBezTo>
                  <a:cubicBezTo>
                    <a:pt x="290438" y="880643"/>
                    <a:pt x="298495" y="860691"/>
                    <a:pt x="298495" y="835630"/>
                  </a:cubicBezTo>
                  <a:cubicBezTo>
                    <a:pt x="298495" y="810048"/>
                    <a:pt x="290438" y="789844"/>
                    <a:pt x="274319" y="775008"/>
                  </a:cubicBezTo>
                  <a:cubicBezTo>
                    <a:pt x="258206" y="760172"/>
                    <a:pt x="236595" y="752753"/>
                    <a:pt x="209483" y="752753"/>
                  </a:cubicBezTo>
                  <a:lnTo>
                    <a:pt x="115098" y="752753"/>
                  </a:lnTo>
                  <a:lnTo>
                    <a:pt x="115098" y="917728"/>
                  </a:lnTo>
                  <a:lnTo>
                    <a:pt x="209483" y="917728"/>
                  </a:lnTo>
                  <a:close/>
                  <a:moveTo>
                    <a:pt x="2475389" y="442750"/>
                  </a:moveTo>
                  <a:lnTo>
                    <a:pt x="2475389" y="4605"/>
                  </a:lnTo>
                  <a:lnTo>
                    <a:pt x="2360306" y="4605"/>
                  </a:lnTo>
                  <a:lnTo>
                    <a:pt x="2360306" y="541735"/>
                  </a:lnTo>
                  <a:lnTo>
                    <a:pt x="2704120" y="541735"/>
                  </a:lnTo>
                  <a:lnTo>
                    <a:pt x="2704120" y="442750"/>
                  </a:lnTo>
                  <a:lnTo>
                    <a:pt x="2475389" y="442750"/>
                  </a:lnTo>
                  <a:close/>
                  <a:moveTo>
                    <a:pt x="1991211" y="4605"/>
                  </a:moveTo>
                  <a:lnTo>
                    <a:pt x="2129346" y="4605"/>
                  </a:lnTo>
                  <a:lnTo>
                    <a:pt x="2324255" y="541735"/>
                  </a:lnTo>
                  <a:lnTo>
                    <a:pt x="2200704" y="541735"/>
                  </a:lnTo>
                  <a:lnTo>
                    <a:pt x="2159256" y="424334"/>
                  </a:lnTo>
                  <a:lnTo>
                    <a:pt x="1955150" y="424334"/>
                  </a:lnTo>
                  <a:lnTo>
                    <a:pt x="1913712" y="541735"/>
                  </a:lnTo>
                  <a:lnTo>
                    <a:pt x="1794776" y="541735"/>
                  </a:lnTo>
                  <a:lnTo>
                    <a:pt x="1991211" y="4605"/>
                  </a:lnTo>
                  <a:close/>
                  <a:moveTo>
                    <a:pt x="2127811" y="331485"/>
                  </a:moveTo>
                  <a:lnTo>
                    <a:pt x="2056453" y="127379"/>
                  </a:lnTo>
                  <a:lnTo>
                    <a:pt x="1985843" y="331485"/>
                  </a:lnTo>
                  <a:lnTo>
                    <a:pt x="2127811" y="331485"/>
                  </a:lnTo>
                  <a:close/>
                  <a:moveTo>
                    <a:pt x="1862306" y="4605"/>
                  </a:moveTo>
                  <a:lnTo>
                    <a:pt x="1862306" y="103590"/>
                  </a:lnTo>
                  <a:lnTo>
                    <a:pt x="1707305" y="103590"/>
                  </a:lnTo>
                  <a:lnTo>
                    <a:pt x="1707305" y="541735"/>
                  </a:lnTo>
                  <a:lnTo>
                    <a:pt x="1592206" y="541735"/>
                  </a:lnTo>
                  <a:lnTo>
                    <a:pt x="1592206" y="103590"/>
                  </a:lnTo>
                  <a:lnTo>
                    <a:pt x="1437204" y="103590"/>
                  </a:lnTo>
                  <a:lnTo>
                    <a:pt x="1437204" y="4605"/>
                  </a:lnTo>
                  <a:lnTo>
                    <a:pt x="1862306" y="4605"/>
                  </a:lnTo>
                  <a:close/>
                  <a:moveTo>
                    <a:pt x="1390393" y="4605"/>
                  </a:moveTo>
                  <a:lnTo>
                    <a:pt x="1390393" y="541735"/>
                  </a:lnTo>
                  <a:lnTo>
                    <a:pt x="1275300" y="541735"/>
                  </a:lnTo>
                  <a:lnTo>
                    <a:pt x="1275300" y="4605"/>
                  </a:lnTo>
                  <a:lnTo>
                    <a:pt x="1390393" y="4605"/>
                  </a:lnTo>
                  <a:close/>
                  <a:moveTo>
                    <a:pt x="817590" y="33763"/>
                  </a:moveTo>
                  <a:cubicBezTo>
                    <a:pt x="857740" y="11256"/>
                    <a:pt x="904932" y="0"/>
                    <a:pt x="959161" y="0"/>
                  </a:cubicBezTo>
                  <a:cubicBezTo>
                    <a:pt x="1001620" y="0"/>
                    <a:pt x="1039730" y="8186"/>
                    <a:pt x="1073488" y="24557"/>
                  </a:cubicBezTo>
                  <a:cubicBezTo>
                    <a:pt x="1107255" y="40923"/>
                    <a:pt x="1134491" y="63945"/>
                    <a:pt x="1155210" y="93617"/>
                  </a:cubicBezTo>
                  <a:cubicBezTo>
                    <a:pt x="1175929" y="123284"/>
                    <a:pt x="1188591" y="157304"/>
                    <a:pt x="1193191" y="195672"/>
                  </a:cubicBezTo>
                  <a:lnTo>
                    <a:pt x="1079628" y="195672"/>
                  </a:lnTo>
                  <a:cubicBezTo>
                    <a:pt x="1072462" y="165485"/>
                    <a:pt x="1058146" y="141572"/>
                    <a:pt x="1036655" y="123923"/>
                  </a:cubicBezTo>
                  <a:cubicBezTo>
                    <a:pt x="1015173" y="106274"/>
                    <a:pt x="988318" y="97455"/>
                    <a:pt x="956086" y="97455"/>
                  </a:cubicBezTo>
                  <a:cubicBezTo>
                    <a:pt x="926419" y="97455"/>
                    <a:pt x="900585" y="104868"/>
                    <a:pt x="878588" y="119704"/>
                  </a:cubicBezTo>
                  <a:cubicBezTo>
                    <a:pt x="856591" y="134540"/>
                    <a:pt x="839710" y="155259"/>
                    <a:pt x="827944" y="181856"/>
                  </a:cubicBezTo>
                  <a:cubicBezTo>
                    <a:pt x="816178" y="208458"/>
                    <a:pt x="810295" y="238898"/>
                    <a:pt x="810295" y="273170"/>
                  </a:cubicBezTo>
                  <a:cubicBezTo>
                    <a:pt x="810295" y="325859"/>
                    <a:pt x="823215" y="368317"/>
                    <a:pt x="849044" y="400545"/>
                  </a:cubicBezTo>
                  <a:cubicBezTo>
                    <a:pt x="874879" y="432772"/>
                    <a:pt x="910563" y="448886"/>
                    <a:pt x="956086" y="448886"/>
                  </a:cubicBezTo>
                  <a:cubicBezTo>
                    <a:pt x="989339" y="448886"/>
                    <a:pt x="1018753" y="439809"/>
                    <a:pt x="1044330" y="421650"/>
                  </a:cubicBezTo>
                  <a:cubicBezTo>
                    <a:pt x="1069912" y="403486"/>
                    <a:pt x="1085253" y="376756"/>
                    <a:pt x="1090374" y="341463"/>
                  </a:cubicBezTo>
                  <a:lnTo>
                    <a:pt x="1090374" y="334555"/>
                  </a:lnTo>
                  <a:lnTo>
                    <a:pt x="956854" y="334555"/>
                  </a:lnTo>
                  <a:lnTo>
                    <a:pt x="956854" y="243246"/>
                  </a:lnTo>
                  <a:lnTo>
                    <a:pt x="1197029" y="243246"/>
                  </a:lnTo>
                  <a:lnTo>
                    <a:pt x="1197029" y="541735"/>
                  </a:lnTo>
                  <a:lnTo>
                    <a:pt x="1117228" y="541735"/>
                  </a:lnTo>
                  <a:lnTo>
                    <a:pt x="1104947" y="474978"/>
                  </a:lnTo>
                  <a:cubicBezTo>
                    <a:pt x="1089096" y="495949"/>
                    <a:pt x="1067862" y="513088"/>
                    <a:pt x="1041265" y="526389"/>
                  </a:cubicBezTo>
                  <a:cubicBezTo>
                    <a:pt x="1014663" y="539690"/>
                    <a:pt x="983713" y="546341"/>
                    <a:pt x="948416" y="546341"/>
                  </a:cubicBezTo>
                  <a:cubicBezTo>
                    <a:pt x="897772" y="546341"/>
                    <a:pt x="853140" y="535085"/>
                    <a:pt x="814514" y="512578"/>
                  </a:cubicBezTo>
                  <a:cubicBezTo>
                    <a:pt x="775894" y="490066"/>
                    <a:pt x="745969" y="458097"/>
                    <a:pt x="724740" y="416663"/>
                  </a:cubicBezTo>
                  <a:cubicBezTo>
                    <a:pt x="703511" y="375225"/>
                    <a:pt x="692899" y="327394"/>
                    <a:pt x="692899" y="273170"/>
                  </a:cubicBezTo>
                  <a:cubicBezTo>
                    <a:pt x="692899" y="218436"/>
                    <a:pt x="703640" y="170476"/>
                    <a:pt x="725126" y="129296"/>
                  </a:cubicBezTo>
                  <a:cubicBezTo>
                    <a:pt x="746608" y="88115"/>
                    <a:pt x="777429" y="56269"/>
                    <a:pt x="817590" y="33763"/>
                  </a:cubicBezTo>
                  <a:close/>
                  <a:moveTo>
                    <a:pt x="633044" y="4605"/>
                  </a:moveTo>
                  <a:lnTo>
                    <a:pt x="633044" y="541735"/>
                  </a:lnTo>
                  <a:lnTo>
                    <a:pt x="517946" y="541735"/>
                  </a:lnTo>
                  <a:lnTo>
                    <a:pt x="517946" y="4605"/>
                  </a:lnTo>
                  <a:lnTo>
                    <a:pt x="633044" y="4605"/>
                  </a:lnTo>
                  <a:close/>
                  <a:moveTo>
                    <a:pt x="186466" y="4605"/>
                  </a:moveTo>
                  <a:cubicBezTo>
                    <a:pt x="240175" y="4605"/>
                    <a:pt x="287620" y="15985"/>
                    <a:pt x="328806" y="38754"/>
                  </a:cubicBezTo>
                  <a:cubicBezTo>
                    <a:pt x="369981" y="61513"/>
                    <a:pt x="401699" y="93231"/>
                    <a:pt x="423948" y="133901"/>
                  </a:cubicBezTo>
                  <a:cubicBezTo>
                    <a:pt x="446207" y="174567"/>
                    <a:pt x="457329" y="220991"/>
                    <a:pt x="457329" y="273170"/>
                  </a:cubicBezTo>
                  <a:cubicBezTo>
                    <a:pt x="457329" y="325349"/>
                    <a:pt x="446207" y="371769"/>
                    <a:pt x="423948" y="412439"/>
                  </a:cubicBezTo>
                  <a:cubicBezTo>
                    <a:pt x="401699" y="453110"/>
                    <a:pt x="369981" y="484822"/>
                    <a:pt x="328806" y="507586"/>
                  </a:cubicBezTo>
                  <a:cubicBezTo>
                    <a:pt x="287620" y="530351"/>
                    <a:pt x="240175" y="541735"/>
                    <a:pt x="186466" y="541735"/>
                  </a:cubicBezTo>
                  <a:lnTo>
                    <a:pt x="0" y="541735"/>
                  </a:lnTo>
                  <a:lnTo>
                    <a:pt x="0" y="4605"/>
                  </a:lnTo>
                  <a:lnTo>
                    <a:pt x="186466" y="4605"/>
                  </a:lnTo>
                  <a:close/>
                  <a:moveTo>
                    <a:pt x="299644" y="398628"/>
                  </a:moveTo>
                  <a:cubicBezTo>
                    <a:pt x="326498" y="367169"/>
                    <a:pt x="339928" y="325349"/>
                    <a:pt x="339928" y="273170"/>
                  </a:cubicBezTo>
                  <a:cubicBezTo>
                    <a:pt x="339928" y="220991"/>
                    <a:pt x="326498" y="179172"/>
                    <a:pt x="299644" y="147712"/>
                  </a:cubicBezTo>
                  <a:cubicBezTo>
                    <a:pt x="272789" y="116252"/>
                    <a:pt x="235060" y="100520"/>
                    <a:pt x="186466" y="100520"/>
                  </a:cubicBezTo>
                  <a:lnTo>
                    <a:pt x="115098" y="100520"/>
                  </a:lnTo>
                  <a:lnTo>
                    <a:pt x="115098" y="445816"/>
                  </a:lnTo>
                  <a:lnTo>
                    <a:pt x="186466" y="445816"/>
                  </a:lnTo>
                  <a:cubicBezTo>
                    <a:pt x="235060" y="445816"/>
                    <a:pt x="272789" y="430088"/>
                    <a:pt x="299644" y="398628"/>
                  </a:cubicBezTo>
                  <a:close/>
                </a:path>
              </a:pathLst>
            </a:custGeom>
            <a:grpFill/>
            <a:ln w="49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>
                <a:latin typeface="Arial" panose="020B0604020202020204" pitchFamily="34" charset="0"/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E393F10-1EFB-EBEF-6FA2-3D611E84A08B}"/>
                </a:ext>
              </a:extLst>
            </p:cNvPr>
            <p:cNvSpPr/>
            <p:nvPr/>
          </p:nvSpPr>
          <p:spPr>
            <a:xfrm>
              <a:off x="3043994" y="-2581296"/>
              <a:ext cx="1782707" cy="1782707"/>
            </a:xfrm>
            <a:custGeom>
              <a:avLst/>
              <a:gdLst>
                <a:gd name="connsiteX0" fmla="*/ 1188472 w 1782707"/>
                <a:gd name="connsiteY0" fmla="*/ 1782708 h 1782707"/>
                <a:gd name="connsiteX1" fmla="*/ 1188472 w 1782707"/>
                <a:gd name="connsiteY1" fmla="*/ 1559870 h 1782707"/>
                <a:gd name="connsiteX2" fmla="*/ 1559870 w 1782707"/>
                <a:gd name="connsiteY2" fmla="*/ 1188472 h 1782707"/>
                <a:gd name="connsiteX3" fmla="*/ 1782708 w 1782707"/>
                <a:gd name="connsiteY3" fmla="*/ 1188472 h 1782707"/>
                <a:gd name="connsiteX4" fmla="*/ 1188472 w 1782707"/>
                <a:gd name="connsiteY4" fmla="*/ 1782708 h 1782707"/>
                <a:gd name="connsiteX5" fmla="*/ 1188472 w 1782707"/>
                <a:gd name="connsiteY5" fmla="*/ 0 h 1782707"/>
                <a:gd name="connsiteX6" fmla="*/ 1188472 w 1782707"/>
                <a:gd name="connsiteY6" fmla="*/ 222839 h 1782707"/>
                <a:gd name="connsiteX7" fmla="*/ 1559870 w 1782707"/>
                <a:gd name="connsiteY7" fmla="*/ 594236 h 1782707"/>
                <a:gd name="connsiteX8" fmla="*/ 1782708 w 1782707"/>
                <a:gd name="connsiteY8" fmla="*/ 594236 h 1782707"/>
                <a:gd name="connsiteX9" fmla="*/ 1188472 w 1782707"/>
                <a:gd name="connsiteY9" fmla="*/ 0 h 1782707"/>
                <a:gd name="connsiteX10" fmla="*/ 594236 w 1782707"/>
                <a:gd name="connsiteY10" fmla="*/ 1559870 h 1782707"/>
                <a:gd name="connsiteX11" fmla="*/ 222839 w 1782707"/>
                <a:gd name="connsiteY11" fmla="*/ 1559870 h 1782707"/>
                <a:gd name="connsiteX12" fmla="*/ 222839 w 1782707"/>
                <a:gd name="connsiteY12" fmla="*/ 1188472 h 1782707"/>
                <a:gd name="connsiteX13" fmla="*/ 0 w 1782707"/>
                <a:gd name="connsiteY13" fmla="*/ 1188472 h 1782707"/>
                <a:gd name="connsiteX14" fmla="*/ 0 w 1782707"/>
                <a:gd name="connsiteY14" fmla="*/ 1782708 h 1782707"/>
                <a:gd name="connsiteX15" fmla="*/ 594236 w 1782707"/>
                <a:gd name="connsiteY15" fmla="*/ 1782708 h 1782707"/>
                <a:gd name="connsiteX16" fmla="*/ 594236 w 1782707"/>
                <a:gd name="connsiteY16" fmla="*/ 1559870 h 1782707"/>
                <a:gd name="connsiteX17" fmla="*/ 222839 w 1782707"/>
                <a:gd name="connsiteY17" fmla="*/ 222839 h 1782707"/>
                <a:gd name="connsiteX18" fmla="*/ 594236 w 1782707"/>
                <a:gd name="connsiteY18" fmla="*/ 222839 h 1782707"/>
                <a:gd name="connsiteX19" fmla="*/ 594236 w 1782707"/>
                <a:gd name="connsiteY19" fmla="*/ 0 h 1782707"/>
                <a:gd name="connsiteX20" fmla="*/ 0 w 1782707"/>
                <a:gd name="connsiteY20" fmla="*/ 0 h 1782707"/>
                <a:gd name="connsiteX21" fmla="*/ 0 w 1782707"/>
                <a:gd name="connsiteY21" fmla="*/ 594236 h 1782707"/>
                <a:gd name="connsiteX22" fmla="*/ 222839 w 1782707"/>
                <a:gd name="connsiteY22" fmla="*/ 594236 h 1782707"/>
                <a:gd name="connsiteX23" fmla="*/ 222839 w 1782707"/>
                <a:gd name="connsiteY23" fmla="*/ 222839 h 17827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782707" h="1782707">
                  <a:moveTo>
                    <a:pt x="1188472" y="1782708"/>
                  </a:moveTo>
                  <a:lnTo>
                    <a:pt x="1188472" y="1559870"/>
                  </a:lnTo>
                  <a:cubicBezTo>
                    <a:pt x="1393261" y="1559870"/>
                    <a:pt x="1559870" y="1393261"/>
                    <a:pt x="1559870" y="1188472"/>
                  </a:cubicBezTo>
                  <a:lnTo>
                    <a:pt x="1782708" y="1188472"/>
                  </a:lnTo>
                  <a:cubicBezTo>
                    <a:pt x="1782708" y="1516134"/>
                    <a:pt x="1516134" y="1782708"/>
                    <a:pt x="1188472" y="1782708"/>
                  </a:cubicBezTo>
                  <a:close/>
                  <a:moveTo>
                    <a:pt x="1188472" y="0"/>
                  </a:moveTo>
                  <a:lnTo>
                    <a:pt x="1188472" y="222839"/>
                  </a:lnTo>
                  <a:cubicBezTo>
                    <a:pt x="1393261" y="222839"/>
                    <a:pt x="1559870" y="389447"/>
                    <a:pt x="1559870" y="594236"/>
                  </a:cubicBezTo>
                  <a:lnTo>
                    <a:pt x="1782708" y="594236"/>
                  </a:lnTo>
                  <a:cubicBezTo>
                    <a:pt x="1782708" y="266574"/>
                    <a:pt x="1516134" y="0"/>
                    <a:pt x="1188472" y="0"/>
                  </a:cubicBezTo>
                  <a:close/>
                  <a:moveTo>
                    <a:pt x="594236" y="1559870"/>
                  </a:moveTo>
                  <a:lnTo>
                    <a:pt x="222839" y="1559870"/>
                  </a:lnTo>
                  <a:lnTo>
                    <a:pt x="222839" y="1188472"/>
                  </a:lnTo>
                  <a:lnTo>
                    <a:pt x="0" y="1188472"/>
                  </a:lnTo>
                  <a:lnTo>
                    <a:pt x="0" y="1782708"/>
                  </a:lnTo>
                  <a:lnTo>
                    <a:pt x="594236" y="1782708"/>
                  </a:lnTo>
                  <a:lnTo>
                    <a:pt x="594236" y="1559870"/>
                  </a:lnTo>
                  <a:close/>
                  <a:moveTo>
                    <a:pt x="222839" y="222839"/>
                  </a:moveTo>
                  <a:lnTo>
                    <a:pt x="594236" y="222839"/>
                  </a:lnTo>
                  <a:lnTo>
                    <a:pt x="594236" y="0"/>
                  </a:lnTo>
                  <a:lnTo>
                    <a:pt x="0" y="0"/>
                  </a:lnTo>
                  <a:lnTo>
                    <a:pt x="0" y="594236"/>
                  </a:lnTo>
                  <a:lnTo>
                    <a:pt x="222839" y="594236"/>
                  </a:lnTo>
                  <a:lnTo>
                    <a:pt x="222839" y="222839"/>
                  </a:lnTo>
                  <a:close/>
                </a:path>
              </a:pathLst>
            </a:custGeom>
            <a:grpFill/>
            <a:ln w="49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>
                <a:latin typeface="Arial" panose="020B0604020202020204" pitchFamily="34" charset="0"/>
              </a:endParaRPr>
            </a:p>
          </p:txBody>
        </p:sp>
      </p:grp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B6FB5B9E-BABA-35EB-54E1-58B21B0F8A81}"/>
              </a:ext>
            </a:extLst>
          </p:cNvPr>
          <p:cNvSpPr/>
          <p:nvPr/>
        </p:nvSpPr>
        <p:spPr>
          <a:xfrm>
            <a:off x="511251" y="508000"/>
            <a:ext cx="550800" cy="550800"/>
          </a:xfrm>
          <a:custGeom>
            <a:avLst/>
            <a:gdLst>
              <a:gd name="connsiteX0" fmla="*/ 355196 w 947568"/>
              <a:gd name="connsiteY0" fmla="*/ 355196 h 947568"/>
              <a:gd name="connsiteX1" fmla="*/ 947568 w 947568"/>
              <a:gd name="connsiteY1" fmla="*/ 355196 h 947568"/>
              <a:gd name="connsiteX2" fmla="*/ 947568 w 947568"/>
              <a:gd name="connsiteY2" fmla="*/ 0 h 947568"/>
              <a:gd name="connsiteX3" fmla="*/ 0 w 947568"/>
              <a:gd name="connsiteY3" fmla="*/ 0 h 947568"/>
              <a:gd name="connsiteX4" fmla="*/ 0 w 947568"/>
              <a:gd name="connsiteY4" fmla="*/ 947568 h 947568"/>
              <a:gd name="connsiteX5" fmla="*/ 355196 w 947568"/>
              <a:gd name="connsiteY5" fmla="*/ 947568 h 947568"/>
              <a:gd name="connsiteX6" fmla="*/ 355196 w 947568"/>
              <a:gd name="connsiteY6" fmla="*/ 355196 h 947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47568" h="947568">
                <a:moveTo>
                  <a:pt x="355196" y="355196"/>
                </a:moveTo>
                <a:lnTo>
                  <a:pt x="947568" y="355196"/>
                </a:lnTo>
                <a:lnTo>
                  <a:pt x="947568" y="0"/>
                </a:lnTo>
                <a:lnTo>
                  <a:pt x="0" y="0"/>
                </a:lnTo>
                <a:lnTo>
                  <a:pt x="0" y="947568"/>
                </a:lnTo>
                <a:lnTo>
                  <a:pt x="355196" y="947568"/>
                </a:lnTo>
                <a:lnTo>
                  <a:pt x="355196" y="355196"/>
                </a:lnTo>
                <a:close/>
              </a:path>
            </a:pathLst>
          </a:custGeom>
          <a:solidFill>
            <a:schemeClr val="bg1"/>
          </a:solidFill>
          <a:ln w="28289" cap="flat">
            <a:noFill/>
            <a:prstDash val="solid"/>
            <a:miter/>
          </a:ln>
        </p:spPr>
        <p:txBody>
          <a:bodyPr rtlCol="0" anchor="ctr"/>
          <a:lstStyle/>
          <a:p>
            <a:endParaRPr lang="en-GB">
              <a:latin typeface="Arial" panose="020B0604020202020204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D22CF59-A180-C5CC-E474-5FA5D89576C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02425" y="2454275"/>
            <a:ext cx="5394960" cy="883846"/>
          </a:xfrm>
          <a:prstGeom prst="rect">
            <a:avLst/>
          </a:prstGeom>
          <a:noFill/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to add text </a:t>
            </a:r>
            <a:endParaRPr lang="en-GB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B79602C0-9528-07D7-2D63-425E5956D97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85800" y="3888647"/>
            <a:ext cx="5409765" cy="4873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accent4"/>
                </a:solidFill>
                <a:latin typeface="Arial" panose="020B0604020202020204" pitchFamily="34" charset="0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>
                <a:latin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>
                <a:latin typeface="Arial" panose="020B0604020202020204" pitchFamily="34" charset="0"/>
              </a:defRPr>
            </a:lvl3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0E8AE936-9642-0D6C-B34C-432924C967AB}"/>
              </a:ext>
            </a:extLst>
          </p:cNvPr>
          <p:cNvSpPr/>
          <p:nvPr/>
        </p:nvSpPr>
        <p:spPr>
          <a:xfrm>
            <a:off x="6466720" y="5796481"/>
            <a:ext cx="550321" cy="550320"/>
          </a:xfrm>
          <a:custGeom>
            <a:avLst/>
            <a:gdLst>
              <a:gd name="connsiteX0" fmla="*/ 284 w 947568"/>
              <a:gd name="connsiteY0" fmla="*/ 947284 h 947567"/>
              <a:gd name="connsiteX1" fmla="*/ 284 w 947568"/>
              <a:gd name="connsiteY1" fmla="*/ 592088 h 947567"/>
              <a:gd name="connsiteX2" fmla="*/ 592372 w 947568"/>
              <a:gd name="connsiteY2" fmla="*/ 0 h 947567"/>
              <a:gd name="connsiteX3" fmla="*/ 947568 w 947568"/>
              <a:gd name="connsiteY3" fmla="*/ 0 h 947567"/>
              <a:gd name="connsiteX4" fmla="*/ 0 w 947568"/>
              <a:gd name="connsiteY4" fmla="*/ 947568 h 9475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47568" h="947567">
                <a:moveTo>
                  <a:pt x="284" y="947284"/>
                </a:moveTo>
                <a:lnTo>
                  <a:pt x="284" y="592088"/>
                </a:lnTo>
                <a:cubicBezTo>
                  <a:pt x="326826" y="592088"/>
                  <a:pt x="592372" y="326542"/>
                  <a:pt x="592372" y="0"/>
                </a:cubicBezTo>
                <a:lnTo>
                  <a:pt x="947568" y="0"/>
                </a:lnTo>
                <a:cubicBezTo>
                  <a:pt x="947568" y="522297"/>
                  <a:pt x="522581" y="947568"/>
                  <a:pt x="0" y="947568"/>
                </a:cubicBezTo>
                <a:close/>
              </a:path>
            </a:pathLst>
          </a:custGeom>
          <a:solidFill>
            <a:schemeClr val="bg1"/>
          </a:solidFill>
          <a:ln w="28289" cap="flat">
            <a:noFill/>
            <a:prstDash val="solid"/>
            <a:miter/>
          </a:ln>
        </p:spPr>
        <p:txBody>
          <a:bodyPr rtlCol="0" anchor="ctr"/>
          <a:lstStyle/>
          <a:p>
            <a:endParaRPr lang="en-GB">
              <a:latin typeface="Arial" panose="020B0604020202020204" pitchFamily="34" charset="0"/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5C56BEA5-DEE4-9A8B-FF70-32304A46BB3D}"/>
              </a:ext>
            </a:extLst>
          </p:cNvPr>
          <p:cNvSpPr/>
          <p:nvPr/>
        </p:nvSpPr>
        <p:spPr>
          <a:xfrm>
            <a:off x="6466720" y="508000"/>
            <a:ext cx="550156" cy="550156"/>
          </a:xfrm>
          <a:custGeom>
            <a:avLst/>
            <a:gdLst>
              <a:gd name="connsiteX0" fmla="*/ 0 w 947284"/>
              <a:gd name="connsiteY0" fmla="*/ 0 h 947284"/>
              <a:gd name="connsiteX1" fmla="*/ 0 w 947284"/>
              <a:gd name="connsiteY1" fmla="*/ 355196 h 947284"/>
              <a:gd name="connsiteX2" fmla="*/ 592088 w 947284"/>
              <a:gd name="connsiteY2" fmla="*/ 947284 h 947284"/>
              <a:gd name="connsiteX3" fmla="*/ 947284 w 947284"/>
              <a:gd name="connsiteY3" fmla="*/ 947284 h 947284"/>
              <a:gd name="connsiteX4" fmla="*/ 0 w 947284"/>
              <a:gd name="connsiteY4" fmla="*/ 0 h 947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47284" h="947284">
                <a:moveTo>
                  <a:pt x="0" y="0"/>
                </a:moveTo>
                <a:lnTo>
                  <a:pt x="0" y="355196"/>
                </a:lnTo>
                <a:cubicBezTo>
                  <a:pt x="326542" y="355196"/>
                  <a:pt x="592088" y="620742"/>
                  <a:pt x="592088" y="947284"/>
                </a:cubicBezTo>
                <a:lnTo>
                  <a:pt x="947284" y="947284"/>
                </a:lnTo>
                <a:cubicBezTo>
                  <a:pt x="947568" y="424987"/>
                  <a:pt x="522581" y="0"/>
                  <a:pt x="0" y="0"/>
                </a:cubicBezTo>
                <a:close/>
              </a:path>
            </a:pathLst>
          </a:custGeom>
          <a:solidFill>
            <a:schemeClr val="bg1"/>
          </a:solidFill>
          <a:ln w="28289" cap="flat">
            <a:noFill/>
            <a:prstDash val="solid"/>
            <a:miter/>
          </a:ln>
        </p:spPr>
        <p:txBody>
          <a:bodyPr rtlCol="0" anchor="ctr"/>
          <a:lstStyle/>
          <a:p>
            <a:endParaRPr lang="en-GB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45065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A4A3A4"/>
          </p15:clr>
        </p15:guide>
        <p15:guide id="2" pos="432">
          <p15:clr>
            <a:srgbClr val="A4A3A4"/>
          </p15:clr>
        </p15:guide>
        <p15:guide id="3" orient="horz" pos="1541">
          <p15:clr>
            <a:srgbClr val="A4A3A4"/>
          </p15:clr>
        </p15:guide>
        <p15:guide id="4" orient="horz" pos="2101">
          <p15:clr>
            <a:srgbClr val="A4A3A4"/>
          </p15:clr>
        </p15:guide>
        <p15:guide id="5" orient="horz" pos="2754">
          <p15:clr>
            <a:srgbClr val="A4A3A4"/>
          </p15:clr>
        </p15:guide>
        <p15:guide id="6" orient="horz" pos="2447">
          <p15:clr>
            <a:srgbClr val="A4A3A4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ark Clos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aphic 11">
            <a:extLst>
              <a:ext uri="{FF2B5EF4-FFF2-40B4-BE49-F238E27FC236}">
                <a16:creationId xmlns:a16="http://schemas.microsoft.com/office/drawing/2014/main" id="{8013BD70-8FF7-484E-A1F9-41846B53DE33}"/>
              </a:ext>
            </a:extLst>
          </p:cNvPr>
          <p:cNvGrpSpPr/>
          <p:nvPr/>
        </p:nvGrpSpPr>
        <p:grpSpPr>
          <a:xfrm>
            <a:off x="515403" y="5691853"/>
            <a:ext cx="1862137" cy="658147"/>
            <a:chOff x="3043994" y="-2581296"/>
            <a:chExt cx="5043924" cy="1782707"/>
          </a:xfrm>
          <a:solidFill>
            <a:schemeClr val="bg1"/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0DA3620D-8125-7B0A-7ECD-0A076DA8DC36}"/>
                </a:ext>
              </a:extLst>
            </p:cNvPr>
            <p:cNvSpPr/>
            <p:nvPr/>
          </p:nvSpPr>
          <p:spPr>
            <a:xfrm>
              <a:off x="7939113" y="-1162329"/>
              <a:ext cx="148806" cy="67069"/>
            </a:xfrm>
            <a:custGeom>
              <a:avLst/>
              <a:gdLst>
                <a:gd name="connsiteX0" fmla="*/ 59324 w 148806"/>
                <a:gd name="connsiteY0" fmla="*/ 0 h 67069"/>
                <a:gd name="connsiteX1" fmla="*/ 59324 w 148806"/>
                <a:gd name="connsiteY1" fmla="*/ 8725 h 67069"/>
                <a:gd name="connsiteX2" fmla="*/ 34366 w 148806"/>
                <a:gd name="connsiteY2" fmla="*/ 8725 h 67069"/>
                <a:gd name="connsiteX3" fmla="*/ 34366 w 148806"/>
                <a:gd name="connsiteY3" fmla="*/ 67069 h 67069"/>
                <a:gd name="connsiteX4" fmla="*/ 24909 w 148806"/>
                <a:gd name="connsiteY4" fmla="*/ 67069 h 67069"/>
                <a:gd name="connsiteX5" fmla="*/ 24909 w 148806"/>
                <a:gd name="connsiteY5" fmla="*/ 8725 h 67069"/>
                <a:gd name="connsiteX6" fmla="*/ 0 w 148806"/>
                <a:gd name="connsiteY6" fmla="*/ 8725 h 67069"/>
                <a:gd name="connsiteX7" fmla="*/ 0 w 148806"/>
                <a:gd name="connsiteY7" fmla="*/ 0 h 67069"/>
                <a:gd name="connsiteX8" fmla="*/ 59324 w 148806"/>
                <a:gd name="connsiteY8" fmla="*/ 0 h 67069"/>
                <a:gd name="connsiteX9" fmla="*/ 82004 w 148806"/>
                <a:gd name="connsiteY9" fmla="*/ 0 h 67069"/>
                <a:gd name="connsiteX10" fmla="*/ 108695 w 148806"/>
                <a:gd name="connsiteY10" fmla="*/ 55348 h 67069"/>
                <a:gd name="connsiteX11" fmla="*/ 135634 w 148806"/>
                <a:gd name="connsiteY11" fmla="*/ 0 h 67069"/>
                <a:gd name="connsiteX12" fmla="*/ 148806 w 148806"/>
                <a:gd name="connsiteY12" fmla="*/ 0 h 67069"/>
                <a:gd name="connsiteX13" fmla="*/ 148806 w 148806"/>
                <a:gd name="connsiteY13" fmla="*/ 67069 h 67069"/>
                <a:gd name="connsiteX14" fmla="*/ 139843 w 148806"/>
                <a:gd name="connsiteY14" fmla="*/ 67069 h 67069"/>
                <a:gd name="connsiteX15" fmla="*/ 139843 w 148806"/>
                <a:gd name="connsiteY15" fmla="*/ 10721 h 67069"/>
                <a:gd name="connsiteX16" fmla="*/ 112409 w 148806"/>
                <a:gd name="connsiteY16" fmla="*/ 67069 h 67069"/>
                <a:gd name="connsiteX17" fmla="*/ 104685 w 148806"/>
                <a:gd name="connsiteY17" fmla="*/ 67069 h 67069"/>
                <a:gd name="connsiteX18" fmla="*/ 77795 w 148806"/>
                <a:gd name="connsiteY18" fmla="*/ 10721 h 67069"/>
                <a:gd name="connsiteX19" fmla="*/ 77795 w 148806"/>
                <a:gd name="connsiteY19" fmla="*/ 67069 h 67069"/>
                <a:gd name="connsiteX20" fmla="*/ 69030 w 148806"/>
                <a:gd name="connsiteY20" fmla="*/ 67069 h 67069"/>
                <a:gd name="connsiteX21" fmla="*/ 69030 w 148806"/>
                <a:gd name="connsiteY21" fmla="*/ 0 h 67069"/>
                <a:gd name="connsiteX22" fmla="*/ 82004 w 148806"/>
                <a:gd name="connsiteY22" fmla="*/ 0 h 67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48806" h="67069">
                  <a:moveTo>
                    <a:pt x="59324" y="0"/>
                  </a:moveTo>
                  <a:lnTo>
                    <a:pt x="59324" y="8725"/>
                  </a:lnTo>
                  <a:lnTo>
                    <a:pt x="34366" y="8725"/>
                  </a:lnTo>
                  <a:lnTo>
                    <a:pt x="34366" y="67069"/>
                  </a:lnTo>
                  <a:lnTo>
                    <a:pt x="24909" y="67069"/>
                  </a:lnTo>
                  <a:lnTo>
                    <a:pt x="24909" y="8725"/>
                  </a:lnTo>
                  <a:lnTo>
                    <a:pt x="0" y="8725"/>
                  </a:lnTo>
                  <a:lnTo>
                    <a:pt x="0" y="0"/>
                  </a:lnTo>
                  <a:lnTo>
                    <a:pt x="59324" y="0"/>
                  </a:lnTo>
                  <a:close/>
                  <a:moveTo>
                    <a:pt x="82004" y="0"/>
                  </a:moveTo>
                  <a:lnTo>
                    <a:pt x="108695" y="55348"/>
                  </a:lnTo>
                  <a:lnTo>
                    <a:pt x="135634" y="0"/>
                  </a:lnTo>
                  <a:lnTo>
                    <a:pt x="148806" y="0"/>
                  </a:lnTo>
                  <a:lnTo>
                    <a:pt x="148806" y="67069"/>
                  </a:lnTo>
                  <a:lnTo>
                    <a:pt x="139843" y="67069"/>
                  </a:lnTo>
                  <a:lnTo>
                    <a:pt x="139843" y="10721"/>
                  </a:lnTo>
                  <a:lnTo>
                    <a:pt x="112409" y="67069"/>
                  </a:lnTo>
                  <a:lnTo>
                    <a:pt x="104685" y="67069"/>
                  </a:lnTo>
                  <a:lnTo>
                    <a:pt x="77795" y="10721"/>
                  </a:lnTo>
                  <a:lnTo>
                    <a:pt x="77795" y="67069"/>
                  </a:lnTo>
                  <a:lnTo>
                    <a:pt x="69030" y="67069"/>
                  </a:lnTo>
                  <a:lnTo>
                    <a:pt x="69030" y="0"/>
                  </a:lnTo>
                  <a:lnTo>
                    <a:pt x="82004" y="0"/>
                  </a:lnTo>
                  <a:close/>
                </a:path>
              </a:pathLst>
            </a:custGeom>
            <a:grpFill/>
            <a:ln w="49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>
                <a:latin typeface="Arial" panose="020B0604020202020204" pitchFamily="34" charset="0"/>
              </a:endParaRPr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831B7032-4672-2FEF-F0B7-19263B94EDC5}"/>
                </a:ext>
              </a:extLst>
            </p:cNvPr>
            <p:cNvSpPr/>
            <p:nvPr/>
          </p:nvSpPr>
          <p:spPr>
            <a:xfrm>
              <a:off x="5383799" y="-2289229"/>
              <a:ext cx="2704120" cy="1193968"/>
            </a:xfrm>
            <a:custGeom>
              <a:avLst/>
              <a:gdLst>
                <a:gd name="connsiteX0" fmla="*/ 2274092 w 2704120"/>
                <a:gd name="connsiteY0" fmla="*/ 656839 h 1193968"/>
                <a:gd name="connsiteX1" fmla="*/ 2394573 w 2704120"/>
                <a:gd name="connsiteY1" fmla="*/ 877063 h 1193968"/>
                <a:gd name="connsiteX2" fmla="*/ 2521145 w 2704120"/>
                <a:gd name="connsiteY2" fmla="*/ 656839 h 1193968"/>
                <a:gd name="connsiteX3" fmla="*/ 2649302 w 2704120"/>
                <a:gd name="connsiteY3" fmla="*/ 656839 h 1193968"/>
                <a:gd name="connsiteX4" fmla="*/ 2452115 w 2704120"/>
                <a:gd name="connsiteY4" fmla="*/ 994464 h 1193968"/>
                <a:gd name="connsiteX5" fmla="*/ 2452115 w 2704120"/>
                <a:gd name="connsiteY5" fmla="*/ 1193969 h 1193968"/>
                <a:gd name="connsiteX6" fmla="*/ 2336982 w 2704120"/>
                <a:gd name="connsiteY6" fmla="*/ 1193969 h 1193968"/>
                <a:gd name="connsiteX7" fmla="*/ 2336982 w 2704120"/>
                <a:gd name="connsiteY7" fmla="*/ 994464 h 1193968"/>
                <a:gd name="connsiteX8" fmla="*/ 2139794 w 2704120"/>
                <a:gd name="connsiteY8" fmla="*/ 656839 h 1193968"/>
                <a:gd name="connsiteX9" fmla="*/ 2274092 w 2704120"/>
                <a:gd name="connsiteY9" fmla="*/ 656839 h 1193968"/>
                <a:gd name="connsiteX10" fmla="*/ 2125681 w 2704120"/>
                <a:gd name="connsiteY10" fmla="*/ 656839 h 1193968"/>
                <a:gd name="connsiteX11" fmla="*/ 2125681 w 2704120"/>
                <a:gd name="connsiteY11" fmla="*/ 755824 h 1193968"/>
                <a:gd name="connsiteX12" fmla="*/ 1970700 w 2704120"/>
                <a:gd name="connsiteY12" fmla="*/ 755824 h 1193968"/>
                <a:gd name="connsiteX13" fmla="*/ 1970700 w 2704120"/>
                <a:gd name="connsiteY13" fmla="*/ 1193969 h 1193968"/>
                <a:gd name="connsiteX14" fmla="*/ 1855601 w 2704120"/>
                <a:gd name="connsiteY14" fmla="*/ 1193969 h 1193968"/>
                <a:gd name="connsiteX15" fmla="*/ 1855601 w 2704120"/>
                <a:gd name="connsiteY15" fmla="*/ 755824 h 1193968"/>
                <a:gd name="connsiteX16" fmla="*/ 1700604 w 2704120"/>
                <a:gd name="connsiteY16" fmla="*/ 755824 h 1193968"/>
                <a:gd name="connsiteX17" fmla="*/ 1700604 w 2704120"/>
                <a:gd name="connsiteY17" fmla="*/ 656839 h 1193968"/>
                <a:gd name="connsiteX18" fmla="*/ 2125681 w 2704120"/>
                <a:gd name="connsiteY18" fmla="*/ 656839 h 1193968"/>
                <a:gd name="connsiteX19" fmla="*/ 1564797 w 2704120"/>
                <a:gd name="connsiteY19" fmla="*/ 656839 h 1193968"/>
                <a:gd name="connsiteX20" fmla="*/ 1449703 w 2704120"/>
                <a:gd name="connsiteY20" fmla="*/ 656839 h 1193968"/>
                <a:gd name="connsiteX21" fmla="*/ 1449703 w 2704120"/>
                <a:gd name="connsiteY21" fmla="*/ 1193969 h 1193968"/>
                <a:gd name="connsiteX22" fmla="*/ 1793538 w 2704120"/>
                <a:gd name="connsiteY22" fmla="*/ 1193969 h 1193968"/>
                <a:gd name="connsiteX23" fmla="*/ 1793538 w 2704120"/>
                <a:gd name="connsiteY23" fmla="*/ 1094984 h 1193968"/>
                <a:gd name="connsiteX24" fmla="*/ 1564797 w 2704120"/>
                <a:gd name="connsiteY24" fmla="*/ 1094984 h 1193968"/>
                <a:gd name="connsiteX25" fmla="*/ 1564797 w 2704120"/>
                <a:gd name="connsiteY25" fmla="*/ 656839 h 1193968"/>
                <a:gd name="connsiteX26" fmla="*/ 1080603 w 2704120"/>
                <a:gd name="connsiteY26" fmla="*/ 656839 h 1193968"/>
                <a:gd name="connsiteX27" fmla="*/ 1218724 w 2704120"/>
                <a:gd name="connsiteY27" fmla="*/ 656839 h 1193968"/>
                <a:gd name="connsiteX28" fmla="*/ 1413623 w 2704120"/>
                <a:gd name="connsiteY28" fmla="*/ 1193969 h 1193968"/>
                <a:gd name="connsiteX29" fmla="*/ 1290087 w 2704120"/>
                <a:gd name="connsiteY29" fmla="*/ 1193969 h 1193968"/>
                <a:gd name="connsiteX30" fmla="*/ 1248648 w 2704120"/>
                <a:gd name="connsiteY30" fmla="*/ 1076567 h 1193968"/>
                <a:gd name="connsiteX31" fmla="*/ 1044543 w 2704120"/>
                <a:gd name="connsiteY31" fmla="*/ 1076567 h 1193968"/>
                <a:gd name="connsiteX32" fmla="*/ 1003105 w 2704120"/>
                <a:gd name="connsiteY32" fmla="*/ 1193969 h 1193968"/>
                <a:gd name="connsiteX33" fmla="*/ 884169 w 2704120"/>
                <a:gd name="connsiteY33" fmla="*/ 1193969 h 1193968"/>
                <a:gd name="connsiteX34" fmla="*/ 1080603 w 2704120"/>
                <a:gd name="connsiteY34" fmla="*/ 656839 h 1193968"/>
                <a:gd name="connsiteX35" fmla="*/ 1217189 w 2704120"/>
                <a:gd name="connsiteY35" fmla="*/ 983723 h 1193968"/>
                <a:gd name="connsiteX36" fmla="*/ 1145826 w 2704120"/>
                <a:gd name="connsiteY36" fmla="*/ 779613 h 1193968"/>
                <a:gd name="connsiteX37" fmla="*/ 1075235 w 2704120"/>
                <a:gd name="connsiteY37" fmla="*/ 983723 h 1193968"/>
                <a:gd name="connsiteX38" fmla="*/ 1217189 w 2704120"/>
                <a:gd name="connsiteY38" fmla="*/ 983723 h 1193968"/>
                <a:gd name="connsiteX39" fmla="*/ 844830 w 2704120"/>
                <a:gd name="connsiteY39" fmla="*/ 656839 h 1193968"/>
                <a:gd name="connsiteX40" fmla="*/ 844830 w 2704120"/>
                <a:gd name="connsiteY40" fmla="*/ 755824 h 1193968"/>
                <a:gd name="connsiteX41" fmla="*/ 599287 w 2704120"/>
                <a:gd name="connsiteY41" fmla="*/ 755824 h 1193968"/>
                <a:gd name="connsiteX42" fmla="*/ 599287 w 2704120"/>
                <a:gd name="connsiteY42" fmla="*/ 876295 h 1193968"/>
                <a:gd name="connsiteX43" fmla="*/ 798792 w 2704120"/>
                <a:gd name="connsiteY43" fmla="*/ 876295 h 1193968"/>
                <a:gd name="connsiteX44" fmla="*/ 798792 w 2704120"/>
                <a:gd name="connsiteY44" fmla="*/ 970675 h 1193968"/>
                <a:gd name="connsiteX45" fmla="*/ 599287 w 2704120"/>
                <a:gd name="connsiteY45" fmla="*/ 970675 h 1193968"/>
                <a:gd name="connsiteX46" fmla="*/ 599287 w 2704120"/>
                <a:gd name="connsiteY46" fmla="*/ 1094984 h 1193968"/>
                <a:gd name="connsiteX47" fmla="*/ 853273 w 2704120"/>
                <a:gd name="connsiteY47" fmla="*/ 1094984 h 1193968"/>
                <a:gd name="connsiteX48" fmla="*/ 853273 w 2704120"/>
                <a:gd name="connsiteY48" fmla="*/ 1193969 h 1193968"/>
                <a:gd name="connsiteX49" fmla="*/ 484188 w 2704120"/>
                <a:gd name="connsiteY49" fmla="*/ 1193969 h 1193968"/>
                <a:gd name="connsiteX50" fmla="*/ 484188 w 2704120"/>
                <a:gd name="connsiteY50" fmla="*/ 656839 h 1193968"/>
                <a:gd name="connsiteX51" fmla="*/ 844830 w 2704120"/>
                <a:gd name="connsiteY51" fmla="*/ 656839 h 1193968"/>
                <a:gd name="connsiteX52" fmla="*/ 321898 w 2704120"/>
                <a:gd name="connsiteY52" fmla="*/ 678707 h 1193968"/>
                <a:gd name="connsiteX53" fmla="*/ 391339 w 2704120"/>
                <a:gd name="connsiteY53" fmla="*/ 741245 h 1193968"/>
                <a:gd name="connsiteX54" fmla="*/ 415891 w 2704120"/>
                <a:gd name="connsiteY54" fmla="*/ 835630 h 1193968"/>
                <a:gd name="connsiteX55" fmla="*/ 391339 w 2704120"/>
                <a:gd name="connsiteY55" fmla="*/ 926553 h 1193968"/>
                <a:gd name="connsiteX56" fmla="*/ 323814 w 2704120"/>
                <a:gd name="connsiteY56" fmla="*/ 986788 h 1193968"/>
                <a:gd name="connsiteX57" fmla="*/ 429702 w 2704120"/>
                <a:gd name="connsiteY57" fmla="*/ 1193969 h 1193968"/>
                <a:gd name="connsiteX58" fmla="*/ 302327 w 2704120"/>
                <a:gd name="connsiteY58" fmla="*/ 1193969 h 1193968"/>
                <a:gd name="connsiteX59" fmla="*/ 212548 w 2704120"/>
                <a:gd name="connsiteY59" fmla="*/ 1013648 h 1193968"/>
                <a:gd name="connsiteX60" fmla="*/ 115098 w 2704120"/>
                <a:gd name="connsiteY60" fmla="*/ 1013648 h 1193968"/>
                <a:gd name="connsiteX61" fmla="*/ 115098 w 2704120"/>
                <a:gd name="connsiteY61" fmla="*/ 1193969 h 1193968"/>
                <a:gd name="connsiteX62" fmla="*/ 0 w 2704120"/>
                <a:gd name="connsiteY62" fmla="*/ 1193969 h 1193968"/>
                <a:gd name="connsiteX63" fmla="*/ 0 w 2704120"/>
                <a:gd name="connsiteY63" fmla="*/ 656839 h 1193968"/>
                <a:gd name="connsiteX64" fmla="*/ 218689 w 2704120"/>
                <a:gd name="connsiteY64" fmla="*/ 656839 h 1193968"/>
                <a:gd name="connsiteX65" fmla="*/ 321898 w 2704120"/>
                <a:gd name="connsiteY65" fmla="*/ 678707 h 1193968"/>
                <a:gd name="connsiteX66" fmla="*/ 209483 w 2704120"/>
                <a:gd name="connsiteY66" fmla="*/ 917728 h 1193968"/>
                <a:gd name="connsiteX67" fmla="*/ 274319 w 2704120"/>
                <a:gd name="connsiteY67" fmla="*/ 895479 h 1193968"/>
                <a:gd name="connsiteX68" fmla="*/ 298495 w 2704120"/>
                <a:gd name="connsiteY68" fmla="*/ 835630 h 1193968"/>
                <a:gd name="connsiteX69" fmla="*/ 274319 w 2704120"/>
                <a:gd name="connsiteY69" fmla="*/ 775008 h 1193968"/>
                <a:gd name="connsiteX70" fmla="*/ 209483 w 2704120"/>
                <a:gd name="connsiteY70" fmla="*/ 752753 h 1193968"/>
                <a:gd name="connsiteX71" fmla="*/ 115098 w 2704120"/>
                <a:gd name="connsiteY71" fmla="*/ 752753 h 1193968"/>
                <a:gd name="connsiteX72" fmla="*/ 115098 w 2704120"/>
                <a:gd name="connsiteY72" fmla="*/ 917728 h 1193968"/>
                <a:gd name="connsiteX73" fmla="*/ 209483 w 2704120"/>
                <a:gd name="connsiteY73" fmla="*/ 917728 h 1193968"/>
                <a:gd name="connsiteX74" fmla="*/ 2475389 w 2704120"/>
                <a:gd name="connsiteY74" fmla="*/ 442750 h 1193968"/>
                <a:gd name="connsiteX75" fmla="*/ 2475389 w 2704120"/>
                <a:gd name="connsiteY75" fmla="*/ 4605 h 1193968"/>
                <a:gd name="connsiteX76" fmla="*/ 2360306 w 2704120"/>
                <a:gd name="connsiteY76" fmla="*/ 4605 h 1193968"/>
                <a:gd name="connsiteX77" fmla="*/ 2360306 w 2704120"/>
                <a:gd name="connsiteY77" fmla="*/ 541735 h 1193968"/>
                <a:gd name="connsiteX78" fmla="*/ 2704120 w 2704120"/>
                <a:gd name="connsiteY78" fmla="*/ 541735 h 1193968"/>
                <a:gd name="connsiteX79" fmla="*/ 2704120 w 2704120"/>
                <a:gd name="connsiteY79" fmla="*/ 442750 h 1193968"/>
                <a:gd name="connsiteX80" fmla="*/ 2475389 w 2704120"/>
                <a:gd name="connsiteY80" fmla="*/ 442750 h 1193968"/>
                <a:gd name="connsiteX81" fmla="*/ 1991211 w 2704120"/>
                <a:gd name="connsiteY81" fmla="*/ 4605 h 1193968"/>
                <a:gd name="connsiteX82" fmla="*/ 2129346 w 2704120"/>
                <a:gd name="connsiteY82" fmla="*/ 4605 h 1193968"/>
                <a:gd name="connsiteX83" fmla="*/ 2324255 w 2704120"/>
                <a:gd name="connsiteY83" fmla="*/ 541735 h 1193968"/>
                <a:gd name="connsiteX84" fmla="*/ 2200704 w 2704120"/>
                <a:gd name="connsiteY84" fmla="*/ 541735 h 1193968"/>
                <a:gd name="connsiteX85" fmla="*/ 2159256 w 2704120"/>
                <a:gd name="connsiteY85" fmla="*/ 424334 h 1193968"/>
                <a:gd name="connsiteX86" fmla="*/ 1955150 w 2704120"/>
                <a:gd name="connsiteY86" fmla="*/ 424334 h 1193968"/>
                <a:gd name="connsiteX87" fmla="*/ 1913712 w 2704120"/>
                <a:gd name="connsiteY87" fmla="*/ 541735 h 1193968"/>
                <a:gd name="connsiteX88" fmla="*/ 1794776 w 2704120"/>
                <a:gd name="connsiteY88" fmla="*/ 541735 h 1193968"/>
                <a:gd name="connsiteX89" fmla="*/ 1991211 w 2704120"/>
                <a:gd name="connsiteY89" fmla="*/ 4605 h 1193968"/>
                <a:gd name="connsiteX90" fmla="*/ 2127811 w 2704120"/>
                <a:gd name="connsiteY90" fmla="*/ 331485 h 1193968"/>
                <a:gd name="connsiteX91" fmla="*/ 2056453 w 2704120"/>
                <a:gd name="connsiteY91" fmla="*/ 127379 h 1193968"/>
                <a:gd name="connsiteX92" fmla="*/ 1985843 w 2704120"/>
                <a:gd name="connsiteY92" fmla="*/ 331485 h 1193968"/>
                <a:gd name="connsiteX93" fmla="*/ 2127811 w 2704120"/>
                <a:gd name="connsiteY93" fmla="*/ 331485 h 1193968"/>
                <a:gd name="connsiteX94" fmla="*/ 1862306 w 2704120"/>
                <a:gd name="connsiteY94" fmla="*/ 4605 h 1193968"/>
                <a:gd name="connsiteX95" fmla="*/ 1862306 w 2704120"/>
                <a:gd name="connsiteY95" fmla="*/ 103590 h 1193968"/>
                <a:gd name="connsiteX96" fmla="*/ 1707305 w 2704120"/>
                <a:gd name="connsiteY96" fmla="*/ 103590 h 1193968"/>
                <a:gd name="connsiteX97" fmla="*/ 1707305 w 2704120"/>
                <a:gd name="connsiteY97" fmla="*/ 541735 h 1193968"/>
                <a:gd name="connsiteX98" fmla="*/ 1592206 w 2704120"/>
                <a:gd name="connsiteY98" fmla="*/ 541735 h 1193968"/>
                <a:gd name="connsiteX99" fmla="*/ 1592206 w 2704120"/>
                <a:gd name="connsiteY99" fmla="*/ 103590 h 1193968"/>
                <a:gd name="connsiteX100" fmla="*/ 1437204 w 2704120"/>
                <a:gd name="connsiteY100" fmla="*/ 103590 h 1193968"/>
                <a:gd name="connsiteX101" fmla="*/ 1437204 w 2704120"/>
                <a:gd name="connsiteY101" fmla="*/ 4605 h 1193968"/>
                <a:gd name="connsiteX102" fmla="*/ 1862306 w 2704120"/>
                <a:gd name="connsiteY102" fmla="*/ 4605 h 1193968"/>
                <a:gd name="connsiteX103" fmla="*/ 1390393 w 2704120"/>
                <a:gd name="connsiteY103" fmla="*/ 4605 h 1193968"/>
                <a:gd name="connsiteX104" fmla="*/ 1390393 w 2704120"/>
                <a:gd name="connsiteY104" fmla="*/ 541735 h 1193968"/>
                <a:gd name="connsiteX105" fmla="*/ 1275300 w 2704120"/>
                <a:gd name="connsiteY105" fmla="*/ 541735 h 1193968"/>
                <a:gd name="connsiteX106" fmla="*/ 1275300 w 2704120"/>
                <a:gd name="connsiteY106" fmla="*/ 4605 h 1193968"/>
                <a:gd name="connsiteX107" fmla="*/ 1390393 w 2704120"/>
                <a:gd name="connsiteY107" fmla="*/ 4605 h 1193968"/>
                <a:gd name="connsiteX108" fmla="*/ 817590 w 2704120"/>
                <a:gd name="connsiteY108" fmla="*/ 33763 h 1193968"/>
                <a:gd name="connsiteX109" fmla="*/ 959161 w 2704120"/>
                <a:gd name="connsiteY109" fmla="*/ 0 h 1193968"/>
                <a:gd name="connsiteX110" fmla="*/ 1073488 w 2704120"/>
                <a:gd name="connsiteY110" fmla="*/ 24557 h 1193968"/>
                <a:gd name="connsiteX111" fmla="*/ 1155210 w 2704120"/>
                <a:gd name="connsiteY111" fmla="*/ 93617 h 1193968"/>
                <a:gd name="connsiteX112" fmla="*/ 1193191 w 2704120"/>
                <a:gd name="connsiteY112" fmla="*/ 195672 h 1193968"/>
                <a:gd name="connsiteX113" fmla="*/ 1079628 w 2704120"/>
                <a:gd name="connsiteY113" fmla="*/ 195672 h 1193968"/>
                <a:gd name="connsiteX114" fmla="*/ 1036655 w 2704120"/>
                <a:gd name="connsiteY114" fmla="*/ 123923 h 1193968"/>
                <a:gd name="connsiteX115" fmla="*/ 956086 w 2704120"/>
                <a:gd name="connsiteY115" fmla="*/ 97455 h 1193968"/>
                <a:gd name="connsiteX116" fmla="*/ 878588 w 2704120"/>
                <a:gd name="connsiteY116" fmla="*/ 119704 h 1193968"/>
                <a:gd name="connsiteX117" fmla="*/ 827944 w 2704120"/>
                <a:gd name="connsiteY117" fmla="*/ 181856 h 1193968"/>
                <a:gd name="connsiteX118" fmla="*/ 810295 w 2704120"/>
                <a:gd name="connsiteY118" fmla="*/ 273170 h 1193968"/>
                <a:gd name="connsiteX119" fmla="*/ 849044 w 2704120"/>
                <a:gd name="connsiteY119" fmla="*/ 400545 h 1193968"/>
                <a:gd name="connsiteX120" fmla="*/ 956086 w 2704120"/>
                <a:gd name="connsiteY120" fmla="*/ 448886 h 1193968"/>
                <a:gd name="connsiteX121" fmla="*/ 1044330 w 2704120"/>
                <a:gd name="connsiteY121" fmla="*/ 421650 h 1193968"/>
                <a:gd name="connsiteX122" fmla="*/ 1090374 w 2704120"/>
                <a:gd name="connsiteY122" fmla="*/ 341463 h 1193968"/>
                <a:gd name="connsiteX123" fmla="*/ 1090374 w 2704120"/>
                <a:gd name="connsiteY123" fmla="*/ 334555 h 1193968"/>
                <a:gd name="connsiteX124" fmla="*/ 956854 w 2704120"/>
                <a:gd name="connsiteY124" fmla="*/ 334555 h 1193968"/>
                <a:gd name="connsiteX125" fmla="*/ 956854 w 2704120"/>
                <a:gd name="connsiteY125" fmla="*/ 243246 h 1193968"/>
                <a:gd name="connsiteX126" fmla="*/ 1197029 w 2704120"/>
                <a:gd name="connsiteY126" fmla="*/ 243246 h 1193968"/>
                <a:gd name="connsiteX127" fmla="*/ 1197029 w 2704120"/>
                <a:gd name="connsiteY127" fmla="*/ 541735 h 1193968"/>
                <a:gd name="connsiteX128" fmla="*/ 1117228 w 2704120"/>
                <a:gd name="connsiteY128" fmla="*/ 541735 h 1193968"/>
                <a:gd name="connsiteX129" fmla="*/ 1104947 w 2704120"/>
                <a:gd name="connsiteY129" fmla="*/ 474978 h 1193968"/>
                <a:gd name="connsiteX130" fmla="*/ 1041265 w 2704120"/>
                <a:gd name="connsiteY130" fmla="*/ 526389 h 1193968"/>
                <a:gd name="connsiteX131" fmla="*/ 948416 w 2704120"/>
                <a:gd name="connsiteY131" fmla="*/ 546341 h 1193968"/>
                <a:gd name="connsiteX132" fmla="*/ 814514 w 2704120"/>
                <a:gd name="connsiteY132" fmla="*/ 512578 h 1193968"/>
                <a:gd name="connsiteX133" fmla="*/ 724740 w 2704120"/>
                <a:gd name="connsiteY133" fmla="*/ 416663 h 1193968"/>
                <a:gd name="connsiteX134" fmla="*/ 692899 w 2704120"/>
                <a:gd name="connsiteY134" fmla="*/ 273170 h 1193968"/>
                <a:gd name="connsiteX135" fmla="*/ 725126 w 2704120"/>
                <a:gd name="connsiteY135" fmla="*/ 129296 h 1193968"/>
                <a:gd name="connsiteX136" fmla="*/ 817590 w 2704120"/>
                <a:gd name="connsiteY136" fmla="*/ 33763 h 1193968"/>
                <a:gd name="connsiteX137" fmla="*/ 633044 w 2704120"/>
                <a:gd name="connsiteY137" fmla="*/ 4605 h 1193968"/>
                <a:gd name="connsiteX138" fmla="*/ 633044 w 2704120"/>
                <a:gd name="connsiteY138" fmla="*/ 541735 h 1193968"/>
                <a:gd name="connsiteX139" fmla="*/ 517946 w 2704120"/>
                <a:gd name="connsiteY139" fmla="*/ 541735 h 1193968"/>
                <a:gd name="connsiteX140" fmla="*/ 517946 w 2704120"/>
                <a:gd name="connsiteY140" fmla="*/ 4605 h 1193968"/>
                <a:gd name="connsiteX141" fmla="*/ 633044 w 2704120"/>
                <a:gd name="connsiteY141" fmla="*/ 4605 h 1193968"/>
                <a:gd name="connsiteX142" fmla="*/ 186466 w 2704120"/>
                <a:gd name="connsiteY142" fmla="*/ 4605 h 1193968"/>
                <a:gd name="connsiteX143" fmla="*/ 328806 w 2704120"/>
                <a:gd name="connsiteY143" fmla="*/ 38754 h 1193968"/>
                <a:gd name="connsiteX144" fmla="*/ 423948 w 2704120"/>
                <a:gd name="connsiteY144" fmla="*/ 133901 h 1193968"/>
                <a:gd name="connsiteX145" fmla="*/ 457329 w 2704120"/>
                <a:gd name="connsiteY145" fmla="*/ 273170 h 1193968"/>
                <a:gd name="connsiteX146" fmla="*/ 423948 w 2704120"/>
                <a:gd name="connsiteY146" fmla="*/ 412439 h 1193968"/>
                <a:gd name="connsiteX147" fmla="*/ 328806 w 2704120"/>
                <a:gd name="connsiteY147" fmla="*/ 507586 h 1193968"/>
                <a:gd name="connsiteX148" fmla="*/ 186466 w 2704120"/>
                <a:gd name="connsiteY148" fmla="*/ 541735 h 1193968"/>
                <a:gd name="connsiteX149" fmla="*/ 0 w 2704120"/>
                <a:gd name="connsiteY149" fmla="*/ 541735 h 1193968"/>
                <a:gd name="connsiteX150" fmla="*/ 0 w 2704120"/>
                <a:gd name="connsiteY150" fmla="*/ 4605 h 1193968"/>
                <a:gd name="connsiteX151" fmla="*/ 186466 w 2704120"/>
                <a:gd name="connsiteY151" fmla="*/ 4605 h 1193968"/>
                <a:gd name="connsiteX152" fmla="*/ 299644 w 2704120"/>
                <a:gd name="connsiteY152" fmla="*/ 398628 h 1193968"/>
                <a:gd name="connsiteX153" fmla="*/ 339928 w 2704120"/>
                <a:gd name="connsiteY153" fmla="*/ 273170 h 1193968"/>
                <a:gd name="connsiteX154" fmla="*/ 299644 w 2704120"/>
                <a:gd name="connsiteY154" fmla="*/ 147712 h 1193968"/>
                <a:gd name="connsiteX155" fmla="*/ 186466 w 2704120"/>
                <a:gd name="connsiteY155" fmla="*/ 100520 h 1193968"/>
                <a:gd name="connsiteX156" fmla="*/ 115098 w 2704120"/>
                <a:gd name="connsiteY156" fmla="*/ 100520 h 1193968"/>
                <a:gd name="connsiteX157" fmla="*/ 115098 w 2704120"/>
                <a:gd name="connsiteY157" fmla="*/ 445816 h 1193968"/>
                <a:gd name="connsiteX158" fmla="*/ 186466 w 2704120"/>
                <a:gd name="connsiteY158" fmla="*/ 445816 h 1193968"/>
                <a:gd name="connsiteX159" fmla="*/ 299644 w 2704120"/>
                <a:gd name="connsiteY159" fmla="*/ 398628 h 1193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</a:cxnLst>
              <a:rect l="l" t="t" r="r" b="b"/>
              <a:pathLst>
                <a:path w="2704120" h="1193968">
                  <a:moveTo>
                    <a:pt x="2274092" y="656839"/>
                  </a:moveTo>
                  <a:lnTo>
                    <a:pt x="2394573" y="877063"/>
                  </a:lnTo>
                  <a:lnTo>
                    <a:pt x="2521145" y="656839"/>
                  </a:lnTo>
                  <a:lnTo>
                    <a:pt x="2649302" y="656839"/>
                  </a:lnTo>
                  <a:lnTo>
                    <a:pt x="2452115" y="994464"/>
                  </a:lnTo>
                  <a:lnTo>
                    <a:pt x="2452115" y="1193969"/>
                  </a:lnTo>
                  <a:lnTo>
                    <a:pt x="2336982" y="1193969"/>
                  </a:lnTo>
                  <a:lnTo>
                    <a:pt x="2336982" y="994464"/>
                  </a:lnTo>
                  <a:lnTo>
                    <a:pt x="2139794" y="656839"/>
                  </a:lnTo>
                  <a:lnTo>
                    <a:pt x="2274092" y="656839"/>
                  </a:lnTo>
                  <a:close/>
                  <a:moveTo>
                    <a:pt x="2125681" y="656839"/>
                  </a:moveTo>
                  <a:lnTo>
                    <a:pt x="2125681" y="755824"/>
                  </a:lnTo>
                  <a:lnTo>
                    <a:pt x="1970700" y="755824"/>
                  </a:lnTo>
                  <a:lnTo>
                    <a:pt x="1970700" y="1193969"/>
                  </a:lnTo>
                  <a:lnTo>
                    <a:pt x="1855601" y="1193969"/>
                  </a:lnTo>
                  <a:lnTo>
                    <a:pt x="1855601" y="755824"/>
                  </a:lnTo>
                  <a:lnTo>
                    <a:pt x="1700604" y="755824"/>
                  </a:lnTo>
                  <a:lnTo>
                    <a:pt x="1700604" y="656839"/>
                  </a:lnTo>
                  <a:lnTo>
                    <a:pt x="2125681" y="656839"/>
                  </a:lnTo>
                  <a:close/>
                  <a:moveTo>
                    <a:pt x="1564797" y="656839"/>
                  </a:moveTo>
                  <a:lnTo>
                    <a:pt x="1449703" y="656839"/>
                  </a:lnTo>
                  <a:lnTo>
                    <a:pt x="1449703" y="1193969"/>
                  </a:lnTo>
                  <a:lnTo>
                    <a:pt x="1793538" y="1193969"/>
                  </a:lnTo>
                  <a:lnTo>
                    <a:pt x="1793538" y="1094984"/>
                  </a:lnTo>
                  <a:lnTo>
                    <a:pt x="1564797" y="1094984"/>
                  </a:lnTo>
                  <a:lnTo>
                    <a:pt x="1564797" y="656839"/>
                  </a:lnTo>
                  <a:close/>
                  <a:moveTo>
                    <a:pt x="1080603" y="656839"/>
                  </a:moveTo>
                  <a:lnTo>
                    <a:pt x="1218724" y="656839"/>
                  </a:lnTo>
                  <a:lnTo>
                    <a:pt x="1413623" y="1193969"/>
                  </a:lnTo>
                  <a:lnTo>
                    <a:pt x="1290087" y="1193969"/>
                  </a:lnTo>
                  <a:lnTo>
                    <a:pt x="1248648" y="1076567"/>
                  </a:lnTo>
                  <a:lnTo>
                    <a:pt x="1044543" y="1076567"/>
                  </a:lnTo>
                  <a:lnTo>
                    <a:pt x="1003105" y="1193969"/>
                  </a:lnTo>
                  <a:lnTo>
                    <a:pt x="884169" y="1193969"/>
                  </a:lnTo>
                  <a:lnTo>
                    <a:pt x="1080603" y="656839"/>
                  </a:lnTo>
                  <a:close/>
                  <a:moveTo>
                    <a:pt x="1217189" y="983723"/>
                  </a:moveTo>
                  <a:lnTo>
                    <a:pt x="1145826" y="779613"/>
                  </a:lnTo>
                  <a:lnTo>
                    <a:pt x="1075235" y="983723"/>
                  </a:lnTo>
                  <a:lnTo>
                    <a:pt x="1217189" y="983723"/>
                  </a:lnTo>
                  <a:close/>
                  <a:moveTo>
                    <a:pt x="844830" y="656839"/>
                  </a:moveTo>
                  <a:lnTo>
                    <a:pt x="844830" y="755824"/>
                  </a:lnTo>
                  <a:lnTo>
                    <a:pt x="599287" y="755824"/>
                  </a:lnTo>
                  <a:lnTo>
                    <a:pt x="599287" y="876295"/>
                  </a:lnTo>
                  <a:lnTo>
                    <a:pt x="798792" y="876295"/>
                  </a:lnTo>
                  <a:lnTo>
                    <a:pt x="798792" y="970675"/>
                  </a:lnTo>
                  <a:lnTo>
                    <a:pt x="599287" y="970675"/>
                  </a:lnTo>
                  <a:lnTo>
                    <a:pt x="599287" y="1094984"/>
                  </a:lnTo>
                  <a:lnTo>
                    <a:pt x="853273" y="1094984"/>
                  </a:lnTo>
                  <a:lnTo>
                    <a:pt x="853273" y="1193969"/>
                  </a:lnTo>
                  <a:lnTo>
                    <a:pt x="484188" y="1193969"/>
                  </a:lnTo>
                  <a:lnTo>
                    <a:pt x="484188" y="656839"/>
                  </a:lnTo>
                  <a:lnTo>
                    <a:pt x="844830" y="656839"/>
                  </a:lnTo>
                  <a:close/>
                  <a:moveTo>
                    <a:pt x="321898" y="678707"/>
                  </a:moveTo>
                  <a:cubicBezTo>
                    <a:pt x="351822" y="693290"/>
                    <a:pt x="374968" y="714133"/>
                    <a:pt x="391339" y="741245"/>
                  </a:cubicBezTo>
                  <a:cubicBezTo>
                    <a:pt x="407710" y="768357"/>
                    <a:pt x="415891" y="799817"/>
                    <a:pt x="415891" y="835630"/>
                  </a:cubicBezTo>
                  <a:cubicBezTo>
                    <a:pt x="415891" y="869897"/>
                    <a:pt x="407710" y="900208"/>
                    <a:pt x="391339" y="926553"/>
                  </a:cubicBezTo>
                  <a:cubicBezTo>
                    <a:pt x="374968" y="952902"/>
                    <a:pt x="352461" y="972977"/>
                    <a:pt x="323814" y="986788"/>
                  </a:cubicBezTo>
                  <a:lnTo>
                    <a:pt x="429702" y="1193969"/>
                  </a:lnTo>
                  <a:lnTo>
                    <a:pt x="302327" y="1193969"/>
                  </a:lnTo>
                  <a:lnTo>
                    <a:pt x="212548" y="1013648"/>
                  </a:lnTo>
                  <a:lnTo>
                    <a:pt x="115098" y="1013648"/>
                  </a:lnTo>
                  <a:lnTo>
                    <a:pt x="115098" y="1193969"/>
                  </a:lnTo>
                  <a:lnTo>
                    <a:pt x="0" y="1193969"/>
                  </a:lnTo>
                  <a:lnTo>
                    <a:pt x="0" y="656839"/>
                  </a:lnTo>
                  <a:lnTo>
                    <a:pt x="218689" y="656839"/>
                  </a:lnTo>
                  <a:cubicBezTo>
                    <a:pt x="257567" y="656839"/>
                    <a:pt x="291973" y="664128"/>
                    <a:pt x="321898" y="678707"/>
                  </a:cubicBezTo>
                  <a:close/>
                  <a:moveTo>
                    <a:pt x="209483" y="917728"/>
                  </a:moveTo>
                  <a:cubicBezTo>
                    <a:pt x="236595" y="917728"/>
                    <a:pt x="258206" y="910315"/>
                    <a:pt x="274319" y="895479"/>
                  </a:cubicBezTo>
                  <a:cubicBezTo>
                    <a:pt x="290438" y="880643"/>
                    <a:pt x="298495" y="860691"/>
                    <a:pt x="298495" y="835630"/>
                  </a:cubicBezTo>
                  <a:cubicBezTo>
                    <a:pt x="298495" y="810048"/>
                    <a:pt x="290438" y="789844"/>
                    <a:pt x="274319" y="775008"/>
                  </a:cubicBezTo>
                  <a:cubicBezTo>
                    <a:pt x="258206" y="760172"/>
                    <a:pt x="236595" y="752753"/>
                    <a:pt x="209483" y="752753"/>
                  </a:cubicBezTo>
                  <a:lnTo>
                    <a:pt x="115098" y="752753"/>
                  </a:lnTo>
                  <a:lnTo>
                    <a:pt x="115098" y="917728"/>
                  </a:lnTo>
                  <a:lnTo>
                    <a:pt x="209483" y="917728"/>
                  </a:lnTo>
                  <a:close/>
                  <a:moveTo>
                    <a:pt x="2475389" y="442750"/>
                  </a:moveTo>
                  <a:lnTo>
                    <a:pt x="2475389" y="4605"/>
                  </a:lnTo>
                  <a:lnTo>
                    <a:pt x="2360306" y="4605"/>
                  </a:lnTo>
                  <a:lnTo>
                    <a:pt x="2360306" y="541735"/>
                  </a:lnTo>
                  <a:lnTo>
                    <a:pt x="2704120" y="541735"/>
                  </a:lnTo>
                  <a:lnTo>
                    <a:pt x="2704120" y="442750"/>
                  </a:lnTo>
                  <a:lnTo>
                    <a:pt x="2475389" y="442750"/>
                  </a:lnTo>
                  <a:close/>
                  <a:moveTo>
                    <a:pt x="1991211" y="4605"/>
                  </a:moveTo>
                  <a:lnTo>
                    <a:pt x="2129346" y="4605"/>
                  </a:lnTo>
                  <a:lnTo>
                    <a:pt x="2324255" y="541735"/>
                  </a:lnTo>
                  <a:lnTo>
                    <a:pt x="2200704" y="541735"/>
                  </a:lnTo>
                  <a:lnTo>
                    <a:pt x="2159256" y="424334"/>
                  </a:lnTo>
                  <a:lnTo>
                    <a:pt x="1955150" y="424334"/>
                  </a:lnTo>
                  <a:lnTo>
                    <a:pt x="1913712" y="541735"/>
                  </a:lnTo>
                  <a:lnTo>
                    <a:pt x="1794776" y="541735"/>
                  </a:lnTo>
                  <a:lnTo>
                    <a:pt x="1991211" y="4605"/>
                  </a:lnTo>
                  <a:close/>
                  <a:moveTo>
                    <a:pt x="2127811" y="331485"/>
                  </a:moveTo>
                  <a:lnTo>
                    <a:pt x="2056453" y="127379"/>
                  </a:lnTo>
                  <a:lnTo>
                    <a:pt x="1985843" y="331485"/>
                  </a:lnTo>
                  <a:lnTo>
                    <a:pt x="2127811" y="331485"/>
                  </a:lnTo>
                  <a:close/>
                  <a:moveTo>
                    <a:pt x="1862306" y="4605"/>
                  </a:moveTo>
                  <a:lnTo>
                    <a:pt x="1862306" y="103590"/>
                  </a:lnTo>
                  <a:lnTo>
                    <a:pt x="1707305" y="103590"/>
                  </a:lnTo>
                  <a:lnTo>
                    <a:pt x="1707305" y="541735"/>
                  </a:lnTo>
                  <a:lnTo>
                    <a:pt x="1592206" y="541735"/>
                  </a:lnTo>
                  <a:lnTo>
                    <a:pt x="1592206" y="103590"/>
                  </a:lnTo>
                  <a:lnTo>
                    <a:pt x="1437204" y="103590"/>
                  </a:lnTo>
                  <a:lnTo>
                    <a:pt x="1437204" y="4605"/>
                  </a:lnTo>
                  <a:lnTo>
                    <a:pt x="1862306" y="4605"/>
                  </a:lnTo>
                  <a:close/>
                  <a:moveTo>
                    <a:pt x="1390393" y="4605"/>
                  </a:moveTo>
                  <a:lnTo>
                    <a:pt x="1390393" y="541735"/>
                  </a:lnTo>
                  <a:lnTo>
                    <a:pt x="1275300" y="541735"/>
                  </a:lnTo>
                  <a:lnTo>
                    <a:pt x="1275300" y="4605"/>
                  </a:lnTo>
                  <a:lnTo>
                    <a:pt x="1390393" y="4605"/>
                  </a:lnTo>
                  <a:close/>
                  <a:moveTo>
                    <a:pt x="817590" y="33763"/>
                  </a:moveTo>
                  <a:cubicBezTo>
                    <a:pt x="857740" y="11256"/>
                    <a:pt x="904932" y="0"/>
                    <a:pt x="959161" y="0"/>
                  </a:cubicBezTo>
                  <a:cubicBezTo>
                    <a:pt x="1001620" y="0"/>
                    <a:pt x="1039730" y="8186"/>
                    <a:pt x="1073488" y="24557"/>
                  </a:cubicBezTo>
                  <a:cubicBezTo>
                    <a:pt x="1107255" y="40923"/>
                    <a:pt x="1134491" y="63945"/>
                    <a:pt x="1155210" y="93617"/>
                  </a:cubicBezTo>
                  <a:cubicBezTo>
                    <a:pt x="1175929" y="123284"/>
                    <a:pt x="1188591" y="157304"/>
                    <a:pt x="1193191" y="195672"/>
                  </a:cubicBezTo>
                  <a:lnTo>
                    <a:pt x="1079628" y="195672"/>
                  </a:lnTo>
                  <a:cubicBezTo>
                    <a:pt x="1072462" y="165485"/>
                    <a:pt x="1058146" y="141572"/>
                    <a:pt x="1036655" y="123923"/>
                  </a:cubicBezTo>
                  <a:cubicBezTo>
                    <a:pt x="1015173" y="106274"/>
                    <a:pt x="988318" y="97455"/>
                    <a:pt x="956086" y="97455"/>
                  </a:cubicBezTo>
                  <a:cubicBezTo>
                    <a:pt x="926419" y="97455"/>
                    <a:pt x="900585" y="104868"/>
                    <a:pt x="878588" y="119704"/>
                  </a:cubicBezTo>
                  <a:cubicBezTo>
                    <a:pt x="856591" y="134540"/>
                    <a:pt x="839710" y="155259"/>
                    <a:pt x="827944" y="181856"/>
                  </a:cubicBezTo>
                  <a:cubicBezTo>
                    <a:pt x="816178" y="208458"/>
                    <a:pt x="810295" y="238898"/>
                    <a:pt x="810295" y="273170"/>
                  </a:cubicBezTo>
                  <a:cubicBezTo>
                    <a:pt x="810295" y="325859"/>
                    <a:pt x="823215" y="368317"/>
                    <a:pt x="849044" y="400545"/>
                  </a:cubicBezTo>
                  <a:cubicBezTo>
                    <a:pt x="874879" y="432772"/>
                    <a:pt x="910563" y="448886"/>
                    <a:pt x="956086" y="448886"/>
                  </a:cubicBezTo>
                  <a:cubicBezTo>
                    <a:pt x="989339" y="448886"/>
                    <a:pt x="1018753" y="439809"/>
                    <a:pt x="1044330" y="421650"/>
                  </a:cubicBezTo>
                  <a:cubicBezTo>
                    <a:pt x="1069912" y="403486"/>
                    <a:pt x="1085253" y="376756"/>
                    <a:pt x="1090374" y="341463"/>
                  </a:cubicBezTo>
                  <a:lnTo>
                    <a:pt x="1090374" y="334555"/>
                  </a:lnTo>
                  <a:lnTo>
                    <a:pt x="956854" y="334555"/>
                  </a:lnTo>
                  <a:lnTo>
                    <a:pt x="956854" y="243246"/>
                  </a:lnTo>
                  <a:lnTo>
                    <a:pt x="1197029" y="243246"/>
                  </a:lnTo>
                  <a:lnTo>
                    <a:pt x="1197029" y="541735"/>
                  </a:lnTo>
                  <a:lnTo>
                    <a:pt x="1117228" y="541735"/>
                  </a:lnTo>
                  <a:lnTo>
                    <a:pt x="1104947" y="474978"/>
                  </a:lnTo>
                  <a:cubicBezTo>
                    <a:pt x="1089096" y="495949"/>
                    <a:pt x="1067862" y="513088"/>
                    <a:pt x="1041265" y="526389"/>
                  </a:cubicBezTo>
                  <a:cubicBezTo>
                    <a:pt x="1014663" y="539690"/>
                    <a:pt x="983713" y="546341"/>
                    <a:pt x="948416" y="546341"/>
                  </a:cubicBezTo>
                  <a:cubicBezTo>
                    <a:pt x="897772" y="546341"/>
                    <a:pt x="853140" y="535085"/>
                    <a:pt x="814514" y="512578"/>
                  </a:cubicBezTo>
                  <a:cubicBezTo>
                    <a:pt x="775894" y="490066"/>
                    <a:pt x="745969" y="458097"/>
                    <a:pt x="724740" y="416663"/>
                  </a:cubicBezTo>
                  <a:cubicBezTo>
                    <a:pt x="703511" y="375225"/>
                    <a:pt x="692899" y="327394"/>
                    <a:pt x="692899" y="273170"/>
                  </a:cubicBezTo>
                  <a:cubicBezTo>
                    <a:pt x="692899" y="218436"/>
                    <a:pt x="703640" y="170476"/>
                    <a:pt x="725126" y="129296"/>
                  </a:cubicBezTo>
                  <a:cubicBezTo>
                    <a:pt x="746608" y="88115"/>
                    <a:pt x="777429" y="56269"/>
                    <a:pt x="817590" y="33763"/>
                  </a:cubicBezTo>
                  <a:close/>
                  <a:moveTo>
                    <a:pt x="633044" y="4605"/>
                  </a:moveTo>
                  <a:lnTo>
                    <a:pt x="633044" y="541735"/>
                  </a:lnTo>
                  <a:lnTo>
                    <a:pt x="517946" y="541735"/>
                  </a:lnTo>
                  <a:lnTo>
                    <a:pt x="517946" y="4605"/>
                  </a:lnTo>
                  <a:lnTo>
                    <a:pt x="633044" y="4605"/>
                  </a:lnTo>
                  <a:close/>
                  <a:moveTo>
                    <a:pt x="186466" y="4605"/>
                  </a:moveTo>
                  <a:cubicBezTo>
                    <a:pt x="240175" y="4605"/>
                    <a:pt x="287620" y="15985"/>
                    <a:pt x="328806" y="38754"/>
                  </a:cubicBezTo>
                  <a:cubicBezTo>
                    <a:pt x="369981" y="61513"/>
                    <a:pt x="401699" y="93231"/>
                    <a:pt x="423948" y="133901"/>
                  </a:cubicBezTo>
                  <a:cubicBezTo>
                    <a:pt x="446207" y="174567"/>
                    <a:pt x="457329" y="220991"/>
                    <a:pt x="457329" y="273170"/>
                  </a:cubicBezTo>
                  <a:cubicBezTo>
                    <a:pt x="457329" y="325349"/>
                    <a:pt x="446207" y="371769"/>
                    <a:pt x="423948" y="412439"/>
                  </a:cubicBezTo>
                  <a:cubicBezTo>
                    <a:pt x="401699" y="453110"/>
                    <a:pt x="369981" y="484822"/>
                    <a:pt x="328806" y="507586"/>
                  </a:cubicBezTo>
                  <a:cubicBezTo>
                    <a:pt x="287620" y="530351"/>
                    <a:pt x="240175" y="541735"/>
                    <a:pt x="186466" y="541735"/>
                  </a:cubicBezTo>
                  <a:lnTo>
                    <a:pt x="0" y="541735"/>
                  </a:lnTo>
                  <a:lnTo>
                    <a:pt x="0" y="4605"/>
                  </a:lnTo>
                  <a:lnTo>
                    <a:pt x="186466" y="4605"/>
                  </a:lnTo>
                  <a:close/>
                  <a:moveTo>
                    <a:pt x="299644" y="398628"/>
                  </a:moveTo>
                  <a:cubicBezTo>
                    <a:pt x="326498" y="367169"/>
                    <a:pt x="339928" y="325349"/>
                    <a:pt x="339928" y="273170"/>
                  </a:cubicBezTo>
                  <a:cubicBezTo>
                    <a:pt x="339928" y="220991"/>
                    <a:pt x="326498" y="179172"/>
                    <a:pt x="299644" y="147712"/>
                  </a:cubicBezTo>
                  <a:cubicBezTo>
                    <a:pt x="272789" y="116252"/>
                    <a:pt x="235060" y="100520"/>
                    <a:pt x="186466" y="100520"/>
                  </a:cubicBezTo>
                  <a:lnTo>
                    <a:pt x="115098" y="100520"/>
                  </a:lnTo>
                  <a:lnTo>
                    <a:pt x="115098" y="445816"/>
                  </a:lnTo>
                  <a:lnTo>
                    <a:pt x="186466" y="445816"/>
                  </a:lnTo>
                  <a:cubicBezTo>
                    <a:pt x="235060" y="445816"/>
                    <a:pt x="272789" y="430088"/>
                    <a:pt x="299644" y="398628"/>
                  </a:cubicBezTo>
                  <a:close/>
                </a:path>
              </a:pathLst>
            </a:custGeom>
            <a:grpFill/>
            <a:ln w="49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>
                <a:latin typeface="Arial" panose="020B0604020202020204" pitchFamily="34" charset="0"/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E393F10-1EFB-EBEF-6FA2-3D611E84A08B}"/>
                </a:ext>
              </a:extLst>
            </p:cNvPr>
            <p:cNvSpPr/>
            <p:nvPr/>
          </p:nvSpPr>
          <p:spPr>
            <a:xfrm>
              <a:off x="3043994" y="-2581296"/>
              <a:ext cx="1782707" cy="1782707"/>
            </a:xfrm>
            <a:custGeom>
              <a:avLst/>
              <a:gdLst>
                <a:gd name="connsiteX0" fmla="*/ 1188472 w 1782707"/>
                <a:gd name="connsiteY0" fmla="*/ 1782708 h 1782707"/>
                <a:gd name="connsiteX1" fmla="*/ 1188472 w 1782707"/>
                <a:gd name="connsiteY1" fmla="*/ 1559870 h 1782707"/>
                <a:gd name="connsiteX2" fmla="*/ 1559870 w 1782707"/>
                <a:gd name="connsiteY2" fmla="*/ 1188472 h 1782707"/>
                <a:gd name="connsiteX3" fmla="*/ 1782708 w 1782707"/>
                <a:gd name="connsiteY3" fmla="*/ 1188472 h 1782707"/>
                <a:gd name="connsiteX4" fmla="*/ 1188472 w 1782707"/>
                <a:gd name="connsiteY4" fmla="*/ 1782708 h 1782707"/>
                <a:gd name="connsiteX5" fmla="*/ 1188472 w 1782707"/>
                <a:gd name="connsiteY5" fmla="*/ 0 h 1782707"/>
                <a:gd name="connsiteX6" fmla="*/ 1188472 w 1782707"/>
                <a:gd name="connsiteY6" fmla="*/ 222839 h 1782707"/>
                <a:gd name="connsiteX7" fmla="*/ 1559870 w 1782707"/>
                <a:gd name="connsiteY7" fmla="*/ 594236 h 1782707"/>
                <a:gd name="connsiteX8" fmla="*/ 1782708 w 1782707"/>
                <a:gd name="connsiteY8" fmla="*/ 594236 h 1782707"/>
                <a:gd name="connsiteX9" fmla="*/ 1188472 w 1782707"/>
                <a:gd name="connsiteY9" fmla="*/ 0 h 1782707"/>
                <a:gd name="connsiteX10" fmla="*/ 594236 w 1782707"/>
                <a:gd name="connsiteY10" fmla="*/ 1559870 h 1782707"/>
                <a:gd name="connsiteX11" fmla="*/ 222839 w 1782707"/>
                <a:gd name="connsiteY11" fmla="*/ 1559870 h 1782707"/>
                <a:gd name="connsiteX12" fmla="*/ 222839 w 1782707"/>
                <a:gd name="connsiteY12" fmla="*/ 1188472 h 1782707"/>
                <a:gd name="connsiteX13" fmla="*/ 0 w 1782707"/>
                <a:gd name="connsiteY13" fmla="*/ 1188472 h 1782707"/>
                <a:gd name="connsiteX14" fmla="*/ 0 w 1782707"/>
                <a:gd name="connsiteY14" fmla="*/ 1782708 h 1782707"/>
                <a:gd name="connsiteX15" fmla="*/ 594236 w 1782707"/>
                <a:gd name="connsiteY15" fmla="*/ 1782708 h 1782707"/>
                <a:gd name="connsiteX16" fmla="*/ 594236 w 1782707"/>
                <a:gd name="connsiteY16" fmla="*/ 1559870 h 1782707"/>
                <a:gd name="connsiteX17" fmla="*/ 222839 w 1782707"/>
                <a:gd name="connsiteY17" fmla="*/ 222839 h 1782707"/>
                <a:gd name="connsiteX18" fmla="*/ 594236 w 1782707"/>
                <a:gd name="connsiteY18" fmla="*/ 222839 h 1782707"/>
                <a:gd name="connsiteX19" fmla="*/ 594236 w 1782707"/>
                <a:gd name="connsiteY19" fmla="*/ 0 h 1782707"/>
                <a:gd name="connsiteX20" fmla="*/ 0 w 1782707"/>
                <a:gd name="connsiteY20" fmla="*/ 0 h 1782707"/>
                <a:gd name="connsiteX21" fmla="*/ 0 w 1782707"/>
                <a:gd name="connsiteY21" fmla="*/ 594236 h 1782707"/>
                <a:gd name="connsiteX22" fmla="*/ 222839 w 1782707"/>
                <a:gd name="connsiteY22" fmla="*/ 594236 h 1782707"/>
                <a:gd name="connsiteX23" fmla="*/ 222839 w 1782707"/>
                <a:gd name="connsiteY23" fmla="*/ 222839 h 17827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782707" h="1782707">
                  <a:moveTo>
                    <a:pt x="1188472" y="1782708"/>
                  </a:moveTo>
                  <a:lnTo>
                    <a:pt x="1188472" y="1559870"/>
                  </a:lnTo>
                  <a:cubicBezTo>
                    <a:pt x="1393261" y="1559870"/>
                    <a:pt x="1559870" y="1393261"/>
                    <a:pt x="1559870" y="1188472"/>
                  </a:cubicBezTo>
                  <a:lnTo>
                    <a:pt x="1782708" y="1188472"/>
                  </a:lnTo>
                  <a:cubicBezTo>
                    <a:pt x="1782708" y="1516134"/>
                    <a:pt x="1516134" y="1782708"/>
                    <a:pt x="1188472" y="1782708"/>
                  </a:cubicBezTo>
                  <a:close/>
                  <a:moveTo>
                    <a:pt x="1188472" y="0"/>
                  </a:moveTo>
                  <a:lnTo>
                    <a:pt x="1188472" y="222839"/>
                  </a:lnTo>
                  <a:cubicBezTo>
                    <a:pt x="1393261" y="222839"/>
                    <a:pt x="1559870" y="389447"/>
                    <a:pt x="1559870" y="594236"/>
                  </a:cubicBezTo>
                  <a:lnTo>
                    <a:pt x="1782708" y="594236"/>
                  </a:lnTo>
                  <a:cubicBezTo>
                    <a:pt x="1782708" y="266574"/>
                    <a:pt x="1516134" y="0"/>
                    <a:pt x="1188472" y="0"/>
                  </a:cubicBezTo>
                  <a:close/>
                  <a:moveTo>
                    <a:pt x="594236" y="1559870"/>
                  </a:moveTo>
                  <a:lnTo>
                    <a:pt x="222839" y="1559870"/>
                  </a:lnTo>
                  <a:lnTo>
                    <a:pt x="222839" y="1188472"/>
                  </a:lnTo>
                  <a:lnTo>
                    <a:pt x="0" y="1188472"/>
                  </a:lnTo>
                  <a:lnTo>
                    <a:pt x="0" y="1782708"/>
                  </a:lnTo>
                  <a:lnTo>
                    <a:pt x="594236" y="1782708"/>
                  </a:lnTo>
                  <a:lnTo>
                    <a:pt x="594236" y="1559870"/>
                  </a:lnTo>
                  <a:close/>
                  <a:moveTo>
                    <a:pt x="222839" y="222839"/>
                  </a:moveTo>
                  <a:lnTo>
                    <a:pt x="594236" y="222839"/>
                  </a:lnTo>
                  <a:lnTo>
                    <a:pt x="594236" y="0"/>
                  </a:lnTo>
                  <a:lnTo>
                    <a:pt x="0" y="0"/>
                  </a:lnTo>
                  <a:lnTo>
                    <a:pt x="0" y="594236"/>
                  </a:lnTo>
                  <a:lnTo>
                    <a:pt x="222839" y="594236"/>
                  </a:lnTo>
                  <a:lnTo>
                    <a:pt x="222839" y="222839"/>
                  </a:lnTo>
                  <a:close/>
                </a:path>
              </a:pathLst>
            </a:custGeom>
            <a:grpFill/>
            <a:ln w="49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>
                <a:latin typeface="Arial" panose="020B0604020202020204" pitchFamily="34" charset="0"/>
              </a:endParaRPr>
            </a:p>
          </p:txBody>
        </p:sp>
      </p:grp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B6FB5B9E-BABA-35EB-54E1-58B21B0F8A81}"/>
              </a:ext>
            </a:extLst>
          </p:cNvPr>
          <p:cNvSpPr/>
          <p:nvPr/>
        </p:nvSpPr>
        <p:spPr>
          <a:xfrm>
            <a:off x="511251" y="508000"/>
            <a:ext cx="550800" cy="550800"/>
          </a:xfrm>
          <a:custGeom>
            <a:avLst/>
            <a:gdLst>
              <a:gd name="connsiteX0" fmla="*/ 355196 w 947568"/>
              <a:gd name="connsiteY0" fmla="*/ 355196 h 947568"/>
              <a:gd name="connsiteX1" fmla="*/ 947568 w 947568"/>
              <a:gd name="connsiteY1" fmla="*/ 355196 h 947568"/>
              <a:gd name="connsiteX2" fmla="*/ 947568 w 947568"/>
              <a:gd name="connsiteY2" fmla="*/ 0 h 947568"/>
              <a:gd name="connsiteX3" fmla="*/ 0 w 947568"/>
              <a:gd name="connsiteY3" fmla="*/ 0 h 947568"/>
              <a:gd name="connsiteX4" fmla="*/ 0 w 947568"/>
              <a:gd name="connsiteY4" fmla="*/ 947568 h 947568"/>
              <a:gd name="connsiteX5" fmla="*/ 355196 w 947568"/>
              <a:gd name="connsiteY5" fmla="*/ 947568 h 947568"/>
              <a:gd name="connsiteX6" fmla="*/ 355196 w 947568"/>
              <a:gd name="connsiteY6" fmla="*/ 355196 h 947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47568" h="947568">
                <a:moveTo>
                  <a:pt x="355196" y="355196"/>
                </a:moveTo>
                <a:lnTo>
                  <a:pt x="947568" y="355196"/>
                </a:lnTo>
                <a:lnTo>
                  <a:pt x="947568" y="0"/>
                </a:lnTo>
                <a:lnTo>
                  <a:pt x="0" y="0"/>
                </a:lnTo>
                <a:lnTo>
                  <a:pt x="0" y="947568"/>
                </a:lnTo>
                <a:lnTo>
                  <a:pt x="355196" y="947568"/>
                </a:lnTo>
                <a:lnTo>
                  <a:pt x="355196" y="355196"/>
                </a:lnTo>
                <a:close/>
              </a:path>
            </a:pathLst>
          </a:custGeom>
          <a:solidFill>
            <a:schemeClr val="bg1"/>
          </a:solidFill>
          <a:ln w="28289" cap="flat">
            <a:noFill/>
            <a:prstDash val="solid"/>
            <a:miter/>
          </a:ln>
        </p:spPr>
        <p:txBody>
          <a:bodyPr rtlCol="0" anchor="ctr"/>
          <a:lstStyle/>
          <a:p>
            <a:endParaRPr lang="en-GB">
              <a:latin typeface="Arial" panose="020B0604020202020204" pitchFamily="34" charset="0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3C39A863-88E3-45B3-917E-FCDCDC998CF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02425" y="995363"/>
            <a:ext cx="5394960" cy="4597450"/>
          </a:xfrm>
          <a:prstGeom prst="rect">
            <a:avLst/>
          </a:prstGeom>
          <a:noFill/>
        </p:spPr>
        <p:txBody>
          <a:bodyPr anchor="ctr"/>
          <a:lstStyle>
            <a:lvl1pPr algn="l"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to add text </a:t>
            </a:r>
            <a:endParaRPr lang="en-GB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853F36B9-D9D5-4947-D0A1-8AB0E2A1D920}"/>
              </a:ext>
            </a:extLst>
          </p:cNvPr>
          <p:cNvSpPr/>
          <p:nvPr/>
        </p:nvSpPr>
        <p:spPr>
          <a:xfrm>
            <a:off x="6466720" y="5796481"/>
            <a:ext cx="550321" cy="550320"/>
          </a:xfrm>
          <a:custGeom>
            <a:avLst/>
            <a:gdLst>
              <a:gd name="connsiteX0" fmla="*/ 284 w 947568"/>
              <a:gd name="connsiteY0" fmla="*/ 947284 h 947567"/>
              <a:gd name="connsiteX1" fmla="*/ 284 w 947568"/>
              <a:gd name="connsiteY1" fmla="*/ 592088 h 947567"/>
              <a:gd name="connsiteX2" fmla="*/ 592372 w 947568"/>
              <a:gd name="connsiteY2" fmla="*/ 0 h 947567"/>
              <a:gd name="connsiteX3" fmla="*/ 947568 w 947568"/>
              <a:gd name="connsiteY3" fmla="*/ 0 h 947567"/>
              <a:gd name="connsiteX4" fmla="*/ 0 w 947568"/>
              <a:gd name="connsiteY4" fmla="*/ 947568 h 9475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47568" h="947567">
                <a:moveTo>
                  <a:pt x="284" y="947284"/>
                </a:moveTo>
                <a:lnTo>
                  <a:pt x="284" y="592088"/>
                </a:lnTo>
                <a:cubicBezTo>
                  <a:pt x="326826" y="592088"/>
                  <a:pt x="592372" y="326542"/>
                  <a:pt x="592372" y="0"/>
                </a:cubicBezTo>
                <a:lnTo>
                  <a:pt x="947568" y="0"/>
                </a:lnTo>
                <a:cubicBezTo>
                  <a:pt x="947568" y="522297"/>
                  <a:pt x="522581" y="947568"/>
                  <a:pt x="0" y="947568"/>
                </a:cubicBezTo>
                <a:close/>
              </a:path>
            </a:pathLst>
          </a:custGeom>
          <a:solidFill>
            <a:schemeClr val="bg1"/>
          </a:solidFill>
          <a:ln w="28289" cap="flat">
            <a:noFill/>
            <a:prstDash val="solid"/>
            <a:miter/>
          </a:ln>
        </p:spPr>
        <p:txBody>
          <a:bodyPr rtlCol="0" anchor="ctr"/>
          <a:lstStyle/>
          <a:p>
            <a:endParaRPr lang="en-GB">
              <a:latin typeface="Arial" panose="020B0604020202020204" pitchFamily="34" charset="0"/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CEBBF5B0-44E0-58C7-E044-2FC977AA1D41}"/>
              </a:ext>
            </a:extLst>
          </p:cNvPr>
          <p:cNvSpPr/>
          <p:nvPr/>
        </p:nvSpPr>
        <p:spPr>
          <a:xfrm>
            <a:off x="6466720" y="508000"/>
            <a:ext cx="550156" cy="550156"/>
          </a:xfrm>
          <a:custGeom>
            <a:avLst/>
            <a:gdLst>
              <a:gd name="connsiteX0" fmla="*/ 0 w 947284"/>
              <a:gd name="connsiteY0" fmla="*/ 0 h 947284"/>
              <a:gd name="connsiteX1" fmla="*/ 0 w 947284"/>
              <a:gd name="connsiteY1" fmla="*/ 355196 h 947284"/>
              <a:gd name="connsiteX2" fmla="*/ 592088 w 947284"/>
              <a:gd name="connsiteY2" fmla="*/ 947284 h 947284"/>
              <a:gd name="connsiteX3" fmla="*/ 947284 w 947284"/>
              <a:gd name="connsiteY3" fmla="*/ 947284 h 947284"/>
              <a:gd name="connsiteX4" fmla="*/ 0 w 947284"/>
              <a:gd name="connsiteY4" fmla="*/ 0 h 947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47284" h="947284">
                <a:moveTo>
                  <a:pt x="0" y="0"/>
                </a:moveTo>
                <a:lnTo>
                  <a:pt x="0" y="355196"/>
                </a:lnTo>
                <a:cubicBezTo>
                  <a:pt x="326542" y="355196"/>
                  <a:pt x="592088" y="620742"/>
                  <a:pt x="592088" y="947284"/>
                </a:cubicBezTo>
                <a:lnTo>
                  <a:pt x="947284" y="947284"/>
                </a:lnTo>
                <a:cubicBezTo>
                  <a:pt x="947568" y="424987"/>
                  <a:pt x="522581" y="0"/>
                  <a:pt x="0" y="0"/>
                </a:cubicBezTo>
                <a:close/>
              </a:path>
            </a:pathLst>
          </a:custGeom>
          <a:solidFill>
            <a:schemeClr val="bg1"/>
          </a:solidFill>
          <a:ln w="28289" cap="flat">
            <a:noFill/>
            <a:prstDash val="solid"/>
            <a:miter/>
          </a:ln>
        </p:spPr>
        <p:txBody>
          <a:bodyPr rtlCol="0" anchor="ctr"/>
          <a:lstStyle/>
          <a:p>
            <a:endParaRPr lang="en-GB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01787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A4A3A4"/>
          </p15:clr>
        </p15:guide>
        <p15:guide id="2" pos="432">
          <p15:clr>
            <a:srgbClr val="A4A3A4"/>
          </p15:clr>
        </p15:guide>
        <p15:guide id="3" orient="horz" pos="623">
          <p15:clr>
            <a:srgbClr val="A4A3A4"/>
          </p15:clr>
        </p15:guide>
        <p15:guide id="4" orient="horz" pos="3522">
          <p15:clr>
            <a:srgbClr val="A4A3A4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image" Target="../media/image2.svg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9B8D94-D66B-90F9-6A84-05282053BA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3938" y="6458114"/>
            <a:ext cx="381000" cy="1353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fld id="{CD602E07-C281-4409-A9EA-EC31ABE69032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232973A8-8CB6-8DD5-9580-5302D7D2724A}"/>
              </a:ext>
            </a:extLst>
          </p:cNvPr>
          <p:cNvPicPr>
            <a:picLocks noChangeAspect="1"/>
          </p:cNvPicPr>
          <p:nvPr/>
        </p:nvPicPr>
        <p:blipFill>
          <a:blip r:embed="rId58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508001" y="6420228"/>
            <a:ext cx="1268209" cy="189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36482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2" r:id="rId1"/>
    <p:sldLayoutId id="2147483943" r:id="rId2"/>
    <p:sldLayoutId id="2147483944" r:id="rId3"/>
    <p:sldLayoutId id="2147483945" r:id="rId4"/>
    <p:sldLayoutId id="2147483946" r:id="rId5"/>
    <p:sldLayoutId id="2147483947" r:id="rId6"/>
    <p:sldLayoutId id="2147483948" r:id="rId7"/>
    <p:sldLayoutId id="2147483949" r:id="rId8"/>
    <p:sldLayoutId id="2147483950" r:id="rId9"/>
    <p:sldLayoutId id="2147483951" r:id="rId10"/>
    <p:sldLayoutId id="2147483952" r:id="rId11"/>
    <p:sldLayoutId id="2147483953" r:id="rId12"/>
    <p:sldLayoutId id="2147483954" r:id="rId13"/>
    <p:sldLayoutId id="2147483955" r:id="rId14"/>
    <p:sldLayoutId id="2147483956" r:id="rId15"/>
    <p:sldLayoutId id="2147483957" r:id="rId16"/>
    <p:sldLayoutId id="2147483958" r:id="rId17"/>
    <p:sldLayoutId id="2147483959" r:id="rId18"/>
    <p:sldLayoutId id="2147483987" r:id="rId19"/>
    <p:sldLayoutId id="2147483917" r:id="rId20"/>
    <p:sldLayoutId id="2147483989" r:id="rId21"/>
    <p:sldLayoutId id="2147483960" r:id="rId22"/>
    <p:sldLayoutId id="2147483988" r:id="rId23"/>
    <p:sldLayoutId id="2147483918" r:id="rId24"/>
    <p:sldLayoutId id="2147483990" r:id="rId25"/>
    <p:sldLayoutId id="2147483961" r:id="rId26"/>
    <p:sldLayoutId id="2147483962" r:id="rId27"/>
    <p:sldLayoutId id="2147483963" r:id="rId28"/>
    <p:sldLayoutId id="2147483964" r:id="rId29"/>
    <p:sldLayoutId id="2147483985" r:id="rId30"/>
    <p:sldLayoutId id="2147483922" r:id="rId31"/>
    <p:sldLayoutId id="2147483965" r:id="rId32"/>
    <p:sldLayoutId id="2147483983" r:id="rId33"/>
    <p:sldLayoutId id="2147483966" r:id="rId34"/>
    <p:sldLayoutId id="2147483924" r:id="rId35"/>
    <p:sldLayoutId id="2147483967" r:id="rId36"/>
    <p:sldLayoutId id="2147483925" r:id="rId37"/>
    <p:sldLayoutId id="2147483968" r:id="rId38"/>
    <p:sldLayoutId id="2147483926" r:id="rId39"/>
    <p:sldLayoutId id="2147483969" r:id="rId40"/>
    <p:sldLayoutId id="2147483927" r:id="rId41"/>
    <p:sldLayoutId id="2147483970" r:id="rId42"/>
    <p:sldLayoutId id="2147483971" r:id="rId43"/>
    <p:sldLayoutId id="2147483972" r:id="rId44"/>
    <p:sldLayoutId id="2147483930" r:id="rId45"/>
    <p:sldLayoutId id="2147483973" r:id="rId46"/>
    <p:sldLayoutId id="2147483931" r:id="rId47"/>
    <p:sldLayoutId id="2147483974" r:id="rId48"/>
    <p:sldLayoutId id="2147483975" r:id="rId49"/>
    <p:sldLayoutId id="2147483976" r:id="rId50"/>
    <p:sldLayoutId id="2147483977" r:id="rId51"/>
    <p:sldLayoutId id="2147483978" r:id="rId52"/>
    <p:sldLayoutId id="2147483979" r:id="rId53"/>
    <p:sldLayoutId id="2147483980" r:id="rId54"/>
    <p:sldLayoutId id="2147483981" r:id="rId55"/>
    <p:sldLayoutId id="2147483982" r:id="rId5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kern="1200">
          <a:solidFill>
            <a:schemeClr val="tx1"/>
          </a:solidFill>
          <a:latin typeface="Arial" panose="020B0604020202020204" pitchFamily="34" charset="0"/>
          <a:ea typeface="+mj-ea"/>
          <a:cs typeface="+mj-cs"/>
        </a:defRPr>
      </a:lvl1pPr>
    </p:titleStyle>
    <p:bodyStyle>
      <a:lvl1pPr marL="180975" indent="-180975" algn="l" defTabSz="914400" rtl="0" eaLnBrk="1" latinLnBrk="0" hangingPunct="1">
        <a:lnSpc>
          <a:spcPct val="110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1400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1pPr>
      <a:lvl2pPr marL="449263" indent="-180975" algn="l" defTabSz="914400" rtl="0" eaLnBrk="1" latinLnBrk="0" hangingPunct="1">
        <a:lnSpc>
          <a:spcPct val="110000"/>
        </a:lnSpc>
        <a:spcBef>
          <a:spcPts val="300"/>
        </a:spcBef>
        <a:spcAft>
          <a:spcPts val="300"/>
        </a:spcAft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1077913" indent="-285750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□"/>
        <a:defRPr sz="1400" b="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612900" indent="-285750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−"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2155825" indent="-180975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0" indent="0" algn="l" defTabSz="914400" rtl="0" eaLnBrk="1" latinLnBrk="0" hangingPunct="1">
        <a:lnSpc>
          <a:spcPct val="100000"/>
        </a:lnSpc>
        <a:spcBef>
          <a:spcPts val="1200"/>
        </a:spcBef>
        <a:spcAft>
          <a:spcPts val="600"/>
        </a:spcAft>
        <a:buFontTx/>
        <a:buNone/>
        <a:defRPr sz="1400" b="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6pPr>
      <a:lvl7pPr marL="0" indent="0" algn="l" defTabSz="914400" rtl="0" eaLnBrk="1" latinLnBrk="0" hangingPunct="1">
        <a:lnSpc>
          <a:spcPct val="90000"/>
        </a:lnSpc>
        <a:spcBef>
          <a:spcPts val="1200"/>
        </a:spcBef>
        <a:buFontTx/>
        <a:buNone/>
        <a:defRPr sz="21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7pPr>
      <a:lvl8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Tx/>
        <a:buNone/>
        <a:defRPr sz="2100" b="1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8pPr>
      <a:lvl9pPr marL="0" indent="0" algn="l" defTabSz="914400" rtl="0" eaLnBrk="1" latinLnBrk="0" hangingPunct="1">
        <a:lnSpc>
          <a:spcPct val="110000"/>
        </a:lnSpc>
        <a:spcBef>
          <a:spcPts val="300"/>
        </a:spcBef>
        <a:spcAft>
          <a:spcPts val="300"/>
        </a:spcAft>
        <a:buFontTx/>
        <a:buNone/>
        <a:defRPr sz="105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320">
          <p15:clr>
            <a:srgbClr val="F26B43"/>
          </p15:clr>
        </p15:guide>
        <p15:guide id="15" pos="7355">
          <p15:clr>
            <a:srgbClr val="F26B43"/>
          </p15:clr>
        </p15:guide>
        <p15:guide id="18" orient="horz" pos="320">
          <p15:clr>
            <a:srgbClr val="F26B43"/>
          </p15:clr>
        </p15:guide>
        <p15:guide id="30" orient="horz" pos="4000">
          <p15:clr>
            <a:srgbClr val="F26B43"/>
          </p15:clr>
        </p15:guide>
        <p15:guide id="31" pos="3840">
          <p15:clr>
            <a:srgbClr val="F26B43"/>
          </p15:clr>
        </p15:guide>
        <p15:guide id="32" orient="horz" pos="216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88DCA34E-72F6-6D66-DEAA-B1C873E4DC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5390" y="2324101"/>
            <a:ext cx="5580610" cy="1572768"/>
          </a:xfrm>
        </p:spPr>
        <p:txBody>
          <a:bodyPr/>
          <a:lstStyle/>
          <a:p>
            <a:r>
              <a:rPr lang="en-US" sz="2000"/>
              <a:t>Template</a:t>
            </a:r>
            <a:endParaRPr lang="en-US" sz="2000" dirty="0"/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F82806E5-7E68-3930-AE8C-2D3220F6E11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>
                <a:solidFill>
                  <a:schemeClr val="accent4">
                    <a:lumMod val="75000"/>
                  </a:schemeClr>
                </a:solidFill>
              </a:rPr>
              <a:t>Corporate Data Office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CE8689B6-3A43-7786-5547-FF8895EF0AC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/>
              <a:t>Tony Lorino</a:t>
            </a:r>
          </a:p>
        </p:txBody>
      </p:sp>
      <p:pic>
        <p:nvPicPr>
          <p:cNvPr id="26" name="Picture Placeholder 25" descr="Squares filled with tiny squares">
            <a:extLst>
              <a:ext uri="{FF2B5EF4-FFF2-40B4-BE49-F238E27FC236}">
                <a16:creationId xmlns:a16="http://schemas.microsoft.com/office/drawing/2014/main" id="{06980B8A-3D87-6389-948F-CE893EDE2A7D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556" r="5556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994039304"/>
      </p:ext>
    </p:extLst>
  </p:cSld>
  <p:clrMapOvr>
    <a:masterClrMapping/>
  </p:clrMapOvr>
</p:sld>
</file>

<file path=ppt/theme/theme1.xml><?xml version="1.0" encoding="utf-8"?>
<a:theme xmlns:a="http://schemas.openxmlformats.org/drawingml/2006/main" name="DLR Theme">
  <a:themeElements>
    <a:clrScheme name="Custom 1">
      <a:dk1>
        <a:sysClr val="windowText" lastClr="000000"/>
      </a:dk1>
      <a:lt1>
        <a:sysClr val="window" lastClr="FFFFFF"/>
      </a:lt1>
      <a:dk2>
        <a:srgbClr val="1F00FF"/>
      </a:dk2>
      <a:lt2>
        <a:srgbClr val="E7E6E6"/>
      </a:lt2>
      <a:accent1>
        <a:srgbClr val="000000"/>
      </a:accent1>
      <a:accent2>
        <a:srgbClr val="7700EC"/>
      </a:accent2>
      <a:accent3>
        <a:srgbClr val="FCCF00"/>
      </a:accent3>
      <a:accent4>
        <a:srgbClr val="00D87D"/>
      </a:accent4>
      <a:accent5>
        <a:srgbClr val="01454F"/>
      </a:accent5>
      <a:accent6>
        <a:srgbClr val="8AAEFF"/>
      </a:accent6>
      <a:hlink>
        <a:srgbClr val="1F00FF"/>
      </a:hlink>
      <a:folHlink>
        <a:srgbClr val="00E5FA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custClrLst>
    <a:custClr name="DR Light Cyan 1">
      <a:srgbClr val="99F5FD"/>
    </a:custClr>
    <a:custClr name="DR Light Violet">
      <a:srgbClr val="C999F7"/>
    </a:custClr>
    <a:custClr name="DR Light Amber">
      <a:srgbClr val="FEEC99"/>
    </a:custClr>
    <a:custClr name="DR Light Green">
      <a:srgbClr val="99EFCB"/>
    </a:custClr>
    <a:custClr name="DR Light Blue">
      <a:srgbClr val="8AAEFF"/>
    </a:custClr>
    <a:custClr name="DR Light Slate Grey">
      <a:srgbClr val="9AB5B9"/>
    </a:custClr>
    <a:custClr name="DR Light Grey">
      <a:srgbClr val="C7C8CA"/>
    </a:custClr>
    <a:custClr name="DR Mid Grey">
      <a:srgbClr val="808080"/>
    </a:custClr>
  </a:custClrLst>
  <a:extLst>
    <a:ext uri="{05A4C25C-085E-4340-85A3-A5531E510DB2}">
      <thm15:themeFamily xmlns:thm15="http://schemas.microsoft.com/office/thememl/2012/main" name="DLR Theme" id="{9FBE0117-A988-48D5-A836-98472235F191}" vid="{19748FAF-581A-4F60-A825-025BE079AB5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45d53a40-131c-4896-94ef-8cd3538b3834}" enabled="0" method="" siteId="{45d53a40-131c-4896-94ef-8cd3538b3834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1652</TotalTime>
  <Words>6</Words>
  <Application>Microsoft Macintosh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Arial</vt:lpstr>
      <vt:lpstr>Courier New</vt:lpstr>
      <vt:lpstr>Wingdings</vt:lpstr>
      <vt:lpstr>DLR Theme</vt:lpstr>
      <vt:lpstr>Template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Tony Lorino</dc:creator>
  <cp:lastModifiedBy>Tony Lorino</cp:lastModifiedBy>
  <cp:revision>1</cp:revision>
  <dcterms:created xsi:type="dcterms:W3CDTF">2025-05-12T15:58:57Z</dcterms:created>
  <dcterms:modified xsi:type="dcterms:W3CDTF">2026-02-17T23:14:24Z</dcterms:modified>
</cp:coreProperties>
</file>